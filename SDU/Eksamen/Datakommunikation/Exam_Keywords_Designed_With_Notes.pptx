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0188" autoAdjust="0"/>
  </p:normalViewPr>
  <p:slideViewPr>
    <p:cSldViewPr snapToGrid="0" snapToObjects="1">
      <p:cViewPr>
        <p:scale>
          <a:sx n="48" d="100"/>
          <a:sy n="48" d="100"/>
        </p:scale>
        <p:origin x="71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0.svg"/><Relationship Id="rId4" Type="http://schemas.openxmlformats.org/officeDocument/2006/relationships/image" Target="../media/image16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10.svg"/><Relationship Id="rId4" Type="http://schemas.openxmlformats.org/officeDocument/2006/relationships/image" Target="../media/image16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59DEAD-216D-4B45-9EBD-970D7420C9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E8223FC-827F-42BD-8F3B-9AEAAFD8B04E}">
      <dgm:prSet/>
      <dgm:spPr/>
      <dgm:t>
        <a:bodyPr/>
        <a:lstStyle/>
        <a:p>
          <a:r>
            <a:rPr lang="en-US" dirty="0"/>
            <a:t>Bits, numbers, ASCII</a:t>
          </a:r>
        </a:p>
      </dgm:t>
    </dgm:pt>
    <dgm:pt modelId="{AEC2156C-5C40-42B1-99D2-36DA9FE479D0}" type="parTrans" cxnId="{805AE28A-43A2-488B-B40B-24DD142879E7}">
      <dgm:prSet/>
      <dgm:spPr/>
      <dgm:t>
        <a:bodyPr/>
        <a:lstStyle/>
        <a:p>
          <a:endParaRPr lang="en-US"/>
        </a:p>
      </dgm:t>
    </dgm:pt>
    <dgm:pt modelId="{0CD076AC-4C17-4CE0-BB7C-A3C961542565}" type="sibTrans" cxnId="{805AE28A-43A2-488B-B40B-24DD142879E7}">
      <dgm:prSet/>
      <dgm:spPr/>
      <dgm:t>
        <a:bodyPr/>
        <a:lstStyle/>
        <a:p>
          <a:endParaRPr lang="en-US"/>
        </a:p>
      </dgm:t>
    </dgm:pt>
    <dgm:pt modelId="{F9DDA9A1-7C4A-467F-8A90-33BAB9F43EFB}">
      <dgm:prSet/>
      <dgm:spPr/>
      <dgm:t>
        <a:bodyPr/>
        <a:lstStyle/>
        <a:p>
          <a:r>
            <a:rPr lang="en-US" dirty="0"/>
            <a:t>Communication mediums</a:t>
          </a:r>
        </a:p>
      </dgm:t>
    </dgm:pt>
    <dgm:pt modelId="{A1B92AF1-6EAD-4B77-A7C9-100F827C7AC5}" type="parTrans" cxnId="{FF5761D2-9AB3-4D3D-AC75-CE6698D3035C}">
      <dgm:prSet/>
      <dgm:spPr/>
      <dgm:t>
        <a:bodyPr/>
        <a:lstStyle/>
        <a:p>
          <a:endParaRPr lang="en-US"/>
        </a:p>
      </dgm:t>
    </dgm:pt>
    <dgm:pt modelId="{932E6F0A-E924-434A-BD16-9D3F55CDB402}" type="sibTrans" cxnId="{FF5761D2-9AB3-4D3D-AC75-CE6698D3035C}">
      <dgm:prSet/>
      <dgm:spPr/>
      <dgm:t>
        <a:bodyPr/>
        <a:lstStyle/>
        <a:p>
          <a:endParaRPr lang="en-US"/>
        </a:p>
      </dgm:t>
    </dgm:pt>
    <dgm:pt modelId="{6EA1BB3D-C364-42A4-894D-5768873FFECA}">
      <dgm:prSet/>
      <dgm:spPr/>
      <dgm:t>
        <a:bodyPr/>
        <a:lstStyle/>
        <a:p>
          <a:r>
            <a:rPr lang="en-US" dirty="0"/>
            <a:t>Bitrate, delay, packet loss</a:t>
          </a:r>
        </a:p>
      </dgm:t>
    </dgm:pt>
    <dgm:pt modelId="{56942888-7982-4044-A1D8-6A364C38EFCC}" type="parTrans" cxnId="{7B6CB9A9-E203-4596-B288-D40D5537088E}">
      <dgm:prSet/>
      <dgm:spPr/>
      <dgm:t>
        <a:bodyPr/>
        <a:lstStyle/>
        <a:p>
          <a:endParaRPr lang="en-US"/>
        </a:p>
      </dgm:t>
    </dgm:pt>
    <dgm:pt modelId="{16408363-7595-4519-844A-B249DFA60427}" type="sibTrans" cxnId="{7B6CB9A9-E203-4596-B288-D40D5537088E}">
      <dgm:prSet/>
      <dgm:spPr/>
      <dgm:t>
        <a:bodyPr/>
        <a:lstStyle/>
        <a:p>
          <a:endParaRPr lang="en-US"/>
        </a:p>
      </dgm:t>
    </dgm:pt>
    <dgm:pt modelId="{26B32A7B-EDDC-4318-AFA2-822BD005AD31}">
      <dgm:prSet/>
      <dgm:spPr/>
      <dgm:t>
        <a:bodyPr/>
        <a:lstStyle/>
        <a:p>
          <a:r>
            <a:rPr lang="en-US" dirty="0"/>
            <a:t>Protocols, TCP/IP vs OSI</a:t>
          </a:r>
        </a:p>
      </dgm:t>
    </dgm:pt>
    <dgm:pt modelId="{CB21CA84-3EF2-460B-BDEA-2E35BA57B17C}" type="parTrans" cxnId="{A378A686-B043-4D32-888D-4665BB885A50}">
      <dgm:prSet/>
      <dgm:spPr/>
      <dgm:t>
        <a:bodyPr/>
        <a:lstStyle/>
        <a:p>
          <a:endParaRPr lang="en-US"/>
        </a:p>
      </dgm:t>
    </dgm:pt>
    <dgm:pt modelId="{E35C2B42-8FA4-4D85-A6EC-AB24B2CD08E0}" type="sibTrans" cxnId="{A378A686-B043-4D32-888D-4665BB885A50}">
      <dgm:prSet/>
      <dgm:spPr/>
      <dgm:t>
        <a:bodyPr/>
        <a:lstStyle/>
        <a:p>
          <a:endParaRPr lang="en-US"/>
        </a:p>
      </dgm:t>
    </dgm:pt>
    <dgm:pt modelId="{AB2C48D8-B92D-4DBB-8D61-2AF64895D1AA}">
      <dgm:prSet/>
      <dgm:spPr/>
      <dgm:t>
        <a:bodyPr/>
        <a:lstStyle/>
        <a:p>
          <a:r>
            <a:rPr lang="en-US" dirty="0"/>
            <a:t>Internet components &amp; topologies</a:t>
          </a:r>
        </a:p>
      </dgm:t>
    </dgm:pt>
    <dgm:pt modelId="{D6E14FFC-F543-4174-AC2C-66F1A1CADEB7}" type="parTrans" cxnId="{BF489B3F-DB91-445B-B599-729D87BDC2B4}">
      <dgm:prSet/>
      <dgm:spPr/>
      <dgm:t>
        <a:bodyPr/>
        <a:lstStyle/>
        <a:p>
          <a:endParaRPr lang="en-US"/>
        </a:p>
      </dgm:t>
    </dgm:pt>
    <dgm:pt modelId="{7123ABAD-A22E-4570-A8DB-CDCFB2C876DA}" type="sibTrans" cxnId="{BF489B3F-DB91-445B-B599-729D87BDC2B4}">
      <dgm:prSet/>
      <dgm:spPr/>
      <dgm:t>
        <a:bodyPr/>
        <a:lstStyle/>
        <a:p>
          <a:endParaRPr lang="en-US"/>
        </a:p>
      </dgm:t>
    </dgm:pt>
    <dgm:pt modelId="{A7FCC01C-9477-4839-B09D-22B3EA7046B5}" type="pres">
      <dgm:prSet presAssocID="{5359DEAD-216D-4B45-9EBD-970D7420C974}" presName="root" presStyleCnt="0">
        <dgm:presLayoutVars>
          <dgm:dir/>
          <dgm:resizeHandles val="exact"/>
        </dgm:presLayoutVars>
      </dgm:prSet>
      <dgm:spPr/>
    </dgm:pt>
    <dgm:pt modelId="{53010E97-2160-437B-B43E-434645BD9E21}" type="pres">
      <dgm:prSet presAssocID="{9E8223FC-827F-42BD-8F3B-9AEAAFD8B04E}" presName="compNode" presStyleCnt="0"/>
      <dgm:spPr/>
    </dgm:pt>
    <dgm:pt modelId="{B12C30F1-66A1-4637-BB52-52CCEB6E9224}" type="pres">
      <dgm:prSet presAssocID="{9E8223FC-827F-42BD-8F3B-9AEAAFD8B04E}" presName="bgRect" presStyleLbl="bgShp" presStyleIdx="0" presStyleCnt="5"/>
      <dgm:spPr/>
    </dgm:pt>
    <dgm:pt modelId="{480085BF-BD87-4C8B-9F2F-7DF7995AC0FC}" type="pres">
      <dgm:prSet presAssocID="{9E8223FC-827F-42BD-8F3B-9AEAAFD8B04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perclip"/>
        </a:ext>
      </dgm:extLst>
    </dgm:pt>
    <dgm:pt modelId="{26B4ECB7-273E-43B3-9891-30651C2D705F}" type="pres">
      <dgm:prSet presAssocID="{9E8223FC-827F-42BD-8F3B-9AEAAFD8B04E}" presName="spaceRect" presStyleCnt="0"/>
      <dgm:spPr/>
    </dgm:pt>
    <dgm:pt modelId="{84B48313-BDDE-4726-863A-4C4E78079B80}" type="pres">
      <dgm:prSet presAssocID="{9E8223FC-827F-42BD-8F3B-9AEAAFD8B04E}" presName="parTx" presStyleLbl="revTx" presStyleIdx="0" presStyleCnt="5">
        <dgm:presLayoutVars>
          <dgm:chMax val="0"/>
          <dgm:chPref val="0"/>
        </dgm:presLayoutVars>
      </dgm:prSet>
      <dgm:spPr/>
    </dgm:pt>
    <dgm:pt modelId="{9AFB68B6-132A-4E77-AA0F-DE443E86ABBD}" type="pres">
      <dgm:prSet presAssocID="{0CD076AC-4C17-4CE0-BB7C-A3C961542565}" presName="sibTrans" presStyleCnt="0"/>
      <dgm:spPr/>
    </dgm:pt>
    <dgm:pt modelId="{AAAB5326-0A2D-4886-ABA4-B0D93292453C}" type="pres">
      <dgm:prSet presAssocID="{F9DDA9A1-7C4A-467F-8A90-33BAB9F43EFB}" presName="compNode" presStyleCnt="0"/>
      <dgm:spPr/>
    </dgm:pt>
    <dgm:pt modelId="{4A134B3D-46E8-406C-AFC0-94A39E160E20}" type="pres">
      <dgm:prSet presAssocID="{F9DDA9A1-7C4A-467F-8A90-33BAB9F43EFB}" presName="bgRect" presStyleLbl="bgShp" presStyleIdx="1" presStyleCnt="5"/>
      <dgm:spPr/>
    </dgm:pt>
    <dgm:pt modelId="{805D04D4-1E71-4E23-9B3D-E348D730D271}" type="pres">
      <dgm:prSet presAssocID="{F9DDA9A1-7C4A-467F-8A90-33BAB9F43EF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94FF8FE0-BAC6-4C93-A130-79510E49C4E6}" type="pres">
      <dgm:prSet presAssocID="{F9DDA9A1-7C4A-467F-8A90-33BAB9F43EFB}" presName="spaceRect" presStyleCnt="0"/>
      <dgm:spPr/>
    </dgm:pt>
    <dgm:pt modelId="{892133FF-319C-4A25-B245-A144F52FDB8D}" type="pres">
      <dgm:prSet presAssocID="{F9DDA9A1-7C4A-467F-8A90-33BAB9F43EFB}" presName="parTx" presStyleLbl="revTx" presStyleIdx="1" presStyleCnt="5">
        <dgm:presLayoutVars>
          <dgm:chMax val="0"/>
          <dgm:chPref val="0"/>
        </dgm:presLayoutVars>
      </dgm:prSet>
      <dgm:spPr/>
    </dgm:pt>
    <dgm:pt modelId="{F577C54B-AE94-4AA0-8FD0-F6D95DDB7D5D}" type="pres">
      <dgm:prSet presAssocID="{932E6F0A-E924-434A-BD16-9D3F55CDB402}" presName="sibTrans" presStyleCnt="0"/>
      <dgm:spPr/>
    </dgm:pt>
    <dgm:pt modelId="{F2748B6F-A9CE-42C9-9370-440003EB4082}" type="pres">
      <dgm:prSet presAssocID="{6EA1BB3D-C364-42A4-894D-5768873FFECA}" presName="compNode" presStyleCnt="0"/>
      <dgm:spPr/>
    </dgm:pt>
    <dgm:pt modelId="{E9E70D25-639F-48FB-BB50-F10FBD25E814}" type="pres">
      <dgm:prSet presAssocID="{6EA1BB3D-C364-42A4-894D-5768873FFECA}" presName="bgRect" presStyleLbl="bgShp" presStyleIdx="2" presStyleCnt="5"/>
      <dgm:spPr/>
    </dgm:pt>
    <dgm:pt modelId="{E6F76284-DD5F-4886-810D-CECFE58B1C30}" type="pres">
      <dgm:prSet presAssocID="{6EA1BB3D-C364-42A4-894D-5768873FFEC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 with solid fill"/>
        </a:ext>
      </dgm:extLst>
    </dgm:pt>
    <dgm:pt modelId="{6517706F-95DC-48BF-80FC-F0A672DDB78B}" type="pres">
      <dgm:prSet presAssocID="{6EA1BB3D-C364-42A4-894D-5768873FFECA}" presName="spaceRect" presStyleCnt="0"/>
      <dgm:spPr/>
    </dgm:pt>
    <dgm:pt modelId="{E3E4E849-F390-4216-BF35-DDDEBDAC975A}" type="pres">
      <dgm:prSet presAssocID="{6EA1BB3D-C364-42A4-894D-5768873FFECA}" presName="parTx" presStyleLbl="revTx" presStyleIdx="2" presStyleCnt="5">
        <dgm:presLayoutVars>
          <dgm:chMax val="0"/>
          <dgm:chPref val="0"/>
        </dgm:presLayoutVars>
      </dgm:prSet>
      <dgm:spPr/>
    </dgm:pt>
    <dgm:pt modelId="{7D35C8A4-70E1-4882-A3BB-107382309992}" type="pres">
      <dgm:prSet presAssocID="{16408363-7595-4519-844A-B249DFA60427}" presName="sibTrans" presStyleCnt="0"/>
      <dgm:spPr/>
    </dgm:pt>
    <dgm:pt modelId="{2CCE9503-D0CE-4614-93DF-5823A2545317}" type="pres">
      <dgm:prSet presAssocID="{26B32A7B-EDDC-4318-AFA2-822BD005AD31}" presName="compNode" presStyleCnt="0"/>
      <dgm:spPr/>
    </dgm:pt>
    <dgm:pt modelId="{7C03CB1C-875E-4449-8C40-0CF906CFFEBF}" type="pres">
      <dgm:prSet presAssocID="{26B32A7B-EDDC-4318-AFA2-822BD005AD31}" presName="bgRect" presStyleLbl="bgShp" presStyleIdx="3" presStyleCnt="5"/>
      <dgm:spPr/>
    </dgm:pt>
    <dgm:pt modelId="{CF0E4730-6A5B-48A9-A21C-580395049892}" type="pres">
      <dgm:prSet presAssocID="{26B32A7B-EDDC-4318-AFA2-822BD005AD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D0F0881-E935-4A98-A0CB-8804801E4740}" type="pres">
      <dgm:prSet presAssocID="{26B32A7B-EDDC-4318-AFA2-822BD005AD31}" presName="spaceRect" presStyleCnt="0"/>
      <dgm:spPr/>
    </dgm:pt>
    <dgm:pt modelId="{DEDEAC19-1C41-4BA1-B80E-3D78879184BB}" type="pres">
      <dgm:prSet presAssocID="{26B32A7B-EDDC-4318-AFA2-822BD005AD31}" presName="parTx" presStyleLbl="revTx" presStyleIdx="3" presStyleCnt="5">
        <dgm:presLayoutVars>
          <dgm:chMax val="0"/>
          <dgm:chPref val="0"/>
        </dgm:presLayoutVars>
      </dgm:prSet>
      <dgm:spPr/>
    </dgm:pt>
    <dgm:pt modelId="{884C2207-7BFD-488D-80F3-C888C2C12EC6}" type="pres">
      <dgm:prSet presAssocID="{E35C2B42-8FA4-4D85-A6EC-AB24B2CD08E0}" presName="sibTrans" presStyleCnt="0"/>
      <dgm:spPr/>
    </dgm:pt>
    <dgm:pt modelId="{07218F3F-C7FA-4861-B7A2-132B3A667C73}" type="pres">
      <dgm:prSet presAssocID="{AB2C48D8-B92D-4DBB-8D61-2AF64895D1AA}" presName="compNode" presStyleCnt="0"/>
      <dgm:spPr/>
    </dgm:pt>
    <dgm:pt modelId="{29E2093C-3C4C-466F-A0B4-C04F96443CF4}" type="pres">
      <dgm:prSet presAssocID="{AB2C48D8-B92D-4DBB-8D61-2AF64895D1AA}" presName="bgRect" presStyleLbl="bgShp" presStyleIdx="4" presStyleCnt="5"/>
      <dgm:spPr/>
    </dgm:pt>
    <dgm:pt modelId="{6B492F15-4924-4E8A-AF81-1E1F3F315DBC}" type="pres">
      <dgm:prSet presAssocID="{AB2C48D8-B92D-4DBB-8D61-2AF64895D1AA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C1F45E2-57E9-417F-8396-383C427C3D24}" type="pres">
      <dgm:prSet presAssocID="{AB2C48D8-B92D-4DBB-8D61-2AF64895D1AA}" presName="spaceRect" presStyleCnt="0"/>
      <dgm:spPr/>
    </dgm:pt>
    <dgm:pt modelId="{A8474706-99D5-4DBB-8730-367A02ABBE80}" type="pres">
      <dgm:prSet presAssocID="{AB2C48D8-B92D-4DBB-8D61-2AF64895D1AA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5374EB10-0045-4C4D-8577-28AD6E5E9994}" type="presOf" srcId="{9E8223FC-827F-42BD-8F3B-9AEAAFD8B04E}" destId="{84B48313-BDDE-4726-863A-4C4E78079B80}" srcOrd="0" destOrd="0" presId="urn:microsoft.com/office/officeart/2018/2/layout/IconVerticalSolidList"/>
    <dgm:cxn modelId="{BF489B3F-DB91-445B-B599-729D87BDC2B4}" srcId="{5359DEAD-216D-4B45-9EBD-970D7420C974}" destId="{AB2C48D8-B92D-4DBB-8D61-2AF64895D1AA}" srcOrd="4" destOrd="0" parTransId="{D6E14FFC-F543-4174-AC2C-66F1A1CADEB7}" sibTransId="{7123ABAD-A22E-4570-A8DB-CDCFB2C876DA}"/>
    <dgm:cxn modelId="{FB731467-9AAB-48F2-849A-2A99AD119767}" type="presOf" srcId="{F9DDA9A1-7C4A-467F-8A90-33BAB9F43EFB}" destId="{892133FF-319C-4A25-B245-A144F52FDB8D}" srcOrd="0" destOrd="0" presId="urn:microsoft.com/office/officeart/2018/2/layout/IconVerticalSolidList"/>
    <dgm:cxn modelId="{7BD9CD47-F4FC-4832-B31C-57A9513297DE}" type="presOf" srcId="{6EA1BB3D-C364-42A4-894D-5768873FFECA}" destId="{E3E4E849-F390-4216-BF35-DDDEBDAC975A}" srcOrd="0" destOrd="0" presId="urn:microsoft.com/office/officeart/2018/2/layout/IconVerticalSolidList"/>
    <dgm:cxn modelId="{A378A686-B043-4D32-888D-4665BB885A50}" srcId="{5359DEAD-216D-4B45-9EBD-970D7420C974}" destId="{26B32A7B-EDDC-4318-AFA2-822BD005AD31}" srcOrd="3" destOrd="0" parTransId="{CB21CA84-3EF2-460B-BDEA-2E35BA57B17C}" sibTransId="{E35C2B42-8FA4-4D85-A6EC-AB24B2CD08E0}"/>
    <dgm:cxn modelId="{805AE28A-43A2-488B-B40B-24DD142879E7}" srcId="{5359DEAD-216D-4B45-9EBD-970D7420C974}" destId="{9E8223FC-827F-42BD-8F3B-9AEAAFD8B04E}" srcOrd="0" destOrd="0" parTransId="{AEC2156C-5C40-42B1-99D2-36DA9FE479D0}" sibTransId="{0CD076AC-4C17-4CE0-BB7C-A3C961542565}"/>
    <dgm:cxn modelId="{E5EC9B9A-2A3A-49AB-80ED-B750E8653DE8}" type="presOf" srcId="{AB2C48D8-B92D-4DBB-8D61-2AF64895D1AA}" destId="{A8474706-99D5-4DBB-8730-367A02ABBE80}" srcOrd="0" destOrd="0" presId="urn:microsoft.com/office/officeart/2018/2/layout/IconVerticalSolidList"/>
    <dgm:cxn modelId="{7B6CB9A9-E203-4596-B288-D40D5537088E}" srcId="{5359DEAD-216D-4B45-9EBD-970D7420C974}" destId="{6EA1BB3D-C364-42A4-894D-5768873FFECA}" srcOrd="2" destOrd="0" parTransId="{56942888-7982-4044-A1D8-6A364C38EFCC}" sibTransId="{16408363-7595-4519-844A-B249DFA60427}"/>
    <dgm:cxn modelId="{376245AF-EB9A-4120-ABF6-BA413574342F}" type="presOf" srcId="{5359DEAD-216D-4B45-9EBD-970D7420C974}" destId="{A7FCC01C-9477-4839-B09D-22B3EA7046B5}" srcOrd="0" destOrd="0" presId="urn:microsoft.com/office/officeart/2018/2/layout/IconVerticalSolidList"/>
    <dgm:cxn modelId="{5D48F8BA-69E1-4C5A-852A-D4F8E6305D31}" type="presOf" srcId="{26B32A7B-EDDC-4318-AFA2-822BD005AD31}" destId="{DEDEAC19-1C41-4BA1-B80E-3D78879184BB}" srcOrd="0" destOrd="0" presId="urn:microsoft.com/office/officeart/2018/2/layout/IconVerticalSolidList"/>
    <dgm:cxn modelId="{FF5761D2-9AB3-4D3D-AC75-CE6698D3035C}" srcId="{5359DEAD-216D-4B45-9EBD-970D7420C974}" destId="{F9DDA9A1-7C4A-467F-8A90-33BAB9F43EFB}" srcOrd="1" destOrd="0" parTransId="{A1B92AF1-6EAD-4B77-A7C9-100F827C7AC5}" sibTransId="{932E6F0A-E924-434A-BD16-9D3F55CDB402}"/>
    <dgm:cxn modelId="{79DEA8BA-E206-47C3-BE5E-32F5AA100D1A}" type="presParOf" srcId="{A7FCC01C-9477-4839-B09D-22B3EA7046B5}" destId="{53010E97-2160-437B-B43E-434645BD9E21}" srcOrd="0" destOrd="0" presId="urn:microsoft.com/office/officeart/2018/2/layout/IconVerticalSolidList"/>
    <dgm:cxn modelId="{813DA33A-ACE8-4993-BA52-8AF61FC8DA8C}" type="presParOf" srcId="{53010E97-2160-437B-B43E-434645BD9E21}" destId="{B12C30F1-66A1-4637-BB52-52CCEB6E9224}" srcOrd="0" destOrd="0" presId="urn:microsoft.com/office/officeart/2018/2/layout/IconVerticalSolidList"/>
    <dgm:cxn modelId="{4C3B2CDB-DA23-4B00-B021-44F480DEA20E}" type="presParOf" srcId="{53010E97-2160-437B-B43E-434645BD9E21}" destId="{480085BF-BD87-4C8B-9F2F-7DF7995AC0FC}" srcOrd="1" destOrd="0" presId="urn:microsoft.com/office/officeart/2018/2/layout/IconVerticalSolidList"/>
    <dgm:cxn modelId="{ED9AE35C-B503-4E27-A960-D6F4A312DD9E}" type="presParOf" srcId="{53010E97-2160-437B-B43E-434645BD9E21}" destId="{26B4ECB7-273E-43B3-9891-30651C2D705F}" srcOrd="2" destOrd="0" presId="urn:microsoft.com/office/officeart/2018/2/layout/IconVerticalSolidList"/>
    <dgm:cxn modelId="{B8D3E6A6-458C-4E66-B6D3-054205A2123D}" type="presParOf" srcId="{53010E97-2160-437B-B43E-434645BD9E21}" destId="{84B48313-BDDE-4726-863A-4C4E78079B80}" srcOrd="3" destOrd="0" presId="urn:microsoft.com/office/officeart/2018/2/layout/IconVerticalSolidList"/>
    <dgm:cxn modelId="{344A24A6-8D57-4E64-B934-B9AB820AB075}" type="presParOf" srcId="{A7FCC01C-9477-4839-B09D-22B3EA7046B5}" destId="{9AFB68B6-132A-4E77-AA0F-DE443E86ABBD}" srcOrd="1" destOrd="0" presId="urn:microsoft.com/office/officeart/2018/2/layout/IconVerticalSolidList"/>
    <dgm:cxn modelId="{D51573C6-0A1B-48C7-827F-AC39FF5257EB}" type="presParOf" srcId="{A7FCC01C-9477-4839-B09D-22B3EA7046B5}" destId="{AAAB5326-0A2D-4886-ABA4-B0D93292453C}" srcOrd="2" destOrd="0" presId="urn:microsoft.com/office/officeart/2018/2/layout/IconVerticalSolidList"/>
    <dgm:cxn modelId="{4485F2E9-3065-492C-B201-0402AB96F64E}" type="presParOf" srcId="{AAAB5326-0A2D-4886-ABA4-B0D93292453C}" destId="{4A134B3D-46E8-406C-AFC0-94A39E160E20}" srcOrd="0" destOrd="0" presId="urn:microsoft.com/office/officeart/2018/2/layout/IconVerticalSolidList"/>
    <dgm:cxn modelId="{B3974C25-7E2D-497D-82EF-D46F70142360}" type="presParOf" srcId="{AAAB5326-0A2D-4886-ABA4-B0D93292453C}" destId="{805D04D4-1E71-4E23-9B3D-E348D730D271}" srcOrd="1" destOrd="0" presId="urn:microsoft.com/office/officeart/2018/2/layout/IconVerticalSolidList"/>
    <dgm:cxn modelId="{AFF6ED03-E27E-44DC-8E25-3FF088D99DFB}" type="presParOf" srcId="{AAAB5326-0A2D-4886-ABA4-B0D93292453C}" destId="{94FF8FE0-BAC6-4C93-A130-79510E49C4E6}" srcOrd="2" destOrd="0" presId="urn:microsoft.com/office/officeart/2018/2/layout/IconVerticalSolidList"/>
    <dgm:cxn modelId="{139C0F2D-E306-441B-AE9A-CD9D2CB5D5A6}" type="presParOf" srcId="{AAAB5326-0A2D-4886-ABA4-B0D93292453C}" destId="{892133FF-319C-4A25-B245-A144F52FDB8D}" srcOrd="3" destOrd="0" presId="urn:microsoft.com/office/officeart/2018/2/layout/IconVerticalSolidList"/>
    <dgm:cxn modelId="{0BAA9CC5-8C1E-419F-AD5F-43D323AACB9E}" type="presParOf" srcId="{A7FCC01C-9477-4839-B09D-22B3EA7046B5}" destId="{F577C54B-AE94-4AA0-8FD0-F6D95DDB7D5D}" srcOrd="3" destOrd="0" presId="urn:microsoft.com/office/officeart/2018/2/layout/IconVerticalSolidList"/>
    <dgm:cxn modelId="{F84E5BD5-8CF5-440C-BFA5-1D81B84867FF}" type="presParOf" srcId="{A7FCC01C-9477-4839-B09D-22B3EA7046B5}" destId="{F2748B6F-A9CE-42C9-9370-440003EB4082}" srcOrd="4" destOrd="0" presId="urn:microsoft.com/office/officeart/2018/2/layout/IconVerticalSolidList"/>
    <dgm:cxn modelId="{D999BAEF-5614-4456-9B0A-4A3013B3B09D}" type="presParOf" srcId="{F2748B6F-A9CE-42C9-9370-440003EB4082}" destId="{E9E70D25-639F-48FB-BB50-F10FBD25E814}" srcOrd="0" destOrd="0" presId="urn:microsoft.com/office/officeart/2018/2/layout/IconVerticalSolidList"/>
    <dgm:cxn modelId="{69611725-D50E-40C6-AE7D-FA99315A04E5}" type="presParOf" srcId="{F2748B6F-A9CE-42C9-9370-440003EB4082}" destId="{E6F76284-DD5F-4886-810D-CECFE58B1C30}" srcOrd="1" destOrd="0" presId="urn:microsoft.com/office/officeart/2018/2/layout/IconVerticalSolidList"/>
    <dgm:cxn modelId="{56BB9C4B-8C00-40CC-8AC8-39D8D20D38D5}" type="presParOf" srcId="{F2748B6F-A9CE-42C9-9370-440003EB4082}" destId="{6517706F-95DC-48BF-80FC-F0A672DDB78B}" srcOrd="2" destOrd="0" presId="urn:microsoft.com/office/officeart/2018/2/layout/IconVerticalSolidList"/>
    <dgm:cxn modelId="{C0487439-4D99-446F-A4D9-74E4A2AF2589}" type="presParOf" srcId="{F2748B6F-A9CE-42C9-9370-440003EB4082}" destId="{E3E4E849-F390-4216-BF35-DDDEBDAC975A}" srcOrd="3" destOrd="0" presId="urn:microsoft.com/office/officeart/2018/2/layout/IconVerticalSolidList"/>
    <dgm:cxn modelId="{BAFD5CEC-FDAD-41D7-8805-C07A04371ADD}" type="presParOf" srcId="{A7FCC01C-9477-4839-B09D-22B3EA7046B5}" destId="{7D35C8A4-70E1-4882-A3BB-107382309992}" srcOrd="5" destOrd="0" presId="urn:microsoft.com/office/officeart/2018/2/layout/IconVerticalSolidList"/>
    <dgm:cxn modelId="{08A984F3-F0FC-4027-9CAD-8CD23E011BDB}" type="presParOf" srcId="{A7FCC01C-9477-4839-B09D-22B3EA7046B5}" destId="{2CCE9503-D0CE-4614-93DF-5823A2545317}" srcOrd="6" destOrd="0" presId="urn:microsoft.com/office/officeart/2018/2/layout/IconVerticalSolidList"/>
    <dgm:cxn modelId="{B7727594-BD2A-43D6-9C3E-AC735D0B06E0}" type="presParOf" srcId="{2CCE9503-D0CE-4614-93DF-5823A2545317}" destId="{7C03CB1C-875E-4449-8C40-0CF906CFFEBF}" srcOrd="0" destOrd="0" presId="urn:microsoft.com/office/officeart/2018/2/layout/IconVerticalSolidList"/>
    <dgm:cxn modelId="{29FA4BF6-F3D2-42D7-AA10-6B9B9153B909}" type="presParOf" srcId="{2CCE9503-D0CE-4614-93DF-5823A2545317}" destId="{CF0E4730-6A5B-48A9-A21C-580395049892}" srcOrd="1" destOrd="0" presId="urn:microsoft.com/office/officeart/2018/2/layout/IconVerticalSolidList"/>
    <dgm:cxn modelId="{3E760DFF-EB7A-41C2-91C4-E889ED12703F}" type="presParOf" srcId="{2CCE9503-D0CE-4614-93DF-5823A2545317}" destId="{AD0F0881-E935-4A98-A0CB-8804801E4740}" srcOrd="2" destOrd="0" presId="urn:microsoft.com/office/officeart/2018/2/layout/IconVerticalSolidList"/>
    <dgm:cxn modelId="{A0E700DA-35B3-4F65-ACEA-3ECB2604BC9A}" type="presParOf" srcId="{2CCE9503-D0CE-4614-93DF-5823A2545317}" destId="{DEDEAC19-1C41-4BA1-B80E-3D78879184BB}" srcOrd="3" destOrd="0" presId="urn:microsoft.com/office/officeart/2018/2/layout/IconVerticalSolidList"/>
    <dgm:cxn modelId="{97F5414B-BE1C-42A2-97D1-B181088C8662}" type="presParOf" srcId="{A7FCC01C-9477-4839-B09D-22B3EA7046B5}" destId="{884C2207-7BFD-488D-80F3-C888C2C12EC6}" srcOrd="7" destOrd="0" presId="urn:microsoft.com/office/officeart/2018/2/layout/IconVerticalSolidList"/>
    <dgm:cxn modelId="{D1DB50C8-B028-4967-84A3-7C2CD9A4AC92}" type="presParOf" srcId="{A7FCC01C-9477-4839-B09D-22B3EA7046B5}" destId="{07218F3F-C7FA-4861-B7A2-132B3A667C73}" srcOrd="8" destOrd="0" presId="urn:microsoft.com/office/officeart/2018/2/layout/IconVerticalSolidList"/>
    <dgm:cxn modelId="{B8A2A66C-D78A-459B-A2EF-ED61072AAC90}" type="presParOf" srcId="{07218F3F-C7FA-4861-B7A2-132B3A667C73}" destId="{29E2093C-3C4C-466F-A0B4-C04F96443CF4}" srcOrd="0" destOrd="0" presId="urn:microsoft.com/office/officeart/2018/2/layout/IconVerticalSolidList"/>
    <dgm:cxn modelId="{6573B1A4-23CF-4F7D-AB03-94E5077842E4}" type="presParOf" srcId="{07218F3F-C7FA-4861-B7A2-132B3A667C73}" destId="{6B492F15-4924-4E8A-AF81-1E1F3F315DBC}" srcOrd="1" destOrd="0" presId="urn:microsoft.com/office/officeart/2018/2/layout/IconVerticalSolidList"/>
    <dgm:cxn modelId="{BEF49CC8-E069-4DFB-810B-7A1375F3B2AE}" type="presParOf" srcId="{07218F3F-C7FA-4861-B7A2-132B3A667C73}" destId="{4C1F45E2-57E9-417F-8396-383C427C3D24}" srcOrd="2" destOrd="0" presId="urn:microsoft.com/office/officeart/2018/2/layout/IconVerticalSolidList"/>
    <dgm:cxn modelId="{44F25BAF-D2A9-42A2-9644-BF8DB187E204}" type="presParOf" srcId="{07218F3F-C7FA-4861-B7A2-132B3A667C73}" destId="{A8474706-99D5-4DBB-8730-367A02ABBE8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E4D72B-6965-4F19-A53D-F585E8A2D7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B8CBB1-0A9C-49A3-92FE-F6E08885B970}">
      <dgm:prSet/>
      <dgm:spPr/>
      <dgm:t>
        <a:bodyPr/>
        <a:lstStyle/>
        <a:p>
          <a:r>
            <a:rPr lang="en-US" dirty="0"/>
            <a:t>Client-server architecture</a:t>
          </a:r>
        </a:p>
      </dgm:t>
    </dgm:pt>
    <dgm:pt modelId="{9FDCD437-B464-45A4-8BB9-948AE2843EAB}" type="parTrans" cxnId="{BCBD987D-43C7-4A1E-B078-8A09B0D5395F}">
      <dgm:prSet/>
      <dgm:spPr/>
      <dgm:t>
        <a:bodyPr/>
        <a:lstStyle/>
        <a:p>
          <a:endParaRPr lang="en-US"/>
        </a:p>
      </dgm:t>
    </dgm:pt>
    <dgm:pt modelId="{7AC251E5-497B-4685-B272-2EFFB3E215B5}" type="sibTrans" cxnId="{BCBD987D-43C7-4A1E-B078-8A09B0D5395F}">
      <dgm:prSet/>
      <dgm:spPr/>
      <dgm:t>
        <a:bodyPr/>
        <a:lstStyle/>
        <a:p>
          <a:endParaRPr lang="en-US"/>
        </a:p>
      </dgm:t>
    </dgm:pt>
    <dgm:pt modelId="{19BF102C-451A-439A-8F12-21254363444B}">
      <dgm:prSet/>
      <dgm:spPr/>
      <dgm:t>
        <a:bodyPr/>
        <a:lstStyle/>
        <a:p>
          <a:r>
            <a:rPr lang="en-US" dirty="0"/>
            <a:t>IP addresses &amp; ports</a:t>
          </a:r>
        </a:p>
      </dgm:t>
    </dgm:pt>
    <dgm:pt modelId="{EE8FE909-2120-42A7-9D88-8B771481ECFD}" type="parTrans" cxnId="{5A84CD3A-D65B-4F29-9FB5-9BD3C643FF64}">
      <dgm:prSet/>
      <dgm:spPr/>
      <dgm:t>
        <a:bodyPr/>
        <a:lstStyle/>
        <a:p>
          <a:endParaRPr lang="en-US"/>
        </a:p>
      </dgm:t>
    </dgm:pt>
    <dgm:pt modelId="{8A44F1A1-ACF8-47EF-8B04-27970F2FDA84}" type="sibTrans" cxnId="{5A84CD3A-D65B-4F29-9FB5-9BD3C643FF64}">
      <dgm:prSet/>
      <dgm:spPr/>
      <dgm:t>
        <a:bodyPr/>
        <a:lstStyle/>
        <a:p>
          <a:endParaRPr lang="en-US"/>
        </a:p>
      </dgm:t>
    </dgm:pt>
    <dgm:pt modelId="{1DFE14EF-BCC0-4429-B2F9-A0EF07B30D41}">
      <dgm:prSet/>
      <dgm:spPr/>
      <dgm:t>
        <a:bodyPr/>
        <a:lstStyle/>
        <a:p>
          <a:r>
            <a:rPr lang="en-US" dirty="0"/>
            <a:t>HTTP (persistent vs non-persistent)</a:t>
          </a:r>
        </a:p>
      </dgm:t>
    </dgm:pt>
    <dgm:pt modelId="{CAB4BAEE-7450-4F1A-AD2C-685C639D1DE9}" type="parTrans" cxnId="{FEC552F7-45BB-404A-9693-CCB14F6D90CC}">
      <dgm:prSet/>
      <dgm:spPr/>
      <dgm:t>
        <a:bodyPr/>
        <a:lstStyle/>
        <a:p>
          <a:endParaRPr lang="en-US"/>
        </a:p>
      </dgm:t>
    </dgm:pt>
    <dgm:pt modelId="{BF4399B6-C516-4DF6-B613-ACDA6C6F4F3B}" type="sibTrans" cxnId="{FEC552F7-45BB-404A-9693-CCB14F6D90CC}">
      <dgm:prSet/>
      <dgm:spPr/>
      <dgm:t>
        <a:bodyPr/>
        <a:lstStyle/>
        <a:p>
          <a:endParaRPr lang="en-US"/>
        </a:p>
      </dgm:t>
    </dgm:pt>
    <dgm:pt modelId="{12632075-F1BC-4967-AD6F-B7101AACAAB1}">
      <dgm:prSet/>
      <dgm:spPr/>
      <dgm:t>
        <a:bodyPr/>
        <a:lstStyle/>
        <a:p>
          <a:r>
            <a:rPr lang="en-US" dirty="0"/>
            <a:t>Cookies &amp; web caching</a:t>
          </a:r>
        </a:p>
      </dgm:t>
    </dgm:pt>
    <dgm:pt modelId="{6588D07E-B9F9-4A95-BEF8-20A9C39D81AD}" type="parTrans" cxnId="{12547306-C4CC-44D0-8238-7BC94E8C053F}">
      <dgm:prSet/>
      <dgm:spPr/>
      <dgm:t>
        <a:bodyPr/>
        <a:lstStyle/>
        <a:p>
          <a:endParaRPr lang="en-US"/>
        </a:p>
      </dgm:t>
    </dgm:pt>
    <dgm:pt modelId="{9491B72E-1B74-4854-A674-BCDC574560B2}" type="sibTrans" cxnId="{12547306-C4CC-44D0-8238-7BC94E8C053F}">
      <dgm:prSet/>
      <dgm:spPr/>
      <dgm:t>
        <a:bodyPr/>
        <a:lstStyle/>
        <a:p>
          <a:endParaRPr lang="en-US"/>
        </a:p>
      </dgm:t>
    </dgm:pt>
    <dgm:pt modelId="{C6B9E098-B9C1-4289-A445-70533CDB9350}">
      <dgm:prSet/>
      <dgm:spPr/>
      <dgm:t>
        <a:bodyPr/>
        <a:lstStyle/>
        <a:p>
          <a:r>
            <a:rPr lang="en-US" dirty="0"/>
            <a:t>DNS hierarchy &amp; caching</a:t>
          </a:r>
        </a:p>
      </dgm:t>
    </dgm:pt>
    <dgm:pt modelId="{A7EB5490-206C-4014-8536-ADEE2BAE8A71}" type="parTrans" cxnId="{609CFB8B-0638-4B6F-9E07-AE3439E4874D}">
      <dgm:prSet/>
      <dgm:spPr/>
      <dgm:t>
        <a:bodyPr/>
        <a:lstStyle/>
        <a:p>
          <a:endParaRPr lang="en-US"/>
        </a:p>
      </dgm:t>
    </dgm:pt>
    <dgm:pt modelId="{7D4AED78-5796-40E3-9466-1D001F3D1A8B}" type="sibTrans" cxnId="{609CFB8B-0638-4B6F-9E07-AE3439E4874D}">
      <dgm:prSet/>
      <dgm:spPr/>
      <dgm:t>
        <a:bodyPr/>
        <a:lstStyle/>
        <a:p>
          <a:endParaRPr lang="en-US"/>
        </a:p>
      </dgm:t>
    </dgm:pt>
    <dgm:pt modelId="{14DA21E8-22C0-4C49-939D-F6E01C4121B5}" type="pres">
      <dgm:prSet presAssocID="{94E4D72B-6965-4F19-A53D-F585E8A2D73B}" presName="linear" presStyleCnt="0">
        <dgm:presLayoutVars>
          <dgm:animLvl val="lvl"/>
          <dgm:resizeHandles val="exact"/>
        </dgm:presLayoutVars>
      </dgm:prSet>
      <dgm:spPr/>
    </dgm:pt>
    <dgm:pt modelId="{34720900-2056-4607-85DF-C3A814F5ED7F}" type="pres">
      <dgm:prSet presAssocID="{D6B8CBB1-0A9C-49A3-92FE-F6E08885B97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52FF29A-E473-49B2-A4C2-4EEBA1A09D69}" type="pres">
      <dgm:prSet presAssocID="{7AC251E5-497B-4685-B272-2EFFB3E215B5}" presName="spacer" presStyleCnt="0"/>
      <dgm:spPr/>
    </dgm:pt>
    <dgm:pt modelId="{74A03BD5-886F-4870-9757-E86C8BC9859C}" type="pres">
      <dgm:prSet presAssocID="{19BF102C-451A-439A-8F12-21254363444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82D70D9-A909-4567-A776-D2908C0FD989}" type="pres">
      <dgm:prSet presAssocID="{8A44F1A1-ACF8-47EF-8B04-27970F2FDA84}" presName="spacer" presStyleCnt="0"/>
      <dgm:spPr/>
    </dgm:pt>
    <dgm:pt modelId="{D40F2FFC-DF8E-4AE4-832C-7F58D56D1E19}" type="pres">
      <dgm:prSet presAssocID="{1DFE14EF-BCC0-4429-B2F9-A0EF07B30D4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6EE5C12-1463-4743-A509-4754482E30CE}" type="pres">
      <dgm:prSet presAssocID="{BF4399B6-C516-4DF6-B613-ACDA6C6F4F3B}" presName="spacer" presStyleCnt="0"/>
      <dgm:spPr/>
    </dgm:pt>
    <dgm:pt modelId="{AAB0A65F-FDB2-4083-A51C-A331CD6CCDD7}" type="pres">
      <dgm:prSet presAssocID="{12632075-F1BC-4967-AD6F-B7101AACAAB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E24815D-3884-45BD-8484-23BEBD572384}" type="pres">
      <dgm:prSet presAssocID="{9491B72E-1B74-4854-A674-BCDC574560B2}" presName="spacer" presStyleCnt="0"/>
      <dgm:spPr/>
    </dgm:pt>
    <dgm:pt modelId="{A1383166-99E1-493C-B48F-B87F4E301F1F}" type="pres">
      <dgm:prSet presAssocID="{C6B9E098-B9C1-4289-A445-70533CDB9350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12547306-C4CC-44D0-8238-7BC94E8C053F}" srcId="{94E4D72B-6965-4F19-A53D-F585E8A2D73B}" destId="{12632075-F1BC-4967-AD6F-B7101AACAAB1}" srcOrd="3" destOrd="0" parTransId="{6588D07E-B9F9-4A95-BEF8-20A9C39D81AD}" sibTransId="{9491B72E-1B74-4854-A674-BCDC574560B2}"/>
    <dgm:cxn modelId="{C6466E28-BAD9-40BA-9D48-E3A879A044EC}" type="presOf" srcId="{D6B8CBB1-0A9C-49A3-92FE-F6E08885B970}" destId="{34720900-2056-4607-85DF-C3A814F5ED7F}" srcOrd="0" destOrd="0" presId="urn:microsoft.com/office/officeart/2005/8/layout/vList2"/>
    <dgm:cxn modelId="{5A84CD3A-D65B-4F29-9FB5-9BD3C643FF64}" srcId="{94E4D72B-6965-4F19-A53D-F585E8A2D73B}" destId="{19BF102C-451A-439A-8F12-21254363444B}" srcOrd="1" destOrd="0" parTransId="{EE8FE909-2120-42A7-9D88-8B771481ECFD}" sibTransId="{8A44F1A1-ACF8-47EF-8B04-27970F2FDA84}"/>
    <dgm:cxn modelId="{D5039364-2357-4987-A17C-DD51F9182E7E}" type="presOf" srcId="{19BF102C-451A-439A-8F12-21254363444B}" destId="{74A03BD5-886F-4870-9757-E86C8BC9859C}" srcOrd="0" destOrd="0" presId="urn:microsoft.com/office/officeart/2005/8/layout/vList2"/>
    <dgm:cxn modelId="{B3FA1E69-9BB3-4964-9D48-B0A1D1D00A36}" type="presOf" srcId="{C6B9E098-B9C1-4289-A445-70533CDB9350}" destId="{A1383166-99E1-493C-B48F-B87F4E301F1F}" srcOrd="0" destOrd="0" presId="urn:microsoft.com/office/officeart/2005/8/layout/vList2"/>
    <dgm:cxn modelId="{0B685F76-051C-414B-84D5-67A14F61BFE8}" type="presOf" srcId="{94E4D72B-6965-4F19-A53D-F585E8A2D73B}" destId="{14DA21E8-22C0-4C49-939D-F6E01C4121B5}" srcOrd="0" destOrd="0" presId="urn:microsoft.com/office/officeart/2005/8/layout/vList2"/>
    <dgm:cxn modelId="{DA26AF58-5959-46DA-B9B3-E029C8905294}" type="presOf" srcId="{1DFE14EF-BCC0-4429-B2F9-A0EF07B30D41}" destId="{D40F2FFC-DF8E-4AE4-832C-7F58D56D1E19}" srcOrd="0" destOrd="0" presId="urn:microsoft.com/office/officeart/2005/8/layout/vList2"/>
    <dgm:cxn modelId="{BCBD987D-43C7-4A1E-B078-8A09B0D5395F}" srcId="{94E4D72B-6965-4F19-A53D-F585E8A2D73B}" destId="{D6B8CBB1-0A9C-49A3-92FE-F6E08885B970}" srcOrd="0" destOrd="0" parTransId="{9FDCD437-B464-45A4-8BB9-948AE2843EAB}" sibTransId="{7AC251E5-497B-4685-B272-2EFFB3E215B5}"/>
    <dgm:cxn modelId="{609CFB8B-0638-4B6F-9E07-AE3439E4874D}" srcId="{94E4D72B-6965-4F19-A53D-F585E8A2D73B}" destId="{C6B9E098-B9C1-4289-A445-70533CDB9350}" srcOrd="4" destOrd="0" parTransId="{A7EB5490-206C-4014-8536-ADEE2BAE8A71}" sibTransId="{7D4AED78-5796-40E3-9466-1D001F3D1A8B}"/>
    <dgm:cxn modelId="{41CAECB6-F47F-4DC5-9779-4CD56AF8330B}" type="presOf" srcId="{12632075-F1BC-4967-AD6F-B7101AACAAB1}" destId="{AAB0A65F-FDB2-4083-A51C-A331CD6CCDD7}" srcOrd="0" destOrd="0" presId="urn:microsoft.com/office/officeart/2005/8/layout/vList2"/>
    <dgm:cxn modelId="{FEC552F7-45BB-404A-9693-CCB14F6D90CC}" srcId="{94E4D72B-6965-4F19-A53D-F585E8A2D73B}" destId="{1DFE14EF-BCC0-4429-B2F9-A0EF07B30D41}" srcOrd="2" destOrd="0" parTransId="{CAB4BAEE-7450-4F1A-AD2C-685C639D1DE9}" sibTransId="{BF4399B6-C516-4DF6-B613-ACDA6C6F4F3B}"/>
    <dgm:cxn modelId="{E7A52190-2CD4-4A2A-AAFC-83772C6C94FC}" type="presParOf" srcId="{14DA21E8-22C0-4C49-939D-F6E01C4121B5}" destId="{34720900-2056-4607-85DF-C3A814F5ED7F}" srcOrd="0" destOrd="0" presId="urn:microsoft.com/office/officeart/2005/8/layout/vList2"/>
    <dgm:cxn modelId="{6EDE3D70-AAEE-4B80-B578-158D2945147A}" type="presParOf" srcId="{14DA21E8-22C0-4C49-939D-F6E01C4121B5}" destId="{E52FF29A-E473-49B2-A4C2-4EEBA1A09D69}" srcOrd="1" destOrd="0" presId="urn:microsoft.com/office/officeart/2005/8/layout/vList2"/>
    <dgm:cxn modelId="{D2BD8C0B-C282-49BD-838F-D9879C415F81}" type="presParOf" srcId="{14DA21E8-22C0-4C49-939D-F6E01C4121B5}" destId="{74A03BD5-886F-4870-9757-E86C8BC9859C}" srcOrd="2" destOrd="0" presId="urn:microsoft.com/office/officeart/2005/8/layout/vList2"/>
    <dgm:cxn modelId="{59B675E4-9DC7-4860-8860-3B895F4153F0}" type="presParOf" srcId="{14DA21E8-22C0-4C49-939D-F6E01C4121B5}" destId="{382D70D9-A909-4567-A776-D2908C0FD989}" srcOrd="3" destOrd="0" presId="urn:microsoft.com/office/officeart/2005/8/layout/vList2"/>
    <dgm:cxn modelId="{941FD3E6-F5FF-4865-9963-ADD9B0A6588F}" type="presParOf" srcId="{14DA21E8-22C0-4C49-939D-F6E01C4121B5}" destId="{D40F2FFC-DF8E-4AE4-832C-7F58D56D1E19}" srcOrd="4" destOrd="0" presId="urn:microsoft.com/office/officeart/2005/8/layout/vList2"/>
    <dgm:cxn modelId="{6970ADE0-5FC4-4F23-A4EF-5A8C4307A5D4}" type="presParOf" srcId="{14DA21E8-22C0-4C49-939D-F6E01C4121B5}" destId="{86EE5C12-1463-4743-A509-4754482E30CE}" srcOrd="5" destOrd="0" presId="urn:microsoft.com/office/officeart/2005/8/layout/vList2"/>
    <dgm:cxn modelId="{F60DFE98-A80B-4860-9C5A-B3630465A0F0}" type="presParOf" srcId="{14DA21E8-22C0-4C49-939D-F6E01C4121B5}" destId="{AAB0A65F-FDB2-4083-A51C-A331CD6CCDD7}" srcOrd="6" destOrd="0" presId="urn:microsoft.com/office/officeart/2005/8/layout/vList2"/>
    <dgm:cxn modelId="{D5182F95-1830-41D0-9114-419A12DAE46B}" type="presParOf" srcId="{14DA21E8-22C0-4C49-939D-F6E01C4121B5}" destId="{5E24815D-3884-45BD-8484-23BEBD572384}" srcOrd="7" destOrd="0" presId="urn:microsoft.com/office/officeart/2005/8/layout/vList2"/>
    <dgm:cxn modelId="{D2DCD0C3-6A0D-4931-9F1B-63DF03422F0E}" type="presParOf" srcId="{14DA21E8-22C0-4C49-939D-F6E01C4121B5}" destId="{A1383166-99E1-493C-B48F-B87F4E301F1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909ED0F-944C-4C88-B24C-FABD6535322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98992CE-4E8C-4952-8026-5A045531B1E6}">
      <dgm:prSet/>
      <dgm:spPr/>
      <dgm:t>
        <a:bodyPr/>
        <a:lstStyle/>
        <a:p>
          <a:r>
            <a:rPr lang="en-US" dirty="0"/>
            <a:t>Data plane vs control plane</a:t>
          </a:r>
        </a:p>
      </dgm:t>
    </dgm:pt>
    <dgm:pt modelId="{9ABEC598-2AB3-4C50-A673-1B5298ADD80C}" type="parTrans" cxnId="{2DD9204D-B460-44BF-BC20-68185CF67AF4}">
      <dgm:prSet/>
      <dgm:spPr/>
      <dgm:t>
        <a:bodyPr/>
        <a:lstStyle/>
        <a:p>
          <a:endParaRPr lang="en-US"/>
        </a:p>
      </dgm:t>
    </dgm:pt>
    <dgm:pt modelId="{68685F5F-187C-40F3-8914-B3CD1ABB2EF4}" type="sibTrans" cxnId="{2DD9204D-B460-44BF-BC20-68185CF67AF4}">
      <dgm:prSet/>
      <dgm:spPr/>
      <dgm:t>
        <a:bodyPr/>
        <a:lstStyle/>
        <a:p>
          <a:endParaRPr lang="en-US"/>
        </a:p>
      </dgm:t>
    </dgm:pt>
    <dgm:pt modelId="{532B8C74-D931-41C9-A54A-6420043FEA82}">
      <dgm:prSet/>
      <dgm:spPr/>
      <dgm:t>
        <a:bodyPr/>
        <a:lstStyle/>
        <a:p>
          <a:r>
            <a:rPr lang="en-US" dirty="0"/>
            <a:t>IP addressing, subnetting, CIDR</a:t>
          </a:r>
        </a:p>
      </dgm:t>
    </dgm:pt>
    <dgm:pt modelId="{CBD5E348-6491-4CAD-9B1F-378C88F2C835}" type="parTrans" cxnId="{03C193A0-6160-4E7D-9AE8-CE6C3D0AE3EC}">
      <dgm:prSet/>
      <dgm:spPr/>
      <dgm:t>
        <a:bodyPr/>
        <a:lstStyle/>
        <a:p>
          <a:endParaRPr lang="en-US"/>
        </a:p>
      </dgm:t>
    </dgm:pt>
    <dgm:pt modelId="{B93592E6-487A-43B8-99B5-92BFB7E300D8}" type="sibTrans" cxnId="{03C193A0-6160-4E7D-9AE8-CE6C3D0AE3EC}">
      <dgm:prSet/>
      <dgm:spPr/>
      <dgm:t>
        <a:bodyPr/>
        <a:lstStyle/>
        <a:p>
          <a:endParaRPr lang="en-US"/>
        </a:p>
      </dgm:t>
    </dgm:pt>
    <dgm:pt modelId="{45B2654E-4988-4B58-A782-A295CBC5311A}">
      <dgm:prSet/>
      <dgm:spPr/>
      <dgm:t>
        <a:bodyPr/>
        <a:lstStyle/>
        <a:p>
          <a:r>
            <a:rPr lang="en-US" dirty="0"/>
            <a:t>DHCP &amp; NAT</a:t>
          </a:r>
        </a:p>
      </dgm:t>
    </dgm:pt>
    <dgm:pt modelId="{CACD1719-FCE7-4420-A6E7-473BF540C5C5}" type="parTrans" cxnId="{63E4EFF3-724B-4DFA-99C8-6BCC22AFD2D1}">
      <dgm:prSet/>
      <dgm:spPr/>
      <dgm:t>
        <a:bodyPr/>
        <a:lstStyle/>
        <a:p>
          <a:endParaRPr lang="en-US"/>
        </a:p>
      </dgm:t>
    </dgm:pt>
    <dgm:pt modelId="{2E54B34C-6919-4E7B-863E-8834903ED47B}" type="sibTrans" cxnId="{63E4EFF3-724B-4DFA-99C8-6BCC22AFD2D1}">
      <dgm:prSet/>
      <dgm:spPr/>
      <dgm:t>
        <a:bodyPr/>
        <a:lstStyle/>
        <a:p>
          <a:endParaRPr lang="en-US"/>
        </a:p>
      </dgm:t>
    </dgm:pt>
    <dgm:pt modelId="{34DF586C-34E6-4509-9382-84AA044D92D6}">
      <dgm:prSet/>
      <dgm:spPr/>
      <dgm:t>
        <a:bodyPr/>
        <a:lstStyle/>
        <a:p>
          <a:r>
            <a:rPr lang="en-US" dirty="0"/>
            <a:t>Routing algorithms</a:t>
          </a:r>
        </a:p>
      </dgm:t>
    </dgm:pt>
    <dgm:pt modelId="{F824A1F4-E7D1-41E2-AECD-770E534A5291}" type="parTrans" cxnId="{EE785DC3-D89B-4588-BB74-BF79EDBFCE32}">
      <dgm:prSet/>
      <dgm:spPr/>
      <dgm:t>
        <a:bodyPr/>
        <a:lstStyle/>
        <a:p>
          <a:endParaRPr lang="en-US"/>
        </a:p>
      </dgm:t>
    </dgm:pt>
    <dgm:pt modelId="{DBAF3530-5C9C-46F5-827B-DE705CD2D92F}" type="sibTrans" cxnId="{EE785DC3-D89B-4588-BB74-BF79EDBFCE32}">
      <dgm:prSet/>
      <dgm:spPr/>
      <dgm:t>
        <a:bodyPr/>
        <a:lstStyle/>
        <a:p>
          <a:endParaRPr lang="en-US"/>
        </a:p>
      </dgm:t>
    </dgm:pt>
    <dgm:pt modelId="{5C94066B-F720-491F-A6C2-98CC40CEFDC2}">
      <dgm:prSet/>
      <dgm:spPr/>
      <dgm:t>
        <a:bodyPr/>
        <a:lstStyle/>
        <a:p>
          <a:r>
            <a:rPr lang="en-US" dirty="0"/>
            <a:t>BGP &amp; Autonomous Systems</a:t>
          </a:r>
        </a:p>
      </dgm:t>
    </dgm:pt>
    <dgm:pt modelId="{EA49F74F-EA9F-4997-A731-1441A809585F}" type="parTrans" cxnId="{830382C1-56B5-47EF-9E5B-69A4A81B9585}">
      <dgm:prSet/>
      <dgm:spPr/>
      <dgm:t>
        <a:bodyPr/>
        <a:lstStyle/>
        <a:p>
          <a:endParaRPr lang="en-US"/>
        </a:p>
      </dgm:t>
    </dgm:pt>
    <dgm:pt modelId="{FAFC0925-24D4-4216-A3FA-707F1C7AAA3C}" type="sibTrans" cxnId="{830382C1-56B5-47EF-9E5B-69A4A81B9585}">
      <dgm:prSet/>
      <dgm:spPr/>
      <dgm:t>
        <a:bodyPr/>
        <a:lstStyle/>
        <a:p>
          <a:endParaRPr lang="en-US"/>
        </a:p>
      </dgm:t>
    </dgm:pt>
    <dgm:pt modelId="{005108C4-AE1D-44D2-8905-72F5E7A92570}" type="pres">
      <dgm:prSet presAssocID="{3909ED0F-944C-4C88-B24C-FABD65353220}" presName="root" presStyleCnt="0">
        <dgm:presLayoutVars>
          <dgm:dir/>
          <dgm:resizeHandles val="exact"/>
        </dgm:presLayoutVars>
      </dgm:prSet>
      <dgm:spPr/>
    </dgm:pt>
    <dgm:pt modelId="{B1568991-FFAB-4870-8BB2-0EFF5237DEAB}" type="pres">
      <dgm:prSet presAssocID="{B98992CE-4E8C-4952-8026-5A045531B1E6}" presName="compNode" presStyleCnt="0"/>
      <dgm:spPr/>
    </dgm:pt>
    <dgm:pt modelId="{18171237-3675-459A-99E7-0644226984D8}" type="pres">
      <dgm:prSet presAssocID="{B98992CE-4E8C-4952-8026-5A045531B1E6}" presName="bgRect" presStyleLbl="bgShp" presStyleIdx="0" presStyleCnt="5"/>
      <dgm:spPr/>
    </dgm:pt>
    <dgm:pt modelId="{F2B2109E-569F-46B0-8101-10F8B693268D}" type="pres">
      <dgm:prSet presAssocID="{B98992CE-4E8C-4952-8026-5A045531B1E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irplane"/>
        </a:ext>
      </dgm:extLst>
    </dgm:pt>
    <dgm:pt modelId="{DD537435-B4CC-4014-81D4-DB48A80C04D9}" type="pres">
      <dgm:prSet presAssocID="{B98992CE-4E8C-4952-8026-5A045531B1E6}" presName="spaceRect" presStyleCnt="0"/>
      <dgm:spPr/>
    </dgm:pt>
    <dgm:pt modelId="{EFBED2A0-87C0-4F1C-A98D-1E7D1187A391}" type="pres">
      <dgm:prSet presAssocID="{B98992CE-4E8C-4952-8026-5A045531B1E6}" presName="parTx" presStyleLbl="revTx" presStyleIdx="0" presStyleCnt="5">
        <dgm:presLayoutVars>
          <dgm:chMax val="0"/>
          <dgm:chPref val="0"/>
        </dgm:presLayoutVars>
      </dgm:prSet>
      <dgm:spPr/>
    </dgm:pt>
    <dgm:pt modelId="{67F0EDEB-5D59-4FF1-915B-471F13361E76}" type="pres">
      <dgm:prSet presAssocID="{68685F5F-187C-40F3-8914-B3CD1ABB2EF4}" presName="sibTrans" presStyleCnt="0"/>
      <dgm:spPr/>
    </dgm:pt>
    <dgm:pt modelId="{8F26F840-146B-4045-9B2C-D312167E787E}" type="pres">
      <dgm:prSet presAssocID="{532B8C74-D931-41C9-A54A-6420043FEA82}" presName="compNode" presStyleCnt="0"/>
      <dgm:spPr/>
    </dgm:pt>
    <dgm:pt modelId="{953DBB19-E16F-4F23-9F6C-753B0E4028C7}" type="pres">
      <dgm:prSet presAssocID="{532B8C74-D931-41C9-A54A-6420043FEA82}" presName="bgRect" presStyleLbl="bgShp" presStyleIdx="1" presStyleCnt="5"/>
      <dgm:spPr/>
    </dgm:pt>
    <dgm:pt modelId="{9E6B5886-072B-4A32-9BA2-9B1DDC5F2FD3}" type="pres">
      <dgm:prSet presAssocID="{532B8C74-D931-41C9-A54A-6420043FEA8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5461C410-5133-45EE-B1CC-52CC1C84CF2A}" type="pres">
      <dgm:prSet presAssocID="{532B8C74-D931-41C9-A54A-6420043FEA82}" presName="spaceRect" presStyleCnt="0"/>
      <dgm:spPr/>
    </dgm:pt>
    <dgm:pt modelId="{4F6082E7-9781-49C6-9273-655E61EE872D}" type="pres">
      <dgm:prSet presAssocID="{532B8C74-D931-41C9-A54A-6420043FEA82}" presName="parTx" presStyleLbl="revTx" presStyleIdx="1" presStyleCnt="5">
        <dgm:presLayoutVars>
          <dgm:chMax val="0"/>
          <dgm:chPref val="0"/>
        </dgm:presLayoutVars>
      </dgm:prSet>
      <dgm:spPr/>
    </dgm:pt>
    <dgm:pt modelId="{871F1256-2981-42F3-A74B-DDD303197FFC}" type="pres">
      <dgm:prSet presAssocID="{B93592E6-487A-43B8-99B5-92BFB7E300D8}" presName="sibTrans" presStyleCnt="0"/>
      <dgm:spPr/>
    </dgm:pt>
    <dgm:pt modelId="{3C39ECF4-0A54-4861-BDAA-A44A79EB15D1}" type="pres">
      <dgm:prSet presAssocID="{45B2654E-4988-4B58-A782-A295CBC5311A}" presName="compNode" presStyleCnt="0"/>
      <dgm:spPr/>
    </dgm:pt>
    <dgm:pt modelId="{C4C5BA21-3EE3-463A-9F17-95BF20ECE82D}" type="pres">
      <dgm:prSet presAssocID="{45B2654E-4988-4B58-A782-A295CBC5311A}" presName="bgRect" presStyleLbl="bgShp" presStyleIdx="2" presStyleCnt="5"/>
      <dgm:spPr/>
    </dgm:pt>
    <dgm:pt modelId="{A8E1245B-7D61-4E82-8870-4B113B72B28C}" type="pres">
      <dgm:prSet presAssocID="{45B2654E-4988-4B58-A782-A295CBC5311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9ACB259-1BEB-4BD6-B7F8-9323E9B3C5A7}" type="pres">
      <dgm:prSet presAssocID="{45B2654E-4988-4B58-A782-A295CBC5311A}" presName="spaceRect" presStyleCnt="0"/>
      <dgm:spPr/>
    </dgm:pt>
    <dgm:pt modelId="{681E68DC-243E-421E-95C9-24E8EE19EF9C}" type="pres">
      <dgm:prSet presAssocID="{45B2654E-4988-4B58-A782-A295CBC5311A}" presName="parTx" presStyleLbl="revTx" presStyleIdx="2" presStyleCnt="5">
        <dgm:presLayoutVars>
          <dgm:chMax val="0"/>
          <dgm:chPref val="0"/>
        </dgm:presLayoutVars>
      </dgm:prSet>
      <dgm:spPr/>
    </dgm:pt>
    <dgm:pt modelId="{A44B3F8A-3663-4EE8-A5DE-E61DAD8D82E8}" type="pres">
      <dgm:prSet presAssocID="{2E54B34C-6919-4E7B-863E-8834903ED47B}" presName="sibTrans" presStyleCnt="0"/>
      <dgm:spPr/>
    </dgm:pt>
    <dgm:pt modelId="{A564E2DB-6856-4AFD-8949-2B75D6B5F80D}" type="pres">
      <dgm:prSet presAssocID="{34DF586C-34E6-4509-9382-84AA044D92D6}" presName="compNode" presStyleCnt="0"/>
      <dgm:spPr/>
    </dgm:pt>
    <dgm:pt modelId="{7510711A-4BF5-4254-AEC8-5D0C5F831305}" type="pres">
      <dgm:prSet presAssocID="{34DF586C-34E6-4509-9382-84AA044D92D6}" presName="bgRect" presStyleLbl="bgShp" presStyleIdx="3" presStyleCnt="5"/>
      <dgm:spPr/>
    </dgm:pt>
    <dgm:pt modelId="{DD368ADB-A96E-430E-B2F0-F56D36E75B69}" type="pres">
      <dgm:prSet presAssocID="{34DF586C-34E6-4509-9382-84AA044D92D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28F991F-7AC3-439B-AE19-AA4A4684CAAC}" type="pres">
      <dgm:prSet presAssocID="{34DF586C-34E6-4509-9382-84AA044D92D6}" presName="spaceRect" presStyleCnt="0"/>
      <dgm:spPr/>
    </dgm:pt>
    <dgm:pt modelId="{1CB6A673-DEDC-4D48-BBE7-819D45C6336A}" type="pres">
      <dgm:prSet presAssocID="{34DF586C-34E6-4509-9382-84AA044D92D6}" presName="parTx" presStyleLbl="revTx" presStyleIdx="3" presStyleCnt="5">
        <dgm:presLayoutVars>
          <dgm:chMax val="0"/>
          <dgm:chPref val="0"/>
        </dgm:presLayoutVars>
      </dgm:prSet>
      <dgm:spPr/>
    </dgm:pt>
    <dgm:pt modelId="{366A300B-7863-4440-A67A-342F956BD2A9}" type="pres">
      <dgm:prSet presAssocID="{DBAF3530-5C9C-46F5-827B-DE705CD2D92F}" presName="sibTrans" presStyleCnt="0"/>
      <dgm:spPr/>
    </dgm:pt>
    <dgm:pt modelId="{46CB6228-A577-417E-9ADF-372FC63C0526}" type="pres">
      <dgm:prSet presAssocID="{5C94066B-F720-491F-A6C2-98CC40CEFDC2}" presName="compNode" presStyleCnt="0"/>
      <dgm:spPr/>
    </dgm:pt>
    <dgm:pt modelId="{B5D064F6-5A77-42E5-B872-CABDB3F38690}" type="pres">
      <dgm:prSet presAssocID="{5C94066B-F720-491F-A6C2-98CC40CEFDC2}" presName="bgRect" presStyleLbl="bgShp" presStyleIdx="4" presStyleCnt="5"/>
      <dgm:spPr/>
    </dgm:pt>
    <dgm:pt modelId="{0D89B749-4199-4354-831B-C899FEC58A17}" type="pres">
      <dgm:prSet presAssocID="{5C94066B-F720-491F-A6C2-98CC40CEFDC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8F68100-BFA4-412F-9E02-089686165430}" type="pres">
      <dgm:prSet presAssocID="{5C94066B-F720-491F-A6C2-98CC40CEFDC2}" presName="spaceRect" presStyleCnt="0"/>
      <dgm:spPr/>
    </dgm:pt>
    <dgm:pt modelId="{910D35E3-6BF2-490E-A6D2-DC91FC7AC75C}" type="pres">
      <dgm:prSet presAssocID="{5C94066B-F720-491F-A6C2-98CC40CEFDC2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C7483C0B-D722-47E6-B755-E14F5D3FCC8E}" type="presOf" srcId="{532B8C74-D931-41C9-A54A-6420043FEA82}" destId="{4F6082E7-9781-49C6-9273-655E61EE872D}" srcOrd="0" destOrd="0" presId="urn:microsoft.com/office/officeart/2018/2/layout/IconVerticalSolidList"/>
    <dgm:cxn modelId="{8E958745-F909-4E11-A82E-9CFD7C599565}" type="presOf" srcId="{3909ED0F-944C-4C88-B24C-FABD65353220}" destId="{005108C4-AE1D-44D2-8905-72F5E7A92570}" srcOrd="0" destOrd="0" presId="urn:microsoft.com/office/officeart/2018/2/layout/IconVerticalSolidList"/>
    <dgm:cxn modelId="{A54E0B49-A933-497B-9C7F-5E37B323C651}" type="presOf" srcId="{45B2654E-4988-4B58-A782-A295CBC5311A}" destId="{681E68DC-243E-421E-95C9-24E8EE19EF9C}" srcOrd="0" destOrd="0" presId="urn:microsoft.com/office/officeart/2018/2/layout/IconVerticalSolidList"/>
    <dgm:cxn modelId="{2DD9204D-B460-44BF-BC20-68185CF67AF4}" srcId="{3909ED0F-944C-4C88-B24C-FABD65353220}" destId="{B98992CE-4E8C-4952-8026-5A045531B1E6}" srcOrd="0" destOrd="0" parTransId="{9ABEC598-2AB3-4C50-A673-1B5298ADD80C}" sibTransId="{68685F5F-187C-40F3-8914-B3CD1ABB2EF4}"/>
    <dgm:cxn modelId="{03C193A0-6160-4E7D-9AE8-CE6C3D0AE3EC}" srcId="{3909ED0F-944C-4C88-B24C-FABD65353220}" destId="{532B8C74-D931-41C9-A54A-6420043FEA82}" srcOrd="1" destOrd="0" parTransId="{CBD5E348-6491-4CAD-9B1F-378C88F2C835}" sibTransId="{B93592E6-487A-43B8-99B5-92BFB7E300D8}"/>
    <dgm:cxn modelId="{830382C1-56B5-47EF-9E5B-69A4A81B9585}" srcId="{3909ED0F-944C-4C88-B24C-FABD65353220}" destId="{5C94066B-F720-491F-A6C2-98CC40CEFDC2}" srcOrd="4" destOrd="0" parTransId="{EA49F74F-EA9F-4997-A731-1441A809585F}" sibTransId="{FAFC0925-24D4-4216-A3FA-707F1C7AAA3C}"/>
    <dgm:cxn modelId="{05CC2DC2-8FA1-48B6-924C-6C83219C65FC}" type="presOf" srcId="{34DF586C-34E6-4509-9382-84AA044D92D6}" destId="{1CB6A673-DEDC-4D48-BBE7-819D45C6336A}" srcOrd="0" destOrd="0" presId="urn:microsoft.com/office/officeart/2018/2/layout/IconVerticalSolidList"/>
    <dgm:cxn modelId="{EE785DC3-D89B-4588-BB74-BF79EDBFCE32}" srcId="{3909ED0F-944C-4C88-B24C-FABD65353220}" destId="{34DF586C-34E6-4509-9382-84AA044D92D6}" srcOrd="3" destOrd="0" parTransId="{F824A1F4-E7D1-41E2-AECD-770E534A5291}" sibTransId="{DBAF3530-5C9C-46F5-827B-DE705CD2D92F}"/>
    <dgm:cxn modelId="{8B896CC4-C23F-434C-B23B-D4D938B831B5}" type="presOf" srcId="{5C94066B-F720-491F-A6C2-98CC40CEFDC2}" destId="{910D35E3-6BF2-490E-A6D2-DC91FC7AC75C}" srcOrd="0" destOrd="0" presId="urn:microsoft.com/office/officeart/2018/2/layout/IconVerticalSolidList"/>
    <dgm:cxn modelId="{63E4EFF3-724B-4DFA-99C8-6BCC22AFD2D1}" srcId="{3909ED0F-944C-4C88-B24C-FABD65353220}" destId="{45B2654E-4988-4B58-A782-A295CBC5311A}" srcOrd="2" destOrd="0" parTransId="{CACD1719-FCE7-4420-A6E7-473BF540C5C5}" sibTransId="{2E54B34C-6919-4E7B-863E-8834903ED47B}"/>
    <dgm:cxn modelId="{0276FDF4-4798-4A9E-9684-F813AE67F76F}" type="presOf" srcId="{B98992CE-4E8C-4952-8026-5A045531B1E6}" destId="{EFBED2A0-87C0-4F1C-A98D-1E7D1187A391}" srcOrd="0" destOrd="0" presId="urn:microsoft.com/office/officeart/2018/2/layout/IconVerticalSolidList"/>
    <dgm:cxn modelId="{8EAD759A-772A-487E-9387-DA14F050010A}" type="presParOf" srcId="{005108C4-AE1D-44D2-8905-72F5E7A92570}" destId="{B1568991-FFAB-4870-8BB2-0EFF5237DEAB}" srcOrd="0" destOrd="0" presId="urn:microsoft.com/office/officeart/2018/2/layout/IconVerticalSolidList"/>
    <dgm:cxn modelId="{1FD477EC-AC9B-490F-971A-226233F43DB0}" type="presParOf" srcId="{B1568991-FFAB-4870-8BB2-0EFF5237DEAB}" destId="{18171237-3675-459A-99E7-0644226984D8}" srcOrd="0" destOrd="0" presId="urn:microsoft.com/office/officeart/2018/2/layout/IconVerticalSolidList"/>
    <dgm:cxn modelId="{7A161D84-D6B0-432A-8538-954ABFD551CB}" type="presParOf" srcId="{B1568991-FFAB-4870-8BB2-0EFF5237DEAB}" destId="{F2B2109E-569F-46B0-8101-10F8B693268D}" srcOrd="1" destOrd="0" presId="urn:microsoft.com/office/officeart/2018/2/layout/IconVerticalSolidList"/>
    <dgm:cxn modelId="{D49D9BC5-B891-40A3-9B31-9E612A335064}" type="presParOf" srcId="{B1568991-FFAB-4870-8BB2-0EFF5237DEAB}" destId="{DD537435-B4CC-4014-81D4-DB48A80C04D9}" srcOrd="2" destOrd="0" presId="urn:microsoft.com/office/officeart/2018/2/layout/IconVerticalSolidList"/>
    <dgm:cxn modelId="{C2F0845F-22D3-4590-A3C3-3178A1AE4946}" type="presParOf" srcId="{B1568991-FFAB-4870-8BB2-0EFF5237DEAB}" destId="{EFBED2A0-87C0-4F1C-A98D-1E7D1187A391}" srcOrd="3" destOrd="0" presId="urn:microsoft.com/office/officeart/2018/2/layout/IconVerticalSolidList"/>
    <dgm:cxn modelId="{D34700D2-9F8B-421F-BB7C-B8FAB6BE6993}" type="presParOf" srcId="{005108C4-AE1D-44D2-8905-72F5E7A92570}" destId="{67F0EDEB-5D59-4FF1-915B-471F13361E76}" srcOrd="1" destOrd="0" presId="urn:microsoft.com/office/officeart/2018/2/layout/IconVerticalSolidList"/>
    <dgm:cxn modelId="{41D0E3E5-7F67-48D2-9A1D-AADF3AB5B598}" type="presParOf" srcId="{005108C4-AE1D-44D2-8905-72F5E7A92570}" destId="{8F26F840-146B-4045-9B2C-D312167E787E}" srcOrd="2" destOrd="0" presId="urn:microsoft.com/office/officeart/2018/2/layout/IconVerticalSolidList"/>
    <dgm:cxn modelId="{EAC76696-EA30-4348-9EF1-84C119FBE535}" type="presParOf" srcId="{8F26F840-146B-4045-9B2C-D312167E787E}" destId="{953DBB19-E16F-4F23-9F6C-753B0E4028C7}" srcOrd="0" destOrd="0" presId="urn:microsoft.com/office/officeart/2018/2/layout/IconVerticalSolidList"/>
    <dgm:cxn modelId="{5A9D2F50-77F0-4CD4-BF26-7035827BBE8F}" type="presParOf" srcId="{8F26F840-146B-4045-9B2C-D312167E787E}" destId="{9E6B5886-072B-4A32-9BA2-9B1DDC5F2FD3}" srcOrd="1" destOrd="0" presId="urn:microsoft.com/office/officeart/2018/2/layout/IconVerticalSolidList"/>
    <dgm:cxn modelId="{69F077F2-ABCD-4387-96C0-556A9589DEED}" type="presParOf" srcId="{8F26F840-146B-4045-9B2C-D312167E787E}" destId="{5461C410-5133-45EE-B1CC-52CC1C84CF2A}" srcOrd="2" destOrd="0" presId="urn:microsoft.com/office/officeart/2018/2/layout/IconVerticalSolidList"/>
    <dgm:cxn modelId="{DF7C27D7-8FF9-4EFA-9D44-D36843770E2E}" type="presParOf" srcId="{8F26F840-146B-4045-9B2C-D312167E787E}" destId="{4F6082E7-9781-49C6-9273-655E61EE872D}" srcOrd="3" destOrd="0" presId="urn:microsoft.com/office/officeart/2018/2/layout/IconVerticalSolidList"/>
    <dgm:cxn modelId="{3CE1F9EA-F3AE-455B-99AC-D62E189845F0}" type="presParOf" srcId="{005108C4-AE1D-44D2-8905-72F5E7A92570}" destId="{871F1256-2981-42F3-A74B-DDD303197FFC}" srcOrd="3" destOrd="0" presId="urn:microsoft.com/office/officeart/2018/2/layout/IconVerticalSolidList"/>
    <dgm:cxn modelId="{09A94C38-F825-4CB7-8A10-B91111570699}" type="presParOf" srcId="{005108C4-AE1D-44D2-8905-72F5E7A92570}" destId="{3C39ECF4-0A54-4861-BDAA-A44A79EB15D1}" srcOrd="4" destOrd="0" presId="urn:microsoft.com/office/officeart/2018/2/layout/IconVerticalSolidList"/>
    <dgm:cxn modelId="{25BBB7EC-20B2-43BA-A8AE-06257376C532}" type="presParOf" srcId="{3C39ECF4-0A54-4861-BDAA-A44A79EB15D1}" destId="{C4C5BA21-3EE3-463A-9F17-95BF20ECE82D}" srcOrd="0" destOrd="0" presId="urn:microsoft.com/office/officeart/2018/2/layout/IconVerticalSolidList"/>
    <dgm:cxn modelId="{146BD8C4-3C38-45B2-A2CF-2F9F54BD840D}" type="presParOf" srcId="{3C39ECF4-0A54-4861-BDAA-A44A79EB15D1}" destId="{A8E1245B-7D61-4E82-8870-4B113B72B28C}" srcOrd="1" destOrd="0" presId="urn:microsoft.com/office/officeart/2018/2/layout/IconVerticalSolidList"/>
    <dgm:cxn modelId="{2A3CEC39-2FB0-43C9-B504-4BC884F7E9DE}" type="presParOf" srcId="{3C39ECF4-0A54-4861-BDAA-A44A79EB15D1}" destId="{69ACB259-1BEB-4BD6-B7F8-9323E9B3C5A7}" srcOrd="2" destOrd="0" presId="urn:microsoft.com/office/officeart/2018/2/layout/IconVerticalSolidList"/>
    <dgm:cxn modelId="{1FE8910A-FA78-470C-88E1-29DB35C625C6}" type="presParOf" srcId="{3C39ECF4-0A54-4861-BDAA-A44A79EB15D1}" destId="{681E68DC-243E-421E-95C9-24E8EE19EF9C}" srcOrd="3" destOrd="0" presId="urn:microsoft.com/office/officeart/2018/2/layout/IconVerticalSolidList"/>
    <dgm:cxn modelId="{652F2072-F27A-4D6A-8EDF-67D6AB5795F3}" type="presParOf" srcId="{005108C4-AE1D-44D2-8905-72F5E7A92570}" destId="{A44B3F8A-3663-4EE8-A5DE-E61DAD8D82E8}" srcOrd="5" destOrd="0" presId="urn:microsoft.com/office/officeart/2018/2/layout/IconVerticalSolidList"/>
    <dgm:cxn modelId="{668CBE1F-FB17-42B0-9319-62871056AC22}" type="presParOf" srcId="{005108C4-AE1D-44D2-8905-72F5E7A92570}" destId="{A564E2DB-6856-4AFD-8949-2B75D6B5F80D}" srcOrd="6" destOrd="0" presId="urn:microsoft.com/office/officeart/2018/2/layout/IconVerticalSolidList"/>
    <dgm:cxn modelId="{1694700D-8CA9-471E-8B93-0C8257F50E6C}" type="presParOf" srcId="{A564E2DB-6856-4AFD-8949-2B75D6B5F80D}" destId="{7510711A-4BF5-4254-AEC8-5D0C5F831305}" srcOrd="0" destOrd="0" presId="urn:microsoft.com/office/officeart/2018/2/layout/IconVerticalSolidList"/>
    <dgm:cxn modelId="{18F2FE73-E154-4ACD-AA89-0DFD5AF38D7D}" type="presParOf" srcId="{A564E2DB-6856-4AFD-8949-2B75D6B5F80D}" destId="{DD368ADB-A96E-430E-B2F0-F56D36E75B69}" srcOrd="1" destOrd="0" presId="urn:microsoft.com/office/officeart/2018/2/layout/IconVerticalSolidList"/>
    <dgm:cxn modelId="{2EEAE13F-6C74-4738-BF51-B8266208E7D1}" type="presParOf" srcId="{A564E2DB-6856-4AFD-8949-2B75D6B5F80D}" destId="{328F991F-7AC3-439B-AE19-AA4A4684CAAC}" srcOrd="2" destOrd="0" presId="urn:microsoft.com/office/officeart/2018/2/layout/IconVerticalSolidList"/>
    <dgm:cxn modelId="{B17E36FE-BBE4-4700-A759-1DED7AED40C0}" type="presParOf" srcId="{A564E2DB-6856-4AFD-8949-2B75D6B5F80D}" destId="{1CB6A673-DEDC-4D48-BBE7-819D45C6336A}" srcOrd="3" destOrd="0" presId="urn:microsoft.com/office/officeart/2018/2/layout/IconVerticalSolidList"/>
    <dgm:cxn modelId="{5C56141E-0FDF-4C0E-A17E-3F23957B6DD9}" type="presParOf" srcId="{005108C4-AE1D-44D2-8905-72F5E7A92570}" destId="{366A300B-7863-4440-A67A-342F956BD2A9}" srcOrd="7" destOrd="0" presId="urn:microsoft.com/office/officeart/2018/2/layout/IconVerticalSolidList"/>
    <dgm:cxn modelId="{62FA34F9-11B0-4B81-8CEF-916E2CCA3E24}" type="presParOf" srcId="{005108C4-AE1D-44D2-8905-72F5E7A92570}" destId="{46CB6228-A577-417E-9ADF-372FC63C0526}" srcOrd="8" destOrd="0" presId="urn:microsoft.com/office/officeart/2018/2/layout/IconVerticalSolidList"/>
    <dgm:cxn modelId="{610CEE9F-527A-4375-BE45-3E82E7B61608}" type="presParOf" srcId="{46CB6228-A577-417E-9ADF-372FC63C0526}" destId="{B5D064F6-5A77-42E5-B872-CABDB3F38690}" srcOrd="0" destOrd="0" presId="urn:microsoft.com/office/officeart/2018/2/layout/IconVerticalSolidList"/>
    <dgm:cxn modelId="{396004EB-43C8-4D25-9C53-6E9607547024}" type="presParOf" srcId="{46CB6228-A577-417E-9ADF-372FC63C0526}" destId="{0D89B749-4199-4354-831B-C899FEC58A17}" srcOrd="1" destOrd="0" presId="urn:microsoft.com/office/officeart/2018/2/layout/IconVerticalSolidList"/>
    <dgm:cxn modelId="{C26535C4-FBBC-4E03-AAF1-DE0948B1AC9C}" type="presParOf" srcId="{46CB6228-A577-417E-9ADF-372FC63C0526}" destId="{88F68100-BFA4-412F-9E02-089686165430}" srcOrd="2" destOrd="0" presId="urn:microsoft.com/office/officeart/2018/2/layout/IconVerticalSolidList"/>
    <dgm:cxn modelId="{BE2A2FEE-950D-45F8-BBC4-C9C0B99D0BD8}" type="presParOf" srcId="{46CB6228-A577-417E-9ADF-372FC63C0526}" destId="{910D35E3-6BF2-490E-A6D2-DC91FC7AC7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C30F1-66A1-4637-BB52-52CCEB6E9224}">
      <dsp:nvSpPr>
        <dsp:cNvPr id="0" name=""/>
        <dsp:cNvSpPr/>
      </dsp:nvSpPr>
      <dsp:spPr>
        <a:xfrm>
          <a:off x="0" y="4291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0085BF-BD87-4C8B-9F2F-7DF7995AC0FC}">
      <dsp:nvSpPr>
        <dsp:cNvPr id="0" name=""/>
        <dsp:cNvSpPr/>
      </dsp:nvSpPr>
      <dsp:spPr>
        <a:xfrm>
          <a:off x="276493" y="209947"/>
          <a:ext cx="502715" cy="5027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48313-BDDE-4726-863A-4C4E78079B80}">
      <dsp:nvSpPr>
        <dsp:cNvPr id="0" name=""/>
        <dsp:cNvSpPr/>
      </dsp:nvSpPr>
      <dsp:spPr>
        <a:xfrm>
          <a:off x="1055702" y="4291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Bits, numbers, ASCII</a:t>
          </a:r>
        </a:p>
      </dsp:txBody>
      <dsp:txXfrm>
        <a:off x="1055702" y="4291"/>
        <a:ext cx="3635340" cy="914027"/>
      </dsp:txXfrm>
    </dsp:sp>
    <dsp:sp modelId="{4A134B3D-46E8-406C-AFC0-94A39E160E20}">
      <dsp:nvSpPr>
        <dsp:cNvPr id="0" name=""/>
        <dsp:cNvSpPr/>
      </dsp:nvSpPr>
      <dsp:spPr>
        <a:xfrm>
          <a:off x="0" y="1146826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5D04D4-1E71-4E23-9B3D-E348D730D271}">
      <dsp:nvSpPr>
        <dsp:cNvPr id="0" name=""/>
        <dsp:cNvSpPr/>
      </dsp:nvSpPr>
      <dsp:spPr>
        <a:xfrm>
          <a:off x="276493" y="1352482"/>
          <a:ext cx="502715" cy="5027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133FF-319C-4A25-B245-A144F52FDB8D}">
      <dsp:nvSpPr>
        <dsp:cNvPr id="0" name=""/>
        <dsp:cNvSpPr/>
      </dsp:nvSpPr>
      <dsp:spPr>
        <a:xfrm>
          <a:off x="1055702" y="1146826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Communication mediums</a:t>
          </a:r>
        </a:p>
      </dsp:txBody>
      <dsp:txXfrm>
        <a:off x="1055702" y="1146826"/>
        <a:ext cx="3635340" cy="914027"/>
      </dsp:txXfrm>
    </dsp:sp>
    <dsp:sp modelId="{E9E70D25-639F-48FB-BB50-F10FBD25E814}">
      <dsp:nvSpPr>
        <dsp:cNvPr id="0" name=""/>
        <dsp:cNvSpPr/>
      </dsp:nvSpPr>
      <dsp:spPr>
        <a:xfrm>
          <a:off x="0" y="2289361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76284-DD5F-4886-810D-CECFE58B1C30}">
      <dsp:nvSpPr>
        <dsp:cNvPr id="0" name=""/>
        <dsp:cNvSpPr/>
      </dsp:nvSpPr>
      <dsp:spPr>
        <a:xfrm>
          <a:off x="276493" y="2495017"/>
          <a:ext cx="502715" cy="5027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4E849-F390-4216-BF35-DDDEBDAC975A}">
      <dsp:nvSpPr>
        <dsp:cNvPr id="0" name=""/>
        <dsp:cNvSpPr/>
      </dsp:nvSpPr>
      <dsp:spPr>
        <a:xfrm>
          <a:off x="1055702" y="2289361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Bitrate, delay, packet loss</a:t>
          </a:r>
        </a:p>
      </dsp:txBody>
      <dsp:txXfrm>
        <a:off x="1055702" y="2289361"/>
        <a:ext cx="3635340" cy="914027"/>
      </dsp:txXfrm>
    </dsp:sp>
    <dsp:sp modelId="{7C03CB1C-875E-4449-8C40-0CF906CFFEBF}">
      <dsp:nvSpPr>
        <dsp:cNvPr id="0" name=""/>
        <dsp:cNvSpPr/>
      </dsp:nvSpPr>
      <dsp:spPr>
        <a:xfrm>
          <a:off x="0" y="3431895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E4730-6A5B-48A9-A21C-580395049892}">
      <dsp:nvSpPr>
        <dsp:cNvPr id="0" name=""/>
        <dsp:cNvSpPr/>
      </dsp:nvSpPr>
      <dsp:spPr>
        <a:xfrm>
          <a:off x="276493" y="3637552"/>
          <a:ext cx="502715" cy="5027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DEAC19-1C41-4BA1-B80E-3D78879184BB}">
      <dsp:nvSpPr>
        <dsp:cNvPr id="0" name=""/>
        <dsp:cNvSpPr/>
      </dsp:nvSpPr>
      <dsp:spPr>
        <a:xfrm>
          <a:off x="1055702" y="3431895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Protocols, TCP/IP vs OSI</a:t>
          </a:r>
        </a:p>
      </dsp:txBody>
      <dsp:txXfrm>
        <a:off x="1055702" y="3431895"/>
        <a:ext cx="3635340" cy="914027"/>
      </dsp:txXfrm>
    </dsp:sp>
    <dsp:sp modelId="{29E2093C-3C4C-466F-A0B4-C04F96443CF4}">
      <dsp:nvSpPr>
        <dsp:cNvPr id="0" name=""/>
        <dsp:cNvSpPr/>
      </dsp:nvSpPr>
      <dsp:spPr>
        <a:xfrm>
          <a:off x="0" y="4574430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92F15-4924-4E8A-AF81-1E1F3F315DBC}">
      <dsp:nvSpPr>
        <dsp:cNvPr id="0" name=""/>
        <dsp:cNvSpPr/>
      </dsp:nvSpPr>
      <dsp:spPr>
        <a:xfrm>
          <a:off x="276493" y="4780087"/>
          <a:ext cx="502715" cy="5027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474706-99D5-4DBB-8730-367A02ABBE80}">
      <dsp:nvSpPr>
        <dsp:cNvPr id="0" name=""/>
        <dsp:cNvSpPr/>
      </dsp:nvSpPr>
      <dsp:spPr>
        <a:xfrm>
          <a:off x="1055702" y="4574430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Internet components &amp; topologies</a:t>
          </a:r>
        </a:p>
      </dsp:txBody>
      <dsp:txXfrm>
        <a:off x="1055702" y="4574430"/>
        <a:ext cx="3635340" cy="9140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720900-2056-4607-85DF-C3A814F5ED7F}">
      <dsp:nvSpPr>
        <dsp:cNvPr id="0" name=""/>
        <dsp:cNvSpPr/>
      </dsp:nvSpPr>
      <dsp:spPr>
        <a:xfrm>
          <a:off x="0" y="42862"/>
          <a:ext cx="806529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Client-server architecture</a:t>
          </a:r>
        </a:p>
      </dsp:txBody>
      <dsp:txXfrm>
        <a:off x="32784" y="75646"/>
        <a:ext cx="7999726" cy="606012"/>
      </dsp:txXfrm>
    </dsp:sp>
    <dsp:sp modelId="{74A03BD5-886F-4870-9757-E86C8BC9859C}">
      <dsp:nvSpPr>
        <dsp:cNvPr id="0" name=""/>
        <dsp:cNvSpPr/>
      </dsp:nvSpPr>
      <dsp:spPr>
        <a:xfrm>
          <a:off x="0" y="795082"/>
          <a:ext cx="806529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IP addresses &amp; ports</a:t>
          </a:r>
        </a:p>
      </dsp:txBody>
      <dsp:txXfrm>
        <a:off x="32784" y="827866"/>
        <a:ext cx="7999726" cy="606012"/>
      </dsp:txXfrm>
    </dsp:sp>
    <dsp:sp modelId="{D40F2FFC-DF8E-4AE4-832C-7F58D56D1E19}">
      <dsp:nvSpPr>
        <dsp:cNvPr id="0" name=""/>
        <dsp:cNvSpPr/>
      </dsp:nvSpPr>
      <dsp:spPr>
        <a:xfrm>
          <a:off x="0" y="1547302"/>
          <a:ext cx="806529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HTTP (persistent vs non-persistent)</a:t>
          </a:r>
        </a:p>
      </dsp:txBody>
      <dsp:txXfrm>
        <a:off x="32784" y="1580086"/>
        <a:ext cx="7999726" cy="606012"/>
      </dsp:txXfrm>
    </dsp:sp>
    <dsp:sp modelId="{AAB0A65F-FDB2-4083-A51C-A331CD6CCDD7}">
      <dsp:nvSpPr>
        <dsp:cNvPr id="0" name=""/>
        <dsp:cNvSpPr/>
      </dsp:nvSpPr>
      <dsp:spPr>
        <a:xfrm>
          <a:off x="0" y="2299522"/>
          <a:ext cx="806529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Cookies &amp; web caching</a:t>
          </a:r>
        </a:p>
      </dsp:txBody>
      <dsp:txXfrm>
        <a:off x="32784" y="2332306"/>
        <a:ext cx="7999726" cy="606012"/>
      </dsp:txXfrm>
    </dsp:sp>
    <dsp:sp modelId="{A1383166-99E1-493C-B48F-B87F4E301F1F}">
      <dsp:nvSpPr>
        <dsp:cNvPr id="0" name=""/>
        <dsp:cNvSpPr/>
      </dsp:nvSpPr>
      <dsp:spPr>
        <a:xfrm>
          <a:off x="0" y="3051742"/>
          <a:ext cx="8065294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DNS hierarchy &amp; caching</a:t>
          </a:r>
        </a:p>
      </dsp:txBody>
      <dsp:txXfrm>
        <a:off x="32784" y="3084526"/>
        <a:ext cx="7999726" cy="606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71237-3675-459A-99E7-0644226984D8}">
      <dsp:nvSpPr>
        <dsp:cNvPr id="0" name=""/>
        <dsp:cNvSpPr/>
      </dsp:nvSpPr>
      <dsp:spPr>
        <a:xfrm>
          <a:off x="0" y="4291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B2109E-569F-46B0-8101-10F8B693268D}">
      <dsp:nvSpPr>
        <dsp:cNvPr id="0" name=""/>
        <dsp:cNvSpPr/>
      </dsp:nvSpPr>
      <dsp:spPr>
        <a:xfrm>
          <a:off x="276493" y="209947"/>
          <a:ext cx="502715" cy="5027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ED2A0-87C0-4F1C-A98D-1E7D1187A391}">
      <dsp:nvSpPr>
        <dsp:cNvPr id="0" name=""/>
        <dsp:cNvSpPr/>
      </dsp:nvSpPr>
      <dsp:spPr>
        <a:xfrm>
          <a:off x="1055702" y="4291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plane vs control plane</a:t>
          </a:r>
        </a:p>
      </dsp:txBody>
      <dsp:txXfrm>
        <a:off x="1055702" y="4291"/>
        <a:ext cx="3635340" cy="914027"/>
      </dsp:txXfrm>
    </dsp:sp>
    <dsp:sp modelId="{953DBB19-E16F-4F23-9F6C-753B0E4028C7}">
      <dsp:nvSpPr>
        <dsp:cNvPr id="0" name=""/>
        <dsp:cNvSpPr/>
      </dsp:nvSpPr>
      <dsp:spPr>
        <a:xfrm>
          <a:off x="0" y="1146826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6B5886-072B-4A32-9BA2-9B1DDC5F2FD3}">
      <dsp:nvSpPr>
        <dsp:cNvPr id="0" name=""/>
        <dsp:cNvSpPr/>
      </dsp:nvSpPr>
      <dsp:spPr>
        <a:xfrm>
          <a:off x="276493" y="1352482"/>
          <a:ext cx="502715" cy="5027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6082E7-9781-49C6-9273-655E61EE872D}">
      <dsp:nvSpPr>
        <dsp:cNvPr id="0" name=""/>
        <dsp:cNvSpPr/>
      </dsp:nvSpPr>
      <dsp:spPr>
        <a:xfrm>
          <a:off x="1055702" y="1146826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IP addressing, subnetting, CIDR</a:t>
          </a:r>
        </a:p>
      </dsp:txBody>
      <dsp:txXfrm>
        <a:off x="1055702" y="1146826"/>
        <a:ext cx="3635340" cy="914027"/>
      </dsp:txXfrm>
    </dsp:sp>
    <dsp:sp modelId="{C4C5BA21-3EE3-463A-9F17-95BF20ECE82D}">
      <dsp:nvSpPr>
        <dsp:cNvPr id="0" name=""/>
        <dsp:cNvSpPr/>
      </dsp:nvSpPr>
      <dsp:spPr>
        <a:xfrm>
          <a:off x="0" y="2289361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E1245B-7D61-4E82-8870-4B113B72B28C}">
      <dsp:nvSpPr>
        <dsp:cNvPr id="0" name=""/>
        <dsp:cNvSpPr/>
      </dsp:nvSpPr>
      <dsp:spPr>
        <a:xfrm>
          <a:off x="276493" y="2495017"/>
          <a:ext cx="502715" cy="5027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1E68DC-243E-421E-95C9-24E8EE19EF9C}">
      <dsp:nvSpPr>
        <dsp:cNvPr id="0" name=""/>
        <dsp:cNvSpPr/>
      </dsp:nvSpPr>
      <dsp:spPr>
        <a:xfrm>
          <a:off x="1055702" y="2289361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DHCP &amp; NAT</a:t>
          </a:r>
        </a:p>
      </dsp:txBody>
      <dsp:txXfrm>
        <a:off x="1055702" y="2289361"/>
        <a:ext cx="3635340" cy="914027"/>
      </dsp:txXfrm>
    </dsp:sp>
    <dsp:sp modelId="{7510711A-4BF5-4254-AEC8-5D0C5F831305}">
      <dsp:nvSpPr>
        <dsp:cNvPr id="0" name=""/>
        <dsp:cNvSpPr/>
      </dsp:nvSpPr>
      <dsp:spPr>
        <a:xfrm>
          <a:off x="0" y="3431895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68ADB-A96E-430E-B2F0-F56D36E75B69}">
      <dsp:nvSpPr>
        <dsp:cNvPr id="0" name=""/>
        <dsp:cNvSpPr/>
      </dsp:nvSpPr>
      <dsp:spPr>
        <a:xfrm>
          <a:off x="276493" y="3637552"/>
          <a:ext cx="502715" cy="5027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B6A673-DEDC-4D48-BBE7-819D45C6336A}">
      <dsp:nvSpPr>
        <dsp:cNvPr id="0" name=""/>
        <dsp:cNvSpPr/>
      </dsp:nvSpPr>
      <dsp:spPr>
        <a:xfrm>
          <a:off x="1055702" y="3431895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Routing algorithms</a:t>
          </a:r>
        </a:p>
      </dsp:txBody>
      <dsp:txXfrm>
        <a:off x="1055702" y="3431895"/>
        <a:ext cx="3635340" cy="914027"/>
      </dsp:txXfrm>
    </dsp:sp>
    <dsp:sp modelId="{B5D064F6-5A77-42E5-B872-CABDB3F38690}">
      <dsp:nvSpPr>
        <dsp:cNvPr id="0" name=""/>
        <dsp:cNvSpPr/>
      </dsp:nvSpPr>
      <dsp:spPr>
        <a:xfrm>
          <a:off x="0" y="4574430"/>
          <a:ext cx="4691043" cy="9140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89B749-4199-4354-831B-C899FEC58A17}">
      <dsp:nvSpPr>
        <dsp:cNvPr id="0" name=""/>
        <dsp:cNvSpPr/>
      </dsp:nvSpPr>
      <dsp:spPr>
        <a:xfrm>
          <a:off x="276493" y="4780087"/>
          <a:ext cx="502715" cy="5027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D35E3-6BF2-490E-A6D2-DC91FC7AC75C}">
      <dsp:nvSpPr>
        <dsp:cNvPr id="0" name=""/>
        <dsp:cNvSpPr/>
      </dsp:nvSpPr>
      <dsp:spPr>
        <a:xfrm>
          <a:off x="1055702" y="4574430"/>
          <a:ext cx="3635340" cy="914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735" tIns="96735" rIns="96735" bIns="9673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BGP &amp; Autonomous Systems</a:t>
          </a:r>
        </a:p>
      </dsp:txBody>
      <dsp:txXfrm>
        <a:off x="1055702" y="4574430"/>
        <a:ext cx="3635340" cy="914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BDCF5-DF0B-42C5-AD8F-A2BE1A82B5C2}" type="datetimeFigureOut">
              <a:rPr lang="en-DK" smtClean="0"/>
              <a:t>25/12/2025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03D72-6148-4F6F-8670-9D7FC849C77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625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data is represented, transmitted, and structured. Focus on why protocols and layering are essential for scalability and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how applications use the network. Emphasize HTTP behavior and DNS scalability problems and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Compare UDP and TCP. Be ready to explain TCP handshaking, ACKs, RTT, and congestion control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packets are routed across networks. Know differences between link-state and distance-vector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how nodes on the same link communicate. Explain ARP resolution and Ethernet multiple access evolution.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wireless challenges and security basics. Industrial networking emphasizes determinism and low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29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92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06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44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3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18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24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7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39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3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83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rPr dirty="0"/>
              <a:t>Computer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23" y="639763"/>
            <a:ext cx="2998270" cy="1281802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600" dirty="0">
                <a:solidFill>
                  <a:srgbClr val="FFFFFF"/>
                </a:solidFill>
              </a:rPr>
              <a:t>Data Communication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900366C-AA7C-C63A-0687-8AE45DA332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5940436"/>
              </p:ext>
            </p:extLst>
          </p:nvPr>
        </p:nvGraphicFramePr>
        <p:xfrm>
          <a:off x="3966260" y="639763"/>
          <a:ext cx="4691043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196CBE2-9CC1-D521-4A78-D82CFB8DF3A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7" y="1904480"/>
            <a:ext cx="3501859" cy="1595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827C6D-55C9-F711-7FEC-FBE3A1F7AA6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67" y="3520266"/>
            <a:ext cx="3501859" cy="259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lang="en-US" dirty="0"/>
              <a:t>Application Layer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AE2CC1F-8180-1EB2-CA5E-16343F1AC8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7206" y="1993393"/>
          <a:ext cx="8065294" cy="3766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936711"/>
            <a:ext cx="2241198" cy="4984578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800" dirty="0">
                <a:solidFill>
                  <a:srgbClr val="FFFFFF"/>
                </a:solidFill>
              </a:rPr>
              <a:t>Transport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91" y="936711"/>
            <a:ext cx="5111994" cy="4984578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 dirty="0"/>
              <a:t>UDP vs TCP</a:t>
            </a:r>
          </a:p>
          <a:p>
            <a:pPr>
              <a:defRPr sz="2000"/>
            </a:pPr>
            <a:r>
              <a:rPr lang="en-US" sz="2000" dirty="0"/>
              <a:t>Multiplexing/demultiplexing</a:t>
            </a:r>
          </a:p>
          <a:p>
            <a:pPr>
              <a:defRPr sz="2000"/>
            </a:pPr>
            <a:r>
              <a:rPr lang="en-US" sz="2000" dirty="0"/>
              <a:t>Reliable data transfer</a:t>
            </a:r>
          </a:p>
          <a:p>
            <a:pPr>
              <a:defRPr sz="2000"/>
            </a:pPr>
            <a:r>
              <a:rPr lang="en-US" sz="2000" dirty="0"/>
              <a:t>Flow vs congestion control</a:t>
            </a:r>
          </a:p>
          <a:p>
            <a:pPr>
              <a:defRPr sz="2000"/>
            </a:pPr>
            <a:r>
              <a:rPr lang="en-US" sz="2000" dirty="0"/>
              <a:t>TCP congestion phases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7CFAA6-1DBB-43B0-BD82-2FB83CF4E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9723" y="639763"/>
            <a:ext cx="2998270" cy="5492750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5200" dirty="0">
                <a:solidFill>
                  <a:srgbClr val="FFFFFF"/>
                </a:solidFill>
              </a:rPr>
              <a:t>Network Layer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37E9A29-E26F-0773-F6E5-1CC083779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2121142"/>
              </p:ext>
            </p:extLst>
          </p:nvPr>
        </p:nvGraphicFramePr>
        <p:xfrm>
          <a:off x="3966260" y="639763"/>
          <a:ext cx="4691043" cy="5492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D6F6937-3B5A-4391-9F37-58A571B36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8" y="936711"/>
            <a:ext cx="2241198" cy="4984578"/>
          </a:xfrm>
        </p:spPr>
        <p:txBody>
          <a:bodyPr>
            <a:normAutofit/>
          </a:bodyPr>
          <a:lstStyle/>
          <a:p>
            <a:pPr>
              <a:defRPr sz="3600" b="1"/>
            </a:pPr>
            <a:r>
              <a:rPr lang="en-US" sz="3800" dirty="0">
                <a:solidFill>
                  <a:srgbClr val="FFFFFF"/>
                </a:solidFill>
              </a:rPr>
              <a:t>Link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91" y="936711"/>
            <a:ext cx="5111994" cy="4984578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rPr lang="en-US" sz="2000" dirty="0"/>
              <a:t>Framing &amp; error detection</a:t>
            </a:r>
          </a:p>
          <a:p>
            <a:pPr>
              <a:defRPr sz="2000"/>
            </a:pPr>
            <a:r>
              <a:rPr lang="en-US" sz="2000" dirty="0"/>
              <a:t>MAC vs IP addresses</a:t>
            </a:r>
          </a:p>
          <a:p>
            <a:pPr>
              <a:defRPr sz="2000"/>
            </a:pPr>
            <a:r>
              <a:rPr lang="en-US" sz="2000" dirty="0"/>
              <a:t>Ethernet switching</a:t>
            </a:r>
          </a:p>
          <a:p>
            <a:pPr>
              <a:defRPr sz="2000"/>
            </a:pPr>
            <a:r>
              <a:rPr lang="en-US" sz="2000" dirty="0"/>
              <a:t>ARP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rPr lang="en-US" dirty="0"/>
              <a:t>Wireless, Security &amp; Industrial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Wi-Fi challenges &amp; hidden terminal</a:t>
            </a:r>
          </a:p>
          <a:p>
            <a:pPr>
              <a:defRPr sz="2000"/>
            </a:pPr>
            <a:r>
              <a:rPr lang="en-US" dirty="0"/>
              <a:t>Collision avoidance</a:t>
            </a:r>
          </a:p>
          <a:p>
            <a:pPr>
              <a:defRPr sz="2000"/>
            </a:pPr>
            <a:r>
              <a:rPr lang="en-US" dirty="0"/>
              <a:t>Cryptography &amp; key exchange</a:t>
            </a:r>
          </a:p>
          <a:p>
            <a:pPr>
              <a:defRPr sz="2000"/>
            </a:pPr>
            <a:r>
              <a:rPr lang="en-US" dirty="0"/>
              <a:t>Industrial networking &amp; real-time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153</TotalTime>
  <Words>235</Words>
  <Application>Microsoft Office PowerPoint</Application>
  <PresentationFormat>On-screen Show (4:3)</PresentationFormat>
  <Paragraphs>41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 Light</vt:lpstr>
      <vt:lpstr>Metropolitan</vt:lpstr>
      <vt:lpstr>Computer Networks</vt:lpstr>
      <vt:lpstr>Data Communication</vt:lpstr>
      <vt:lpstr>Application Layer</vt:lpstr>
      <vt:lpstr>Transport Layer</vt:lpstr>
      <vt:lpstr>Network Layer</vt:lpstr>
      <vt:lpstr>Link Layer</vt:lpstr>
      <vt:lpstr>Wireless, Security &amp; Industrial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Oleg Sechovcov</cp:lastModifiedBy>
  <cp:revision>3</cp:revision>
  <dcterms:created xsi:type="dcterms:W3CDTF">2013-01-27T09:14:16Z</dcterms:created>
  <dcterms:modified xsi:type="dcterms:W3CDTF">2025-12-25T13:25:36Z</dcterms:modified>
  <cp:category/>
</cp:coreProperties>
</file>