
<file path=[Content_Types].xml><?xml version="1.0" encoding="utf-8"?>
<Types xmlns="http://schemas.openxmlformats.org/package/2006/content-types">
  <Default Extension="bin" ContentType="image/x-emf"/>
  <Default Extension="emf" ContentType="image/x-emf"/>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6" r:id="rId1"/>
    <p:sldMasterId id="2147483683" r:id="rId2"/>
    <p:sldMasterId id="2147483700" r:id="rId3"/>
  </p:sldMasterIdLst>
  <p:sldIdLst>
    <p:sldId id="256" r:id="rId4"/>
    <p:sldId id="257" r:id="rId5"/>
    <p:sldId id="258" r:id="rId6"/>
    <p:sldId id="4536" r:id="rId7"/>
    <p:sldId id="259" r:id="rId8"/>
    <p:sldId id="260" r:id="rId9"/>
    <p:sldId id="261" r:id="rId10"/>
    <p:sldId id="262" r:id="rId11"/>
    <p:sldId id="263" r:id="rId12"/>
    <p:sldId id="264" r:id="rId13"/>
    <p:sldId id="265" r:id="rId14"/>
    <p:sldId id="266" r:id="rId15"/>
    <p:sldId id="267" r:id="rId16"/>
    <p:sldId id="268" r:id="rId17"/>
    <p:sldId id="269" r:id="rId18"/>
    <p:sldId id="4539" r:id="rId19"/>
    <p:sldId id="4545" r:id="rId20"/>
    <p:sldId id="270" r:id="rId21"/>
    <p:sldId id="271" r:id="rId22"/>
    <p:sldId id="272" r:id="rId23"/>
    <p:sldId id="4538" r:id="rId24"/>
    <p:sldId id="273" r:id="rId25"/>
    <p:sldId id="4505" r:id="rId26"/>
    <p:sldId id="4516" r:id="rId27"/>
    <p:sldId id="4540" r:id="rId28"/>
    <p:sldId id="4541" r:id="rId29"/>
    <p:sldId id="274" r:id="rId30"/>
    <p:sldId id="275" r:id="rId31"/>
    <p:sldId id="276" r:id="rId32"/>
    <p:sldId id="277" r:id="rId33"/>
    <p:sldId id="278" r:id="rId34"/>
    <p:sldId id="279" r:id="rId35"/>
    <p:sldId id="280" r:id="rId36"/>
    <p:sldId id="4537" r:id="rId37"/>
    <p:sldId id="281" r:id="rId38"/>
    <p:sldId id="282" r:id="rId39"/>
  </p:sldIdLst>
  <p:sldSz cx="12192000" cy="6858000"/>
  <p:notesSz cx="12192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784"/>
    <p:restoredTop sz="94694"/>
  </p:normalViewPr>
  <p:slideViewPr>
    <p:cSldViewPr>
      <p:cViewPr varScale="1">
        <p:scale>
          <a:sx n="121" d="100"/>
          <a:sy n="121" d="100"/>
        </p:scale>
        <p:origin x="1048" y="176"/>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theme" Target="theme/theme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presProps" Target="pres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tableStyles" Target="tableStyles.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bin"/><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bin"/><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bin"/><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bin"/><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bin"/><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bin"/><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bin"/><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bin"/><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bin"/><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bin"/><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bin"/><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bin"/><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bin"/><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bin"/><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bin"/><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Sort forside">
    <p:spTree>
      <p:nvGrpSpPr>
        <p:cNvPr id="1" name=""/>
        <p:cNvGrpSpPr/>
        <p:nvPr/>
      </p:nvGrpSpPr>
      <p:grpSpPr>
        <a:xfrm>
          <a:off x="0" y="0"/>
          <a:ext cx="0" cy="0"/>
          <a:chOff x="0" y="0"/>
          <a:chExt cx="0" cy="0"/>
        </a:xfrm>
      </p:grpSpPr>
      <p:sp>
        <p:nvSpPr>
          <p:cNvPr id="3" name="Background">
            <a:extLst>
              <a:ext uri="{FF2B5EF4-FFF2-40B4-BE49-F238E27FC236}">
                <a16:creationId xmlns:a16="http://schemas.microsoft.com/office/drawing/2014/main" id="{BBCAF46D-9983-4AEE-9B8A-24654CDEDDB0}"/>
              </a:ext>
            </a:extLst>
          </p:cNvPr>
          <p:cNvSpPr/>
          <p:nvPr/>
        </p:nvSpPr>
        <p:spPr>
          <a:xfrm>
            <a:off x="0" y="0"/>
            <a:ext cx="121896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600" dirty="0" err="1"/>
          </a:p>
        </p:txBody>
      </p:sp>
      <p:sp>
        <p:nvSpPr>
          <p:cNvPr id="2" name="Title 1"/>
          <p:cNvSpPr>
            <a:spLocks noGrp="1"/>
          </p:cNvSpPr>
          <p:nvPr>
            <p:ph type="ctrTitle" hasCustomPrompt="1"/>
          </p:nvPr>
        </p:nvSpPr>
        <p:spPr>
          <a:xfrm>
            <a:off x="349384" y="1760373"/>
            <a:ext cx="10069011" cy="4070408"/>
          </a:xfrm>
        </p:spPr>
        <p:txBody>
          <a:bodyPr anchor="t" anchorCtr="0"/>
          <a:lstStyle>
            <a:lvl1pPr algn="l">
              <a:lnSpc>
                <a:spcPct val="90000"/>
              </a:lnSpc>
              <a:defRPr sz="9400">
                <a:solidFill>
                  <a:schemeClr val="bg1"/>
                </a:solidFill>
              </a:defRPr>
            </a:lvl1pPr>
          </a:lstStyle>
          <a:p>
            <a:r>
              <a:rPr lang="en-GB" dirty="0"/>
              <a:t>Klik for at tilføje overskrift</a:t>
            </a:r>
            <a:endParaRPr lang="en-GB"/>
          </a:p>
        </p:txBody>
      </p:sp>
      <p:sp>
        <p:nvSpPr>
          <p:cNvPr id="19" name="text" descr="{&quot;templafy&quot;:{&quot;id&quot;:&quot;9e66ba45-e00c-4751-bf02-a4956d240516&quot;}}" title="UserProfile.Institut.InstituteDCU_{{DocumentLanguage}}">
            <a:extLst>
              <a:ext uri="{FF2B5EF4-FFF2-40B4-BE49-F238E27FC236}">
                <a16:creationId xmlns:a16="http://schemas.microsoft.com/office/drawing/2014/main" id="{610DD8E7-635C-4517-8E21-65C3CB025FFE}"/>
              </a:ext>
            </a:extLst>
          </p:cNvPr>
          <p:cNvSpPr txBox="1">
            <a:spLocks/>
          </p:cNvSpPr>
          <p:nvPr/>
        </p:nvSpPr>
        <p:spPr>
          <a:xfrm>
            <a:off x="411163" y="450893"/>
            <a:ext cx="5684837" cy="284778"/>
          </a:xfrm>
          <a:prstGeom prst="rect">
            <a:avLst/>
          </a:prstGeom>
          <a:noFill/>
        </p:spPr>
        <p:txBody>
          <a:bodyPr wrap="square" lIns="10800" tIns="0" rIns="0" bIns="90000" anchor="b" anchorCtr="0">
            <a:noAutofit/>
          </a:bodyPr>
          <a:lstStyle>
            <a:lvl1pPr marL="0" indent="0" algn="l" defTabSz="914400" rtl="0" eaLnBrk="1" latinLnBrk="0" hangingPunct="1">
              <a:lnSpc>
                <a:spcPct val="90000"/>
              </a:lnSpc>
              <a:spcBef>
                <a:spcPts val="0"/>
              </a:spcBef>
              <a:buFont typeface="Arial" panose="020B0604020202020204" pitchFamily="34" charset="0"/>
              <a:buNone/>
              <a:defRPr sz="1400" b="1"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GB" dirty="0">
                <a:solidFill>
                  <a:schemeClr val="bg1"/>
                </a:solidFill>
              </a:rPr>
              <a:t>The Maersk Mc-Kinney Moller Institute</a:t>
            </a:r>
          </a:p>
        </p:txBody>
      </p:sp>
      <p:pic>
        <p:nvPicPr>
          <p:cNvPr id="7" name="Logo black">
            <a:extLst>
              <a:ext uri="{FF2B5EF4-FFF2-40B4-BE49-F238E27FC236}">
                <a16:creationId xmlns:a16="http://schemas.microsoft.com/office/drawing/2014/main" id="{E6E48129-FB3C-4F39-A5A1-63313B41D3C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3200" y="6296400"/>
            <a:ext cx="786874" cy="212400"/>
          </a:xfrm>
          <a:prstGeom prst="rect">
            <a:avLst/>
          </a:prstGeom>
        </p:spPr>
      </p:pic>
      <p:sp>
        <p:nvSpPr>
          <p:cNvPr id="20" name="sdu.dk">
            <a:extLst>
              <a:ext uri="{FF2B5EF4-FFF2-40B4-BE49-F238E27FC236}">
                <a16:creationId xmlns:a16="http://schemas.microsoft.com/office/drawing/2014/main" id="{4B84D86E-3D20-4505-8DAD-8EB1F3E63B0A}"/>
              </a:ext>
            </a:extLst>
          </p:cNvPr>
          <p:cNvSpPr/>
          <p:nvPr/>
        </p:nvSpPr>
        <p:spPr>
          <a:xfrm rot="5400000">
            <a:off x="11480800" y="721379"/>
            <a:ext cx="914400" cy="3765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1100" b="1" noProof="1">
                <a:solidFill>
                  <a:schemeClr val="bg1"/>
                </a:solidFill>
              </a:rPr>
              <a:t>sdu.dk</a:t>
            </a:r>
            <a:endParaRPr lang="en-GB"/>
          </a:p>
        </p:txBody>
      </p:sp>
      <p:sp>
        <p:nvSpPr>
          <p:cNvPr id="21" name="#sdudk">
            <a:extLst>
              <a:ext uri="{FF2B5EF4-FFF2-40B4-BE49-F238E27FC236}">
                <a16:creationId xmlns:a16="http://schemas.microsoft.com/office/drawing/2014/main" id="{B58A6A9A-5E98-43AC-8CA5-F6C4B0573364}"/>
              </a:ext>
            </a:extLst>
          </p:cNvPr>
          <p:cNvSpPr/>
          <p:nvPr/>
        </p:nvSpPr>
        <p:spPr>
          <a:xfrm rot="5400000">
            <a:off x="11482792" y="2027544"/>
            <a:ext cx="914400" cy="3765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1100" b="1" noProof="1">
                <a:solidFill>
                  <a:schemeClr val="bg1"/>
                </a:solidFill>
              </a:rPr>
              <a:t>#sdudk</a:t>
            </a:r>
            <a:endParaRPr lang="en-GB"/>
          </a:p>
        </p:txBody>
      </p:sp>
      <p:cxnSp>
        <p:nvCxnSpPr>
          <p:cNvPr id="12" name="Straight Connector 11">
            <a:extLst>
              <a:ext uri="{FF2B5EF4-FFF2-40B4-BE49-F238E27FC236}">
                <a16:creationId xmlns:a16="http://schemas.microsoft.com/office/drawing/2014/main" id="{0C739632-1CD3-47C1-98D9-4B1B2253C7C9}"/>
              </a:ext>
            </a:extLst>
          </p:cNvPr>
          <p:cNvCxnSpPr>
            <a:cxnSpLocks/>
          </p:cNvCxnSpPr>
          <p:nvPr/>
        </p:nvCxnSpPr>
        <p:spPr>
          <a:xfrm>
            <a:off x="410400" y="715665"/>
            <a:ext cx="699211"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date" descr="{&quot;templafy&quot;:{&quot;id&quot;:&quot;e93eeae9-b581-4184-9cc7-9a0f9897d348&quot;}}" title="Form.Date">
            <a:extLst>
              <a:ext uri="{FF2B5EF4-FFF2-40B4-BE49-F238E27FC236}">
                <a16:creationId xmlns:a16="http://schemas.microsoft.com/office/drawing/2014/main" id="{10301B40-E355-4D99-B296-A15FB5BC3A4C}"/>
              </a:ext>
            </a:extLst>
          </p:cNvPr>
          <p:cNvSpPr/>
          <p:nvPr/>
        </p:nvSpPr>
        <p:spPr>
          <a:xfrm>
            <a:off x="9156032" y="6349384"/>
            <a:ext cx="2624806" cy="1800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r"/>
            <a:r>
              <a:rPr lang="en-GB" sz="1200" b="0" dirty="0">
                <a:solidFill>
                  <a:schemeClr val="bg1"/>
                </a:solidFill>
              </a:rPr>
              <a:t>September 2020</a:t>
            </a:r>
          </a:p>
        </p:txBody>
      </p:sp>
      <p:sp>
        <p:nvSpPr>
          <p:cNvPr id="11" name="Date Placeholder 14">
            <a:extLst>
              <a:ext uri="{FF2B5EF4-FFF2-40B4-BE49-F238E27FC236}">
                <a16:creationId xmlns:a16="http://schemas.microsoft.com/office/drawing/2014/main" id="{D4E1389B-CA3B-4709-956D-F396D960BBC8}"/>
              </a:ext>
            </a:extLst>
          </p:cNvPr>
          <p:cNvSpPr>
            <a:spLocks noGrp="1"/>
          </p:cNvSpPr>
          <p:nvPr>
            <p:ph type="dt" sz="half" idx="2"/>
          </p:nvPr>
        </p:nvSpPr>
        <p:spPr>
          <a:xfrm>
            <a:off x="0" y="6912000"/>
            <a:ext cx="0" cy="0"/>
          </a:xfrm>
          <a:prstGeom prst="rect">
            <a:avLst/>
          </a:prstGeom>
        </p:spPr>
        <p:txBody>
          <a:bodyPr vert="horz" lIns="91440" tIns="45720" rIns="91440" bIns="45720" rtlCol="0" anchor="ctr"/>
          <a:lstStyle>
            <a:lvl1pPr algn="l">
              <a:defRPr sz="100">
                <a:noFill/>
              </a:defRPr>
            </a:lvl1pPr>
          </a:lstStyle>
          <a:p>
            <a:fld id="{1D8BD707-D9CF-40AE-B4C6-C98DA3205C09}" type="datetimeFigureOut">
              <a:rPr lang="en-US" smtClean="0"/>
              <a:t>2/26/24</a:t>
            </a:fld>
            <a:endParaRPr lang="en-US"/>
          </a:p>
        </p:txBody>
      </p:sp>
      <p:sp>
        <p:nvSpPr>
          <p:cNvPr id="14" name="Date Placeholder 14">
            <a:extLst>
              <a:ext uri="{FF2B5EF4-FFF2-40B4-BE49-F238E27FC236}">
                <a16:creationId xmlns:a16="http://schemas.microsoft.com/office/drawing/2014/main" id="{8A94F1C1-AE36-4BBA-B958-8FC614A9472A}"/>
              </a:ext>
            </a:extLst>
          </p:cNvPr>
          <p:cNvSpPr txBox="1">
            <a:spLocks/>
          </p:cNvSpPr>
          <p:nvPr/>
        </p:nvSpPr>
        <p:spPr>
          <a:xfrm>
            <a:off x="0" y="6912000"/>
            <a:ext cx="0" cy="0"/>
          </a:xfrm>
          <a:prstGeom prst="rect">
            <a:avLst/>
          </a:prstGeom>
        </p:spPr>
        <p:txBody>
          <a:bodyPr vert="horz" lIns="91440" tIns="45720" rIns="91440" bIns="45720" rtlCol="0" anchor="ctr"/>
          <a:lstStyle>
            <a:defPPr>
              <a:defRPr lang="en-US"/>
            </a:defPPr>
            <a:lvl1pPr marL="0" algn="l" defTabSz="914400" rtl="0" eaLnBrk="1" latinLnBrk="0" hangingPunct="1">
              <a:defRPr sz="100"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1A13B18-F5ED-4611-8DBB-F05123AFBA22}" type="datetimeFigureOut">
              <a:rPr lang="en-GB" smtClean="0"/>
              <a:pPr/>
              <a:t>26/02/2024</a:t>
            </a:fld>
            <a:endParaRPr lang="en-GB" dirty="0"/>
          </a:p>
        </p:txBody>
      </p:sp>
    </p:spTree>
    <p:extLst>
      <p:ext uri="{BB962C8B-B14F-4D97-AF65-F5344CB8AC3E}">
        <p14:creationId xmlns:p14="http://schemas.microsoft.com/office/powerpoint/2010/main" val="21977139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Hvid fors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49384" y="1760373"/>
            <a:ext cx="10069011" cy="4070408"/>
          </a:xfrm>
        </p:spPr>
        <p:txBody>
          <a:bodyPr anchor="t" anchorCtr="0"/>
          <a:lstStyle>
            <a:lvl1pPr algn="l">
              <a:lnSpc>
                <a:spcPct val="90000"/>
              </a:lnSpc>
              <a:defRPr sz="9400">
                <a:solidFill>
                  <a:schemeClr val="tx1"/>
                </a:solidFill>
              </a:defRPr>
            </a:lvl1pPr>
          </a:lstStyle>
          <a:p>
            <a:r>
              <a:rPr lang="en-GB" dirty="0"/>
              <a:t>Klik for at tilføje overskrift</a:t>
            </a:r>
            <a:endParaRPr lang="en-GB"/>
          </a:p>
        </p:txBody>
      </p:sp>
      <p:sp>
        <p:nvSpPr>
          <p:cNvPr id="13" name="Date Placeholder 14">
            <a:extLst>
              <a:ext uri="{FF2B5EF4-FFF2-40B4-BE49-F238E27FC236}">
                <a16:creationId xmlns:a16="http://schemas.microsoft.com/office/drawing/2014/main" id="{5161ABAB-6DB4-433A-ACC8-A0EC0AACAD0C}"/>
              </a:ext>
            </a:extLst>
          </p:cNvPr>
          <p:cNvSpPr>
            <a:spLocks noGrp="1"/>
          </p:cNvSpPr>
          <p:nvPr>
            <p:ph type="dt" sz="half" idx="2"/>
          </p:nvPr>
        </p:nvSpPr>
        <p:spPr>
          <a:xfrm>
            <a:off x="0" y="6912000"/>
            <a:ext cx="0" cy="0"/>
          </a:xfrm>
          <a:prstGeom prst="rect">
            <a:avLst/>
          </a:prstGeom>
        </p:spPr>
        <p:txBody>
          <a:bodyPr vert="horz" lIns="91440" tIns="45720" rIns="91440" bIns="45720" rtlCol="0" anchor="ctr"/>
          <a:lstStyle>
            <a:lvl1pPr algn="l">
              <a:defRPr sz="100">
                <a:noFill/>
              </a:defRPr>
            </a:lvl1pPr>
          </a:lstStyle>
          <a:p>
            <a:fld id="{1D8BD707-D9CF-40AE-B4C6-C98DA3205C09}" type="datetimeFigureOut">
              <a:rPr lang="en-US" smtClean="0"/>
              <a:t>2/26/24</a:t>
            </a:fld>
            <a:endParaRPr lang="en-US"/>
          </a:p>
        </p:txBody>
      </p:sp>
      <p:sp>
        <p:nvSpPr>
          <p:cNvPr id="14" name="Date Placeholder 14">
            <a:extLst>
              <a:ext uri="{FF2B5EF4-FFF2-40B4-BE49-F238E27FC236}">
                <a16:creationId xmlns:a16="http://schemas.microsoft.com/office/drawing/2014/main" id="{BC3A8B03-9EA5-416E-BD54-B87E6C4A6781}"/>
              </a:ext>
            </a:extLst>
          </p:cNvPr>
          <p:cNvSpPr txBox="1">
            <a:spLocks/>
          </p:cNvSpPr>
          <p:nvPr/>
        </p:nvSpPr>
        <p:spPr>
          <a:xfrm>
            <a:off x="0" y="6912000"/>
            <a:ext cx="0" cy="0"/>
          </a:xfrm>
          <a:prstGeom prst="rect">
            <a:avLst/>
          </a:prstGeom>
        </p:spPr>
        <p:txBody>
          <a:bodyPr vert="horz" lIns="91440" tIns="45720" rIns="91440" bIns="45720" rtlCol="0" anchor="ctr"/>
          <a:lstStyle>
            <a:defPPr>
              <a:defRPr lang="en-US"/>
            </a:defPPr>
            <a:lvl1pPr marL="0" algn="l" defTabSz="914400" rtl="0" eaLnBrk="1" latinLnBrk="0" hangingPunct="1">
              <a:defRPr sz="100"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1A13B18-F5ED-4611-8DBB-F05123AFBA22}" type="datetimeFigureOut">
              <a:rPr lang="en-GB" smtClean="0"/>
              <a:pPr/>
              <a:t>26/02/2024</a:t>
            </a:fld>
            <a:endParaRPr lang="en-GB" dirty="0"/>
          </a:p>
        </p:txBody>
      </p:sp>
    </p:spTree>
    <p:extLst>
      <p:ext uri="{BB962C8B-B14F-4D97-AF65-F5344CB8AC3E}">
        <p14:creationId xmlns:p14="http://schemas.microsoft.com/office/powerpoint/2010/main" val="28848131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Breaker A">
    <p:bg>
      <p:bgPr>
        <a:solidFill>
          <a:schemeClr val="bg1"/>
        </a:solidFill>
        <a:effectLst/>
      </p:bgPr>
    </p:bg>
    <p:spTree>
      <p:nvGrpSpPr>
        <p:cNvPr id="1" name=""/>
        <p:cNvGrpSpPr/>
        <p:nvPr/>
      </p:nvGrpSpPr>
      <p:grpSpPr>
        <a:xfrm>
          <a:off x="0" y="0"/>
          <a:ext cx="0" cy="0"/>
          <a:chOff x="0" y="0"/>
          <a:chExt cx="0" cy="0"/>
        </a:xfrm>
      </p:grpSpPr>
      <p:sp>
        <p:nvSpPr>
          <p:cNvPr id="14" name="Picture Placeholder 3">
            <a:extLst>
              <a:ext uri="{FF2B5EF4-FFF2-40B4-BE49-F238E27FC236}">
                <a16:creationId xmlns:a16="http://schemas.microsoft.com/office/drawing/2014/main" id="{BAC5FF5C-5A1F-4EF8-85A8-E1370E4FA7C5}"/>
              </a:ext>
            </a:extLst>
          </p:cNvPr>
          <p:cNvSpPr>
            <a:spLocks noGrp="1"/>
          </p:cNvSpPr>
          <p:nvPr>
            <p:ph type="pic" sz="quarter" idx="14" hasCustomPrompt="1"/>
          </p:nvPr>
        </p:nvSpPr>
        <p:spPr>
          <a:xfrm>
            <a:off x="6415848" y="1000443"/>
            <a:ext cx="4951428" cy="4841557"/>
          </a:xfrm>
        </p:spPr>
        <p:txBody>
          <a:bodyPr/>
          <a:lstStyle>
            <a:lvl1pPr marL="0" indent="0" algn="ctr">
              <a:buNone/>
              <a:defRPr sz="1200"/>
            </a:lvl1pPr>
          </a:lstStyle>
          <a:p>
            <a:r>
              <a:rPr lang="en-GB" dirty="0"/>
              <a:t>Vælg pladsholderen og indsæt billede via Templafy/Skyfish eller ikon eller logo via Templafy/Billeder</a:t>
            </a:r>
            <a:endParaRPr lang="en-GB"/>
          </a:p>
        </p:txBody>
      </p:sp>
      <p:sp>
        <p:nvSpPr>
          <p:cNvPr id="2" name="Title 1"/>
          <p:cNvSpPr>
            <a:spLocks noGrp="1"/>
          </p:cNvSpPr>
          <p:nvPr>
            <p:ph type="ctrTitle" hasCustomPrompt="1"/>
          </p:nvPr>
        </p:nvSpPr>
        <p:spPr>
          <a:xfrm>
            <a:off x="414697" y="1700212"/>
            <a:ext cx="5367600" cy="4141787"/>
          </a:xfrm>
        </p:spPr>
        <p:txBody>
          <a:bodyPr anchor="t" anchorCtr="0"/>
          <a:lstStyle>
            <a:lvl1pPr algn="l">
              <a:lnSpc>
                <a:spcPct val="100000"/>
              </a:lnSpc>
              <a:defRPr sz="4400">
                <a:solidFill>
                  <a:schemeClr val="tx1"/>
                </a:solidFill>
              </a:defRPr>
            </a:lvl1pPr>
          </a:lstStyle>
          <a:p>
            <a:r>
              <a:rPr lang="en-GB" dirty="0"/>
              <a:t>Klik for at tilføje overskrift</a:t>
            </a:r>
            <a:endParaRPr lang="en-GB"/>
          </a:p>
        </p:txBody>
      </p:sp>
      <p:sp>
        <p:nvSpPr>
          <p:cNvPr id="19" name="text" descr="{&quot;templafy&quot;:{&quot;id&quot;:&quot;535c2e69-01e7-4dce-95a6-4de9d99d38ac&quot;}}" title="UserProfile.Institut.InstituteDCU_{{DocumentLanguage}}">
            <a:extLst>
              <a:ext uri="{FF2B5EF4-FFF2-40B4-BE49-F238E27FC236}">
                <a16:creationId xmlns:a16="http://schemas.microsoft.com/office/drawing/2014/main" id="{610DD8E7-635C-4517-8E21-65C3CB025FFE}"/>
              </a:ext>
            </a:extLst>
          </p:cNvPr>
          <p:cNvSpPr txBox="1">
            <a:spLocks/>
          </p:cNvSpPr>
          <p:nvPr/>
        </p:nvSpPr>
        <p:spPr>
          <a:xfrm>
            <a:off x="411163" y="450893"/>
            <a:ext cx="5684837" cy="284778"/>
          </a:xfrm>
          <a:prstGeom prst="rect">
            <a:avLst/>
          </a:prstGeom>
          <a:noFill/>
        </p:spPr>
        <p:txBody>
          <a:bodyPr wrap="square" lIns="10800" tIns="0" rIns="0" bIns="90000" anchor="b" anchorCtr="0">
            <a:spAutoFit/>
          </a:bodyPr>
          <a:lstStyle>
            <a:lvl1pPr marL="0" indent="0" algn="l" defTabSz="914400" rtl="0" eaLnBrk="1" latinLnBrk="0" hangingPunct="1">
              <a:lnSpc>
                <a:spcPct val="90000"/>
              </a:lnSpc>
              <a:spcBef>
                <a:spcPts val="0"/>
              </a:spcBef>
              <a:buFont typeface="Arial" panose="020B0604020202020204" pitchFamily="34" charset="0"/>
              <a:buNone/>
              <a:defRPr sz="1400" b="1"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GB" dirty="0"/>
              <a:t>The Maersk Mc-Kinney Moller Institute</a:t>
            </a:r>
          </a:p>
        </p:txBody>
      </p:sp>
      <p:sp>
        <p:nvSpPr>
          <p:cNvPr id="20" name="sdu.dk">
            <a:extLst>
              <a:ext uri="{FF2B5EF4-FFF2-40B4-BE49-F238E27FC236}">
                <a16:creationId xmlns:a16="http://schemas.microsoft.com/office/drawing/2014/main" id="{4B84D86E-3D20-4505-8DAD-8EB1F3E63B0A}"/>
              </a:ext>
            </a:extLst>
          </p:cNvPr>
          <p:cNvSpPr/>
          <p:nvPr/>
        </p:nvSpPr>
        <p:spPr>
          <a:xfrm rot="5400000">
            <a:off x="11480800" y="721379"/>
            <a:ext cx="914400" cy="3765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1100" b="1" noProof="1">
                <a:solidFill>
                  <a:schemeClr val="tx1"/>
                </a:solidFill>
              </a:rPr>
              <a:t>sdu.dk</a:t>
            </a:r>
            <a:endParaRPr lang="en-GB"/>
          </a:p>
        </p:txBody>
      </p:sp>
      <p:sp>
        <p:nvSpPr>
          <p:cNvPr id="21" name="#sdudk">
            <a:extLst>
              <a:ext uri="{FF2B5EF4-FFF2-40B4-BE49-F238E27FC236}">
                <a16:creationId xmlns:a16="http://schemas.microsoft.com/office/drawing/2014/main" id="{B58A6A9A-5E98-43AC-8CA5-F6C4B0573364}"/>
              </a:ext>
            </a:extLst>
          </p:cNvPr>
          <p:cNvSpPr/>
          <p:nvPr/>
        </p:nvSpPr>
        <p:spPr>
          <a:xfrm rot="5400000">
            <a:off x="11482792" y="2027544"/>
            <a:ext cx="914400" cy="3765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1100" b="1" noProof="1">
                <a:solidFill>
                  <a:schemeClr val="tx1"/>
                </a:solidFill>
              </a:rPr>
              <a:t>#sdudk</a:t>
            </a:r>
            <a:endParaRPr lang="en-GB"/>
          </a:p>
        </p:txBody>
      </p:sp>
      <p:cxnSp>
        <p:nvCxnSpPr>
          <p:cNvPr id="11" name="Straight Connector 10">
            <a:extLst>
              <a:ext uri="{FF2B5EF4-FFF2-40B4-BE49-F238E27FC236}">
                <a16:creationId xmlns:a16="http://schemas.microsoft.com/office/drawing/2014/main" id="{EEFBD90C-157B-45E5-8A90-9560C86CAB4C}"/>
              </a:ext>
            </a:extLst>
          </p:cNvPr>
          <p:cNvCxnSpPr>
            <a:cxnSpLocks/>
          </p:cNvCxnSpPr>
          <p:nvPr/>
        </p:nvCxnSpPr>
        <p:spPr>
          <a:xfrm>
            <a:off x="410400" y="715665"/>
            <a:ext cx="699211"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date" descr="{&quot;templafy&quot;:{&quot;id&quot;:&quot;4580039a-6a0b-47c3-8582-fb9e2e105f97&quot;}}" title="Form.Date">
            <a:extLst>
              <a:ext uri="{FF2B5EF4-FFF2-40B4-BE49-F238E27FC236}">
                <a16:creationId xmlns:a16="http://schemas.microsoft.com/office/drawing/2014/main" id="{508E925B-663E-4A1A-8916-BC4FCFEA746C}"/>
              </a:ext>
            </a:extLst>
          </p:cNvPr>
          <p:cNvSpPr/>
          <p:nvPr/>
        </p:nvSpPr>
        <p:spPr>
          <a:xfrm>
            <a:off x="9156032" y="6349384"/>
            <a:ext cx="2624806" cy="1800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r"/>
            <a:r>
              <a:rPr lang="en-GB" sz="1200" b="0" dirty="0">
                <a:solidFill>
                  <a:schemeClr val="tx1"/>
                </a:solidFill>
              </a:rPr>
              <a:t>September 2020</a:t>
            </a:r>
          </a:p>
        </p:txBody>
      </p:sp>
      <p:pic>
        <p:nvPicPr>
          <p:cNvPr id="13" name="Logo black">
            <a:extLst>
              <a:ext uri="{FF2B5EF4-FFF2-40B4-BE49-F238E27FC236}">
                <a16:creationId xmlns:a16="http://schemas.microsoft.com/office/drawing/2014/main" id="{8790A71A-B09B-4B5F-9D31-846A17201C9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3346" y="6294893"/>
            <a:ext cx="784800" cy="211840"/>
          </a:xfrm>
          <a:prstGeom prst="rect">
            <a:avLst/>
          </a:prstGeom>
        </p:spPr>
      </p:pic>
      <p:sp>
        <p:nvSpPr>
          <p:cNvPr id="17" name="Date Placeholder 14">
            <a:extLst>
              <a:ext uri="{FF2B5EF4-FFF2-40B4-BE49-F238E27FC236}">
                <a16:creationId xmlns:a16="http://schemas.microsoft.com/office/drawing/2014/main" id="{D63CFED0-47FC-4852-81C1-6B705FD6417D}"/>
              </a:ext>
            </a:extLst>
          </p:cNvPr>
          <p:cNvSpPr txBox="1">
            <a:spLocks/>
          </p:cNvSpPr>
          <p:nvPr/>
        </p:nvSpPr>
        <p:spPr>
          <a:xfrm>
            <a:off x="0" y="6912000"/>
            <a:ext cx="0" cy="0"/>
          </a:xfrm>
          <a:prstGeom prst="rect">
            <a:avLst/>
          </a:prstGeom>
        </p:spPr>
        <p:txBody>
          <a:bodyPr vert="horz" lIns="91440" tIns="45720" rIns="91440" bIns="45720" rtlCol="0" anchor="ctr"/>
          <a:lstStyle>
            <a:defPPr>
              <a:defRPr lang="en-US"/>
            </a:defPPr>
            <a:lvl1pPr marL="0" algn="l" defTabSz="914400" rtl="0" eaLnBrk="1" latinLnBrk="0" hangingPunct="1">
              <a:defRPr sz="100"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1A13B18-F5ED-4611-8DBB-F05123AFBA22}" type="datetimeFigureOut">
              <a:rPr lang="en-GB" smtClean="0"/>
              <a:pPr/>
              <a:t>26/02/2024</a:t>
            </a:fld>
            <a:endParaRPr lang="en-GB" dirty="0"/>
          </a:p>
        </p:txBody>
      </p:sp>
      <p:sp>
        <p:nvSpPr>
          <p:cNvPr id="3" name="TextBox 2">
            <a:extLst>
              <a:ext uri="{FF2B5EF4-FFF2-40B4-BE49-F238E27FC236}">
                <a16:creationId xmlns:a16="http://schemas.microsoft.com/office/drawing/2014/main" id="{2D2565F4-7FB3-4F2B-AED8-4859D42935AE}"/>
              </a:ext>
            </a:extLst>
          </p:cNvPr>
          <p:cNvSpPr txBox="1"/>
          <p:nvPr/>
        </p:nvSpPr>
        <p:spPr>
          <a:xfrm>
            <a:off x="0" y="-349741"/>
            <a:ext cx="11457183" cy="323165"/>
          </a:xfrm>
          <a:prstGeom prst="rect">
            <a:avLst/>
          </a:prstGeom>
          <a:noFill/>
        </p:spPr>
        <p:txBody>
          <a:bodyPr wrap="square" lIns="0" tIns="0" rIns="0" bIns="0" rtlCol="0">
            <a:spAutoFit/>
          </a:bodyPr>
          <a:lstStyle/>
          <a:p>
            <a:r>
              <a:rPr lang="en-GB" sz="1050" b="1" noProof="1"/>
              <a:t>Skift baggrundsfarve. </a:t>
            </a:r>
            <a:r>
              <a:rPr lang="en-GB" sz="1050" noProof="1"/>
              <a:t>Højreklik på slidet og vælg </a:t>
            </a:r>
            <a:r>
              <a:rPr lang="en-GB" sz="1050" b="1" noProof="1"/>
              <a:t>Formatér baggrund</a:t>
            </a:r>
            <a:r>
              <a:rPr lang="en-GB" sz="1050" noProof="1"/>
              <a:t>. Klik på </a:t>
            </a:r>
            <a:r>
              <a:rPr lang="en-GB" sz="1050" b="1" noProof="1"/>
              <a:t>Fyld farve </a:t>
            </a:r>
            <a:r>
              <a:rPr lang="en-GB" sz="1050" noProof="1"/>
              <a:t>i Formater baggrund vinduet og vælg farve fra øverste række i SDU’s farve palette eller fra den brugerdefinerede farvepalette</a:t>
            </a:r>
            <a:endParaRPr lang="en-GB"/>
          </a:p>
        </p:txBody>
      </p:sp>
    </p:spTree>
    <p:extLst>
      <p:ext uri="{BB962C8B-B14F-4D97-AF65-F5344CB8AC3E}">
        <p14:creationId xmlns:p14="http://schemas.microsoft.com/office/powerpoint/2010/main" val="39499496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reaker B">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14697" y="1700212"/>
            <a:ext cx="5367600" cy="4141787"/>
          </a:xfrm>
        </p:spPr>
        <p:txBody>
          <a:bodyPr anchor="b" anchorCtr="0"/>
          <a:lstStyle>
            <a:lvl1pPr algn="l">
              <a:lnSpc>
                <a:spcPct val="100000"/>
              </a:lnSpc>
              <a:defRPr sz="4400">
                <a:solidFill>
                  <a:schemeClr val="tx1"/>
                </a:solidFill>
              </a:defRPr>
            </a:lvl1pPr>
          </a:lstStyle>
          <a:p>
            <a:r>
              <a:rPr lang="en-GB" dirty="0"/>
              <a:t>Klik for at tilføje overskrift</a:t>
            </a:r>
            <a:endParaRPr lang="en-GB"/>
          </a:p>
        </p:txBody>
      </p:sp>
      <p:sp>
        <p:nvSpPr>
          <p:cNvPr id="14" name="Picture Placeholder 3">
            <a:extLst>
              <a:ext uri="{FF2B5EF4-FFF2-40B4-BE49-F238E27FC236}">
                <a16:creationId xmlns:a16="http://schemas.microsoft.com/office/drawing/2014/main" id="{A915360E-F247-49FB-821B-5399F1326472}"/>
              </a:ext>
            </a:extLst>
          </p:cNvPr>
          <p:cNvSpPr>
            <a:spLocks noGrp="1"/>
          </p:cNvSpPr>
          <p:nvPr>
            <p:ph type="pic" sz="quarter" idx="14" hasCustomPrompt="1"/>
          </p:nvPr>
        </p:nvSpPr>
        <p:spPr>
          <a:xfrm>
            <a:off x="6415848" y="1000443"/>
            <a:ext cx="4951428" cy="4841557"/>
          </a:xfrm>
        </p:spPr>
        <p:txBody>
          <a:bodyPr/>
          <a:lstStyle>
            <a:lvl1pPr marL="0" indent="0" algn="ctr">
              <a:buNone/>
              <a:defRPr sz="1200"/>
            </a:lvl1pPr>
          </a:lstStyle>
          <a:p>
            <a:r>
              <a:rPr lang="en-GB" dirty="0"/>
              <a:t>Vælg pladsholderen og indsæt billede via Templafy/Skyfish eller ikon eller logo via Templafy/Billeder</a:t>
            </a:r>
            <a:endParaRPr lang="en-GB"/>
          </a:p>
        </p:txBody>
      </p:sp>
      <p:sp>
        <p:nvSpPr>
          <p:cNvPr id="7" name="Date Placeholder 14">
            <a:extLst>
              <a:ext uri="{FF2B5EF4-FFF2-40B4-BE49-F238E27FC236}">
                <a16:creationId xmlns:a16="http://schemas.microsoft.com/office/drawing/2014/main" id="{FB068F22-0263-44BB-8333-C5643293F39A}"/>
              </a:ext>
            </a:extLst>
          </p:cNvPr>
          <p:cNvSpPr>
            <a:spLocks noGrp="1"/>
          </p:cNvSpPr>
          <p:nvPr>
            <p:ph type="dt" sz="half" idx="2"/>
          </p:nvPr>
        </p:nvSpPr>
        <p:spPr>
          <a:xfrm>
            <a:off x="0" y="6912000"/>
            <a:ext cx="0" cy="0"/>
          </a:xfrm>
          <a:prstGeom prst="rect">
            <a:avLst/>
          </a:prstGeom>
        </p:spPr>
        <p:txBody>
          <a:bodyPr vert="horz" lIns="91440" tIns="45720" rIns="91440" bIns="45720" rtlCol="0" anchor="ctr"/>
          <a:lstStyle>
            <a:lvl1pPr algn="l">
              <a:defRPr sz="100">
                <a:noFill/>
              </a:defRPr>
            </a:lvl1pPr>
          </a:lstStyle>
          <a:p>
            <a:fld id="{1D8BD707-D9CF-40AE-B4C6-C98DA3205C09}" type="datetimeFigureOut">
              <a:rPr lang="en-US" smtClean="0"/>
              <a:t>2/26/24</a:t>
            </a:fld>
            <a:endParaRPr lang="en-US"/>
          </a:p>
        </p:txBody>
      </p:sp>
      <p:sp>
        <p:nvSpPr>
          <p:cNvPr id="8" name="Date Placeholder 14">
            <a:extLst>
              <a:ext uri="{FF2B5EF4-FFF2-40B4-BE49-F238E27FC236}">
                <a16:creationId xmlns:a16="http://schemas.microsoft.com/office/drawing/2014/main" id="{2D08A2CA-4B19-4B39-B540-F97244C446A4}"/>
              </a:ext>
            </a:extLst>
          </p:cNvPr>
          <p:cNvSpPr txBox="1">
            <a:spLocks/>
          </p:cNvSpPr>
          <p:nvPr/>
        </p:nvSpPr>
        <p:spPr>
          <a:xfrm>
            <a:off x="0" y="6912000"/>
            <a:ext cx="0" cy="0"/>
          </a:xfrm>
          <a:prstGeom prst="rect">
            <a:avLst/>
          </a:prstGeom>
        </p:spPr>
        <p:txBody>
          <a:bodyPr vert="horz" lIns="91440" tIns="45720" rIns="91440" bIns="45720" rtlCol="0" anchor="ctr"/>
          <a:lstStyle>
            <a:defPPr>
              <a:defRPr lang="en-US"/>
            </a:defPPr>
            <a:lvl1pPr marL="0" algn="l" defTabSz="914400" rtl="0" eaLnBrk="1" latinLnBrk="0" hangingPunct="1">
              <a:defRPr sz="100"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1A13B18-F5ED-4611-8DBB-F05123AFBA22}" type="datetimeFigureOut">
              <a:rPr lang="en-GB" smtClean="0"/>
              <a:pPr/>
              <a:t>26/02/2024</a:t>
            </a:fld>
            <a:endParaRPr lang="en-GB" dirty="0"/>
          </a:p>
        </p:txBody>
      </p:sp>
      <p:sp>
        <p:nvSpPr>
          <p:cNvPr id="10" name="TextBox 9">
            <a:extLst>
              <a:ext uri="{FF2B5EF4-FFF2-40B4-BE49-F238E27FC236}">
                <a16:creationId xmlns:a16="http://schemas.microsoft.com/office/drawing/2014/main" id="{7EB9F81D-3EAD-42E8-88EC-432C25D7A8F9}"/>
              </a:ext>
            </a:extLst>
          </p:cNvPr>
          <p:cNvSpPr txBox="1"/>
          <p:nvPr/>
        </p:nvSpPr>
        <p:spPr>
          <a:xfrm>
            <a:off x="0" y="-349741"/>
            <a:ext cx="11457183" cy="323165"/>
          </a:xfrm>
          <a:prstGeom prst="rect">
            <a:avLst/>
          </a:prstGeom>
          <a:noFill/>
        </p:spPr>
        <p:txBody>
          <a:bodyPr wrap="square" lIns="0" tIns="0" rIns="0" bIns="0" rtlCol="0">
            <a:spAutoFit/>
          </a:bodyPr>
          <a:lstStyle/>
          <a:p>
            <a:r>
              <a:rPr lang="en-GB" sz="1050" b="1" noProof="1"/>
              <a:t>Skift baggrundsfarve. </a:t>
            </a:r>
            <a:r>
              <a:rPr lang="en-GB" sz="1050" noProof="1"/>
              <a:t>Højreklik på slidet og vælg </a:t>
            </a:r>
            <a:r>
              <a:rPr lang="en-GB" sz="1050" b="1" noProof="1"/>
              <a:t>Formatér baggrund</a:t>
            </a:r>
            <a:r>
              <a:rPr lang="en-GB" sz="1050" noProof="1"/>
              <a:t>. Klik på </a:t>
            </a:r>
            <a:r>
              <a:rPr lang="en-GB" sz="1050" b="1" noProof="1"/>
              <a:t>Fyld farve </a:t>
            </a:r>
            <a:r>
              <a:rPr lang="en-GB" sz="1050" noProof="1"/>
              <a:t>i Formater baggrund vinduet og vælg farve fra øverste række i SDU’s farve palette eller fra den brugerdefinerede farvepalette</a:t>
            </a:r>
            <a:endParaRPr lang="en-GB"/>
          </a:p>
        </p:txBody>
      </p:sp>
    </p:spTree>
    <p:extLst>
      <p:ext uri="{BB962C8B-B14F-4D97-AF65-F5344CB8AC3E}">
        <p14:creationId xmlns:p14="http://schemas.microsoft.com/office/powerpoint/2010/main" val="27658112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Overskrift og indhold A">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14697" y="1700212"/>
            <a:ext cx="5367600" cy="4141787"/>
          </a:xfrm>
        </p:spPr>
        <p:txBody>
          <a:bodyPr anchor="t" anchorCtr="0"/>
          <a:lstStyle>
            <a:lvl1pPr algn="l">
              <a:lnSpc>
                <a:spcPct val="100000"/>
              </a:lnSpc>
              <a:defRPr sz="3600">
                <a:solidFill>
                  <a:schemeClr val="tx1"/>
                </a:solidFill>
              </a:defRPr>
            </a:lvl1pPr>
          </a:lstStyle>
          <a:p>
            <a:r>
              <a:rPr lang="en-GB" dirty="0"/>
              <a:t>Klik for at tilføje overskrift</a:t>
            </a:r>
            <a:endParaRPr lang="en-GB"/>
          </a:p>
        </p:txBody>
      </p:sp>
      <p:sp>
        <p:nvSpPr>
          <p:cNvPr id="7" name="Content Placeholder 6">
            <a:extLst>
              <a:ext uri="{FF2B5EF4-FFF2-40B4-BE49-F238E27FC236}">
                <a16:creationId xmlns:a16="http://schemas.microsoft.com/office/drawing/2014/main" id="{A9D41ADC-5992-4476-8E55-8A709AA1B4B5}"/>
              </a:ext>
            </a:extLst>
          </p:cNvPr>
          <p:cNvSpPr>
            <a:spLocks noGrp="1"/>
          </p:cNvSpPr>
          <p:nvPr>
            <p:ph sz="quarter" idx="13" hasCustomPrompt="1"/>
          </p:nvPr>
        </p:nvSpPr>
        <p:spPr>
          <a:xfrm>
            <a:off x="6673356" y="1700212"/>
            <a:ext cx="4693920" cy="4141788"/>
          </a:xfrm>
        </p:spPr>
        <p:txBody>
          <a:bodyPr/>
          <a:lstStyle>
            <a:lvl1pPr>
              <a:defRPr/>
            </a:lvl1pPr>
          </a:lstStyle>
          <a:p>
            <a:pPr lvl="0"/>
            <a:r>
              <a:rPr lang="en-GB" dirty="0"/>
              <a:t>Klik for at tilføje tekst, klik ikon for at tilføje graf/tabel</a:t>
            </a:r>
            <a:endParaRPr lang="en-GB"/>
          </a:p>
          <a:p>
            <a:pPr lvl="1"/>
            <a:r>
              <a:rPr lang="en-GB" dirty="0"/>
              <a:t>Second </a:t>
            </a:r>
            <a:r>
              <a:rPr lang="en-GB" dirty="0" err="1"/>
              <a:t>level</a:t>
            </a:r>
            <a:endParaRPr lang="en-GB" dirty="0"/>
          </a:p>
          <a:p>
            <a:pPr lvl="2"/>
            <a:r>
              <a:rPr lang="en-GB" dirty="0"/>
              <a:t>Third </a:t>
            </a:r>
            <a:r>
              <a:rPr lang="en-GB" dirty="0" err="1"/>
              <a:t>level</a:t>
            </a:r>
            <a:endParaRPr lang="en-GB" dirty="0"/>
          </a:p>
          <a:p>
            <a:pPr lvl="3"/>
            <a:r>
              <a:rPr lang="en-GB" dirty="0" err="1"/>
              <a:t>Fourth</a:t>
            </a:r>
            <a:r>
              <a:rPr lang="en-GB" dirty="0"/>
              <a:t> </a:t>
            </a:r>
            <a:r>
              <a:rPr lang="en-GB" dirty="0" err="1"/>
              <a:t>level</a:t>
            </a:r>
            <a:endParaRPr lang="en-GB" dirty="0"/>
          </a:p>
          <a:p>
            <a:pPr lvl="4"/>
            <a:r>
              <a:rPr lang="en-GB" dirty="0"/>
              <a:t>Fifth </a:t>
            </a:r>
            <a:r>
              <a:rPr lang="en-GB" dirty="0" err="1"/>
              <a:t>level</a:t>
            </a:r>
            <a:endParaRPr lang="en-GB" dirty="0"/>
          </a:p>
        </p:txBody>
      </p:sp>
      <p:sp>
        <p:nvSpPr>
          <p:cNvPr id="10" name="Date Placeholder 14">
            <a:extLst>
              <a:ext uri="{FF2B5EF4-FFF2-40B4-BE49-F238E27FC236}">
                <a16:creationId xmlns:a16="http://schemas.microsoft.com/office/drawing/2014/main" id="{BBCDE8CE-8147-4B12-B358-7B7ACA92FFF2}"/>
              </a:ext>
            </a:extLst>
          </p:cNvPr>
          <p:cNvSpPr>
            <a:spLocks noGrp="1"/>
          </p:cNvSpPr>
          <p:nvPr>
            <p:ph type="dt" sz="half" idx="2"/>
          </p:nvPr>
        </p:nvSpPr>
        <p:spPr>
          <a:xfrm>
            <a:off x="0" y="6912000"/>
            <a:ext cx="0" cy="0"/>
          </a:xfrm>
          <a:prstGeom prst="rect">
            <a:avLst/>
          </a:prstGeom>
        </p:spPr>
        <p:txBody>
          <a:bodyPr vert="horz" lIns="91440" tIns="45720" rIns="91440" bIns="45720" rtlCol="0" anchor="ctr"/>
          <a:lstStyle>
            <a:lvl1pPr algn="l">
              <a:defRPr sz="100">
                <a:noFill/>
              </a:defRPr>
            </a:lvl1pPr>
          </a:lstStyle>
          <a:p>
            <a:fld id="{1D8BD707-D9CF-40AE-B4C6-C98DA3205C09}" type="datetimeFigureOut">
              <a:rPr lang="en-US" smtClean="0"/>
              <a:t>2/26/24</a:t>
            </a:fld>
            <a:endParaRPr lang="en-US"/>
          </a:p>
        </p:txBody>
      </p:sp>
      <p:sp>
        <p:nvSpPr>
          <p:cNvPr id="11" name="Date Placeholder 14">
            <a:extLst>
              <a:ext uri="{FF2B5EF4-FFF2-40B4-BE49-F238E27FC236}">
                <a16:creationId xmlns:a16="http://schemas.microsoft.com/office/drawing/2014/main" id="{7ACE2053-07AA-42FA-A789-E1430CAF7988}"/>
              </a:ext>
            </a:extLst>
          </p:cNvPr>
          <p:cNvSpPr txBox="1">
            <a:spLocks/>
          </p:cNvSpPr>
          <p:nvPr/>
        </p:nvSpPr>
        <p:spPr>
          <a:xfrm>
            <a:off x="0" y="6912000"/>
            <a:ext cx="0" cy="0"/>
          </a:xfrm>
          <a:prstGeom prst="rect">
            <a:avLst/>
          </a:prstGeom>
        </p:spPr>
        <p:txBody>
          <a:bodyPr vert="horz" lIns="91440" tIns="45720" rIns="91440" bIns="45720" rtlCol="0" anchor="ctr"/>
          <a:lstStyle>
            <a:defPPr>
              <a:defRPr lang="en-US"/>
            </a:defPPr>
            <a:lvl1pPr marL="0" algn="l" defTabSz="914400" rtl="0" eaLnBrk="1" latinLnBrk="0" hangingPunct="1">
              <a:defRPr sz="100"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1A13B18-F5ED-4611-8DBB-F05123AFBA22}" type="datetimeFigureOut">
              <a:rPr lang="en-GB" smtClean="0"/>
              <a:pPr/>
              <a:t>26/02/2024</a:t>
            </a:fld>
            <a:endParaRPr lang="en-GB" dirty="0"/>
          </a:p>
        </p:txBody>
      </p:sp>
      <p:sp>
        <p:nvSpPr>
          <p:cNvPr id="3" name="Footer Placeholder 2">
            <a:extLst>
              <a:ext uri="{FF2B5EF4-FFF2-40B4-BE49-F238E27FC236}">
                <a16:creationId xmlns:a16="http://schemas.microsoft.com/office/drawing/2014/main" id="{2BD490B9-04D5-4C98-9BAE-36CAE61DE349}"/>
              </a:ext>
            </a:extLst>
          </p:cNvPr>
          <p:cNvSpPr>
            <a:spLocks noGrp="1"/>
          </p:cNvSpPr>
          <p:nvPr>
            <p:ph type="ftr" sz="quarter" idx="14"/>
          </p:nvPr>
        </p:nvSpPr>
        <p:spPr/>
        <p:txBody>
          <a:bodyPr/>
          <a:lstStyle/>
          <a:p>
            <a:endParaRPr lang="da-DK"/>
          </a:p>
        </p:txBody>
      </p:sp>
      <p:sp>
        <p:nvSpPr>
          <p:cNvPr id="4" name="Slide Number Placeholder 3">
            <a:extLst>
              <a:ext uri="{FF2B5EF4-FFF2-40B4-BE49-F238E27FC236}">
                <a16:creationId xmlns:a16="http://schemas.microsoft.com/office/drawing/2014/main" id="{DBDCBB1C-1FE3-42F2-ACED-70B0664062BD}"/>
              </a:ext>
            </a:extLst>
          </p:cNvPr>
          <p:cNvSpPr>
            <a:spLocks noGrp="1"/>
          </p:cNvSpPr>
          <p:nvPr>
            <p:ph type="sldNum" sz="quarter" idx="15"/>
          </p:nvPr>
        </p:nvSpPr>
        <p:spPr/>
        <p:txBody>
          <a:bodyPr/>
          <a:lstStyle/>
          <a:p>
            <a:fld id="{B6F15528-21DE-4FAA-801E-634DDDAF4B2B}" type="slidenum">
              <a:rPr lang="da-DK" smtClean="0"/>
              <a:t>‹nr.›</a:t>
            </a:fld>
            <a:endParaRPr lang="da-DK"/>
          </a:p>
        </p:txBody>
      </p:sp>
    </p:spTree>
    <p:extLst>
      <p:ext uri="{BB962C8B-B14F-4D97-AF65-F5344CB8AC3E}">
        <p14:creationId xmlns:p14="http://schemas.microsoft.com/office/powerpoint/2010/main" val="18074036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Overskrift og indhold 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CC1A9A-6ADC-4F72-A312-ED1DBEF01BE1}"/>
              </a:ext>
            </a:extLst>
          </p:cNvPr>
          <p:cNvSpPr>
            <a:spLocks noGrp="1"/>
          </p:cNvSpPr>
          <p:nvPr>
            <p:ph type="title" hasCustomPrompt="1"/>
          </p:nvPr>
        </p:nvSpPr>
        <p:spPr>
          <a:xfrm>
            <a:off x="410400" y="1028246"/>
            <a:ext cx="5366267" cy="1884283"/>
          </a:xfrm>
        </p:spPr>
        <p:txBody>
          <a:bodyPr/>
          <a:lstStyle>
            <a:lvl1pPr>
              <a:defRPr/>
            </a:lvl1pPr>
          </a:lstStyle>
          <a:p>
            <a:r>
              <a:rPr lang="en-GB" dirty="0"/>
              <a:t>Klik for at tilføje overskrift</a:t>
            </a:r>
            <a:endParaRPr lang="en-GB"/>
          </a:p>
        </p:txBody>
      </p:sp>
      <p:sp>
        <p:nvSpPr>
          <p:cNvPr id="6" name="Content Placeholder 5">
            <a:extLst>
              <a:ext uri="{FF2B5EF4-FFF2-40B4-BE49-F238E27FC236}">
                <a16:creationId xmlns:a16="http://schemas.microsoft.com/office/drawing/2014/main" id="{C4256969-981A-4869-9324-B595DF89D12E}"/>
              </a:ext>
            </a:extLst>
          </p:cNvPr>
          <p:cNvSpPr>
            <a:spLocks noGrp="1"/>
          </p:cNvSpPr>
          <p:nvPr>
            <p:ph sz="quarter" idx="19" hasCustomPrompt="1"/>
          </p:nvPr>
        </p:nvSpPr>
        <p:spPr>
          <a:xfrm>
            <a:off x="6156000" y="1028246"/>
            <a:ext cx="5216400" cy="4825354"/>
          </a:xfrm>
        </p:spPr>
        <p:txBody>
          <a:bodyPr/>
          <a:lstStyle>
            <a:lvl1pPr>
              <a:defRPr/>
            </a:lvl1pPr>
          </a:lstStyle>
          <a:p>
            <a:pPr lvl="0"/>
            <a:r>
              <a:rPr lang="en-GB" dirty="0"/>
              <a:t>Klik for at tilføje tekst, klik ikon for at tilføje graf/tabel</a:t>
            </a:r>
            <a:endParaRPr lang="en-GB"/>
          </a:p>
          <a:p>
            <a:pPr lvl="1"/>
            <a:r>
              <a:rPr lang="en-GB" dirty="0"/>
              <a:t>Second </a:t>
            </a:r>
            <a:r>
              <a:rPr lang="en-GB" dirty="0" err="1"/>
              <a:t>level</a:t>
            </a:r>
            <a:endParaRPr lang="en-GB" dirty="0"/>
          </a:p>
          <a:p>
            <a:pPr lvl="2"/>
            <a:r>
              <a:rPr lang="en-GB" dirty="0"/>
              <a:t>Third </a:t>
            </a:r>
            <a:r>
              <a:rPr lang="en-GB" dirty="0" err="1"/>
              <a:t>level</a:t>
            </a:r>
            <a:endParaRPr lang="en-GB" dirty="0"/>
          </a:p>
          <a:p>
            <a:pPr lvl="3"/>
            <a:r>
              <a:rPr lang="en-GB" dirty="0" err="1"/>
              <a:t>Fourth</a:t>
            </a:r>
            <a:r>
              <a:rPr lang="en-GB" dirty="0"/>
              <a:t> </a:t>
            </a:r>
            <a:r>
              <a:rPr lang="en-GB" dirty="0" err="1"/>
              <a:t>level</a:t>
            </a:r>
            <a:endParaRPr lang="en-GB" dirty="0"/>
          </a:p>
          <a:p>
            <a:pPr lvl="4"/>
            <a:r>
              <a:rPr lang="en-GB" dirty="0"/>
              <a:t>Fifth </a:t>
            </a:r>
            <a:r>
              <a:rPr lang="en-GB" dirty="0" err="1"/>
              <a:t>level</a:t>
            </a:r>
            <a:endParaRPr lang="en-GB" dirty="0"/>
          </a:p>
        </p:txBody>
      </p:sp>
      <p:sp>
        <p:nvSpPr>
          <p:cNvPr id="16" name="sdu.dk">
            <a:extLst>
              <a:ext uri="{FF2B5EF4-FFF2-40B4-BE49-F238E27FC236}">
                <a16:creationId xmlns:a16="http://schemas.microsoft.com/office/drawing/2014/main" id="{406E07B7-D9E4-488D-BA7B-56AC0D1DDD05}"/>
              </a:ext>
            </a:extLst>
          </p:cNvPr>
          <p:cNvSpPr/>
          <p:nvPr/>
        </p:nvSpPr>
        <p:spPr>
          <a:xfrm rot="5400000">
            <a:off x="11480800" y="721379"/>
            <a:ext cx="914400" cy="3765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1100" b="1" noProof="1">
                <a:solidFill>
                  <a:schemeClr val="tx1"/>
                </a:solidFill>
              </a:rPr>
              <a:t>sdu.dk</a:t>
            </a:r>
            <a:endParaRPr lang="en-GB"/>
          </a:p>
        </p:txBody>
      </p:sp>
      <p:sp>
        <p:nvSpPr>
          <p:cNvPr id="17" name="#sdudk">
            <a:extLst>
              <a:ext uri="{FF2B5EF4-FFF2-40B4-BE49-F238E27FC236}">
                <a16:creationId xmlns:a16="http://schemas.microsoft.com/office/drawing/2014/main" id="{CD1A1828-0ED2-4AFE-8C5E-683996CBAF9D}"/>
              </a:ext>
            </a:extLst>
          </p:cNvPr>
          <p:cNvSpPr/>
          <p:nvPr/>
        </p:nvSpPr>
        <p:spPr>
          <a:xfrm rot="5400000">
            <a:off x="11482792" y="2027544"/>
            <a:ext cx="914400" cy="3765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1100" b="1" noProof="1">
                <a:solidFill>
                  <a:schemeClr val="tx1"/>
                </a:solidFill>
              </a:rPr>
              <a:t>#sdudk</a:t>
            </a:r>
            <a:endParaRPr lang="en-GB"/>
          </a:p>
        </p:txBody>
      </p:sp>
      <p:sp>
        <p:nvSpPr>
          <p:cNvPr id="19" name="date" descr="{&quot;templafy&quot;:{&quot;id&quot;:&quot;b451176b-5c0c-4d4d-9060-3837f3de11a8&quot;}}" title="Form.Date">
            <a:extLst>
              <a:ext uri="{FF2B5EF4-FFF2-40B4-BE49-F238E27FC236}">
                <a16:creationId xmlns:a16="http://schemas.microsoft.com/office/drawing/2014/main" id="{38150A77-BE4E-404D-B314-A1C41C791C1B}"/>
              </a:ext>
            </a:extLst>
          </p:cNvPr>
          <p:cNvSpPr/>
          <p:nvPr/>
        </p:nvSpPr>
        <p:spPr>
          <a:xfrm>
            <a:off x="9156032" y="6349384"/>
            <a:ext cx="2624806" cy="1800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r"/>
            <a:r>
              <a:rPr lang="en-GB" sz="1200" b="0" dirty="0">
                <a:solidFill>
                  <a:schemeClr val="tx1"/>
                </a:solidFill>
              </a:rPr>
              <a:t>September 2020</a:t>
            </a:r>
          </a:p>
        </p:txBody>
      </p:sp>
      <p:sp>
        <p:nvSpPr>
          <p:cNvPr id="15" name="text" descr="{&quot;templafy&quot;:{&quot;id&quot;:&quot;c68689c9-e668-4c96-a109-f982a524f861&quot;}}" title="UserProfile.Institut.InstituteDCU_{{DocumentLanguage}}">
            <a:extLst>
              <a:ext uri="{FF2B5EF4-FFF2-40B4-BE49-F238E27FC236}">
                <a16:creationId xmlns:a16="http://schemas.microsoft.com/office/drawing/2014/main" id="{964E632B-B9F2-4547-AC03-2C579124053E}"/>
              </a:ext>
            </a:extLst>
          </p:cNvPr>
          <p:cNvSpPr txBox="1">
            <a:spLocks/>
          </p:cNvSpPr>
          <p:nvPr/>
        </p:nvSpPr>
        <p:spPr>
          <a:xfrm>
            <a:off x="411163" y="450893"/>
            <a:ext cx="5684837" cy="284778"/>
          </a:xfrm>
          <a:prstGeom prst="rect">
            <a:avLst/>
          </a:prstGeom>
          <a:noFill/>
        </p:spPr>
        <p:txBody>
          <a:bodyPr wrap="square" lIns="10800" tIns="0" rIns="0" bIns="90000" anchor="b" anchorCtr="0">
            <a:spAutoFit/>
          </a:bodyPr>
          <a:lstStyle>
            <a:lvl1pPr marL="0" indent="0" algn="l" defTabSz="914400" rtl="0" eaLnBrk="1" latinLnBrk="0" hangingPunct="1">
              <a:lnSpc>
                <a:spcPct val="90000"/>
              </a:lnSpc>
              <a:spcBef>
                <a:spcPts val="0"/>
              </a:spcBef>
              <a:buFont typeface="Arial" panose="020B0604020202020204" pitchFamily="34" charset="0"/>
              <a:buNone/>
              <a:defRPr sz="1400" b="1"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GB" dirty="0"/>
              <a:t>The Maersk Mc-Kinney Moller Institute</a:t>
            </a:r>
          </a:p>
        </p:txBody>
      </p:sp>
      <p:cxnSp>
        <p:nvCxnSpPr>
          <p:cNvPr id="21" name="Straight Connector 20">
            <a:extLst>
              <a:ext uri="{FF2B5EF4-FFF2-40B4-BE49-F238E27FC236}">
                <a16:creationId xmlns:a16="http://schemas.microsoft.com/office/drawing/2014/main" id="{5D6B1FAA-D7ED-4C71-8DC4-E5439F01BCEB}"/>
              </a:ext>
            </a:extLst>
          </p:cNvPr>
          <p:cNvCxnSpPr>
            <a:cxnSpLocks/>
          </p:cNvCxnSpPr>
          <p:nvPr/>
        </p:nvCxnSpPr>
        <p:spPr>
          <a:xfrm>
            <a:off x="410400" y="715665"/>
            <a:ext cx="699211"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pic>
        <p:nvPicPr>
          <p:cNvPr id="22" name="Logo black">
            <a:extLst>
              <a:ext uri="{FF2B5EF4-FFF2-40B4-BE49-F238E27FC236}">
                <a16:creationId xmlns:a16="http://schemas.microsoft.com/office/drawing/2014/main" id="{CAAF367F-3818-457C-9EE1-320E9050AEB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3346" y="6294893"/>
            <a:ext cx="784800" cy="211840"/>
          </a:xfrm>
          <a:prstGeom prst="rect">
            <a:avLst/>
          </a:prstGeom>
        </p:spPr>
      </p:pic>
      <p:sp>
        <p:nvSpPr>
          <p:cNvPr id="3" name="Date Placeholder 2">
            <a:extLst>
              <a:ext uri="{FF2B5EF4-FFF2-40B4-BE49-F238E27FC236}">
                <a16:creationId xmlns:a16="http://schemas.microsoft.com/office/drawing/2014/main" id="{C0F779A9-E4FE-4412-9D9E-BF5BF84D02AB}"/>
              </a:ext>
            </a:extLst>
          </p:cNvPr>
          <p:cNvSpPr>
            <a:spLocks noGrp="1"/>
          </p:cNvSpPr>
          <p:nvPr>
            <p:ph type="dt" sz="half" idx="20"/>
          </p:nvPr>
        </p:nvSpPr>
        <p:spPr/>
        <p:txBody>
          <a:bodyPr/>
          <a:lstStyle/>
          <a:p>
            <a:fld id="{1D8BD707-D9CF-40AE-B4C6-C98DA3205C09}" type="datetimeFigureOut">
              <a:rPr lang="en-US" smtClean="0"/>
              <a:t>2/26/24</a:t>
            </a:fld>
            <a:endParaRPr lang="en-US"/>
          </a:p>
        </p:txBody>
      </p:sp>
      <p:sp>
        <p:nvSpPr>
          <p:cNvPr id="4" name="Footer Placeholder 3">
            <a:extLst>
              <a:ext uri="{FF2B5EF4-FFF2-40B4-BE49-F238E27FC236}">
                <a16:creationId xmlns:a16="http://schemas.microsoft.com/office/drawing/2014/main" id="{496ECF2D-BB4C-4004-9F8E-08239A46461C}"/>
              </a:ext>
            </a:extLst>
          </p:cNvPr>
          <p:cNvSpPr>
            <a:spLocks noGrp="1"/>
          </p:cNvSpPr>
          <p:nvPr>
            <p:ph type="ftr" sz="quarter" idx="21"/>
          </p:nvPr>
        </p:nvSpPr>
        <p:spPr/>
        <p:txBody>
          <a:bodyPr/>
          <a:lstStyle/>
          <a:p>
            <a:endParaRPr lang="da-DK"/>
          </a:p>
        </p:txBody>
      </p:sp>
      <p:sp>
        <p:nvSpPr>
          <p:cNvPr id="5" name="Slide Number Placeholder 4">
            <a:extLst>
              <a:ext uri="{FF2B5EF4-FFF2-40B4-BE49-F238E27FC236}">
                <a16:creationId xmlns:a16="http://schemas.microsoft.com/office/drawing/2014/main" id="{FB5949DE-6D77-480D-A4A9-E2E53BE1CE80}"/>
              </a:ext>
            </a:extLst>
          </p:cNvPr>
          <p:cNvSpPr>
            <a:spLocks noGrp="1"/>
          </p:cNvSpPr>
          <p:nvPr>
            <p:ph type="sldNum" sz="quarter" idx="22"/>
          </p:nvPr>
        </p:nvSpPr>
        <p:spPr/>
        <p:txBody>
          <a:bodyPr/>
          <a:lstStyle/>
          <a:p>
            <a:fld id="{B6F15528-21DE-4FAA-801E-634DDDAF4B2B}" type="slidenum">
              <a:rPr lang="da-DK" smtClean="0"/>
              <a:t>‹nr.›</a:t>
            </a:fld>
            <a:endParaRPr lang="da-DK"/>
          </a:p>
        </p:txBody>
      </p:sp>
      <p:sp>
        <p:nvSpPr>
          <p:cNvPr id="20" name="TextBox 19">
            <a:extLst>
              <a:ext uri="{FF2B5EF4-FFF2-40B4-BE49-F238E27FC236}">
                <a16:creationId xmlns:a16="http://schemas.microsoft.com/office/drawing/2014/main" id="{E75150F5-CFA6-40F1-B2B7-79337C2232BB}"/>
              </a:ext>
            </a:extLst>
          </p:cNvPr>
          <p:cNvSpPr txBox="1"/>
          <p:nvPr/>
        </p:nvSpPr>
        <p:spPr>
          <a:xfrm>
            <a:off x="0" y="-349741"/>
            <a:ext cx="11457183" cy="323165"/>
          </a:xfrm>
          <a:prstGeom prst="rect">
            <a:avLst/>
          </a:prstGeom>
          <a:noFill/>
        </p:spPr>
        <p:txBody>
          <a:bodyPr wrap="square" lIns="0" tIns="0" rIns="0" bIns="0" rtlCol="0">
            <a:spAutoFit/>
          </a:bodyPr>
          <a:lstStyle/>
          <a:p>
            <a:r>
              <a:rPr lang="en-GB" sz="1050" b="1" noProof="1"/>
              <a:t>Skift baggrundsfarve. </a:t>
            </a:r>
            <a:r>
              <a:rPr lang="en-GB" sz="1050" noProof="1"/>
              <a:t>Højreklik på slidet og vælg </a:t>
            </a:r>
            <a:r>
              <a:rPr lang="en-GB" sz="1050" b="1" noProof="1"/>
              <a:t>Formatér baggrund</a:t>
            </a:r>
            <a:r>
              <a:rPr lang="en-GB" sz="1050" noProof="1"/>
              <a:t>. Klik på </a:t>
            </a:r>
            <a:r>
              <a:rPr lang="en-GB" sz="1050" b="1" noProof="1"/>
              <a:t>Fyld farve </a:t>
            </a:r>
            <a:r>
              <a:rPr lang="en-GB" sz="1050" noProof="1"/>
              <a:t>i Formater baggrund vinduet og vælg farve fra øverste række i SDU’s farve palette eller fra den brugerdefinerede farvepalette</a:t>
            </a:r>
            <a:endParaRPr lang="en-GB"/>
          </a:p>
        </p:txBody>
      </p:sp>
    </p:spTree>
    <p:extLst>
      <p:ext uri="{BB962C8B-B14F-4D97-AF65-F5344CB8AC3E}">
        <p14:creationId xmlns:p14="http://schemas.microsoft.com/office/powerpoint/2010/main" val="17799075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Overskrift og indhold C">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14696" y="999173"/>
            <a:ext cx="10952579" cy="701040"/>
          </a:xfrm>
        </p:spPr>
        <p:txBody>
          <a:bodyPr anchor="t" anchorCtr="0"/>
          <a:lstStyle>
            <a:lvl1pPr algn="l">
              <a:lnSpc>
                <a:spcPct val="100000"/>
              </a:lnSpc>
              <a:defRPr sz="3600">
                <a:solidFill>
                  <a:schemeClr val="tx1"/>
                </a:solidFill>
              </a:defRPr>
            </a:lvl1pPr>
          </a:lstStyle>
          <a:p>
            <a:r>
              <a:rPr lang="en-GB" dirty="0"/>
              <a:t>Klik for at tilføje overskrift</a:t>
            </a:r>
            <a:endParaRPr lang="en-GB"/>
          </a:p>
        </p:txBody>
      </p:sp>
      <p:sp>
        <p:nvSpPr>
          <p:cNvPr id="7" name="Content Placeholder 6">
            <a:extLst>
              <a:ext uri="{FF2B5EF4-FFF2-40B4-BE49-F238E27FC236}">
                <a16:creationId xmlns:a16="http://schemas.microsoft.com/office/drawing/2014/main" id="{A9D41ADC-5992-4476-8E55-8A709AA1B4B5}"/>
              </a:ext>
            </a:extLst>
          </p:cNvPr>
          <p:cNvSpPr>
            <a:spLocks noGrp="1"/>
          </p:cNvSpPr>
          <p:nvPr>
            <p:ph sz="quarter" idx="13" hasCustomPrompt="1"/>
          </p:nvPr>
        </p:nvSpPr>
        <p:spPr>
          <a:xfrm>
            <a:off x="414696" y="1989138"/>
            <a:ext cx="10952580" cy="3852862"/>
          </a:xfrm>
        </p:spPr>
        <p:txBody>
          <a:bodyPr/>
          <a:lstStyle>
            <a:lvl1pPr>
              <a:defRPr/>
            </a:lvl1pPr>
          </a:lstStyle>
          <a:p>
            <a:pPr lvl="0"/>
            <a:r>
              <a:rPr lang="en-GB" dirty="0"/>
              <a:t>Klik for at tilføje tekst, klik ikon for at tilføje graf/tabel</a:t>
            </a:r>
            <a:endParaRPr lang="en-GB"/>
          </a:p>
          <a:p>
            <a:pPr lvl="1"/>
            <a:r>
              <a:rPr lang="en-GB" dirty="0"/>
              <a:t>Second </a:t>
            </a:r>
            <a:r>
              <a:rPr lang="en-GB" dirty="0" err="1"/>
              <a:t>level</a:t>
            </a:r>
            <a:endParaRPr lang="en-GB" dirty="0"/>
          </a:p>
          <a:p>
            <a:pPr lvl="2"/>
            <a:r>
              <a:rPr lang="en-GB" dirty="0"/>
              <a:t>Third </a:t>
            </a:r>
            <a:r>
              <a:rPr lang="en-GB" dirty="0" err="1"/>
              <a:t>level</a:t>
            </a:r>
            <a:endParaRPr lang="en-GB" dirty="0"/>
          </a:p>
          <a:p>
            <a:pPr lvl="3"/>
            <a:r>
              <a:rPr lang="en-GB" dirty="0" err="1"/>
              <a:t>Fourth</a:t>
            </a:r>
            <a:r>
              <a:rPr lang="en-GB" dirty="0"/>
              <a:t> </a:t>
            </a:r>
            <a:r>
              <a:rPr lang="en-GB" dirty="0" err="1"/>
              <a:t>level</a:t>
            </a:r>
            <a:endParaRPr lang="en-GB" dirty="0"/>
          </a:p>
          <a:p>
            <a:pPr lvl="4"/>
            <a:r>
              <a:rPr lang="en-GB" dirty="0"/>
              <a:t>Fifth </a:t>
            </a:r>
            <a:r>
              <a:rPr lang="en-GB" dirty="0" err="1"/>
              <a:t>level</a:t>
            </a:r>
            <a:endParaRPr lang="en-GB" dirty="0"/>
          </a:p>
        </p:txBody>
      </p:sp>
      <p:sp>
        <p:nvSpPr>
          <p:cNvPr id="10" name="Date Placeholder 14">
            <a:extLst>
              <a:ext uri="{FF2B5EF4-FFF2-40B4-BE49-F238E27FC236}">
                <a16:creationId xmlns:a16="http://schemas.microsoft.com/office/drawing/2014/main" id="{BBCDE8CE-8147-4B12-B358-7B7ACA92FFF2}"/>
              </a:ext>
            </a:extLst>
          </p:cNvPr>
          <p:cNvSpPr>
            <a:spLocks noGrp="1"/>
          </p:cNvSpPr>
          <p:nvPr>
            <p:ph type="dt" sz="half" idx="2"/>
          </p:nvPr>
        </p:nvSpPr>
        <p:spPr>
          <a:xfrm>
            <a:off x="0" y="6912000"/>
            <a:ext cx="0" cy="0"/>
          </a:xfrm>
          <a:prstGeom prst="rect">
            <a:avLst/>
          </a:prstGeom>
        </p:spPr>
        <p:txBody>
          <a:bodyPr vert="horz" lIns="91440" tIns="45720" rIns="91440" bIns="45720" rtlCol="0" anchor="ctr"/>
          <a:lstStyle>
            <a:lvl1pPr algn="l">
              <a:defRPr sz="100">
                <a:noFill/>
              </a:defRPr>
            </a:lvl1pPr>
          </a:lstStyle>
          <a:p>
            <a:fld id="{1D8BD707-D9CF-40AE-B4C6-C98DA3205C09}" type="datetimeFigureOut">
              <a:rPr lang="en-US" smtClean="0"/>
              <a:t>2/26/24</a:t>
            </a:fld>
            <a:endParaRPr lang="en-US"/>
          </a:p>
        </p:txBody>
      </p:sp>
      <p:sp>
        <p:nvSpPr>
          <p:cNvPr id="11" name="Date Placeholder 14">
            <a:extLst>
              <a:ext uri="{FF2B5EF4-FFF2-40B4-BE49-F238E27FC236}">
                <a16:creationId xmlns:a16="http://schemas.microsoft.com/office/drawing/2014/main" id="{7ACE2053-07AA-42FA-A789-E1430CAF7988}"/>
              </a:ext>
            </a:extLst>
          </p:cNvPr>
          <p:cNvSpPr txBox="1">
            <a:spLocks/>
          </p:cNvSpPr>
          <p:nvPr/>
        </p:nvSpPr>
        <p:spPr>
          <a:xfrm>
            <a:off x="0" y="6912000"/>
            <a:ext cx="0" cy="0"/>
          </a:xfrm>
          <a:prstGeom prst="rect">
            <a:avLst/>
          </a:prstGeom>
        </p:spPr>
        <p:txBody>
          <a:bodyPr vert="horz" lIns="91440" tIns="45720" rIns="91440" bIns="45720" rtlCol="0" anchor="ctr"/>
          <a:lstStyle>
            <a:defPPr>
              <a:defRPr lang="en-US"/>
            </a:defPPr>
            <a:lvl1pPr marL="0" algn="l" defTabSz="914400" rtl="0" eaLnBrk="1" latinLnBrk="0" hangingPunct="1">
              <a:defRPr sz="100"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1A13B18-F5ED-4611-8DBB-F05123AFBA22}" type="datetimeFigureOut">
              <a:rPr lang="en-GB" smtClean="0"/>
              <a:pPr/>
              <a:t>26/02/2024</a:t>
            </a:fld>
            <a:endParaRPr lang="en-GB" dirty="0"/>
          </a:p>
        </p:txBody>
      </p:sp>
      <p:sp>
        <p:nvSpPr>
          <p:cNvPr id="3" name="Footer Placeholder 2">
            <a:extLst>
              <a:ext uri="{FF2B5EF4-FFF2-40B4-BE49-F238E27FC236}">
                <a16:creationId xmlns:a16="http://schemas.microsoft.com/office/drawing/2014/main" id="{2BD490B9-04D5-4C98-9BAE-36CAE61DE349}"/>
              </a:ext>
            </a:extLst>
          </p:cNvPr>
          <p:cNvSpPr>
            <a:spLocks noGrp="1"/>
          </p:cNvSpPr>
          <p:nvPr>
            <p:ph type="ftr" sz="quarter" idx="14"/>
          </p:nvPr>
        </p:nvSpPr>
        <p:spPr/>
        <p:txBody>
          <a:bodyPr/>
          <a:lstStyle/>
          <a:p>
            <a:endParaRPr lang="da-DK"/>
          </a:p>
        </p:txBody>
      </p:sp>
      <p:sp>
        <p:nvSpPr>
          <p:cNvPr id="4" name="Slide Number Placeholder 3">
            <a:extLst>
              <a:ext uri="{FF2B5EF4-FFF2-40B4-BE49-F238E27FC236}">
                <a16:creationId xmlns:a16="http://schemas.microsoft.com/office/drawing/2014/main" id="{DBDCBB1C-1FE3-42F2-ACED-70B0664062BD}"/>
              </a:ext>
            </a:extLst>
          </p:cNvPr>
          <p:cNvSpPr>
            <a:spLocks noGrp="1"/>
          </p:cNvSpPr>
          <p:nvPr>
            <p:ph type="sldNum" sz="quarter" idx="15"/>
          </p:nvPr>
        </p:nvSpPr>
        <p:spPr/>
        <p:txBody>
          <a:bodyPr/>
          <a:lstStyle/>
          <a:p>
            <a:fld id="{B6F15528-21DE-4FAA-801E-634DDDAF4B2B}" type="slidenum">
              <a:rPr lang="da-DK" smtClean="0"/>
              <a:t>‹nr.›</a:t>
            </a:fld>
            <a:endParaRPr lang="da-DK"/>
          </a:p>
        </p:txBody>
      </p:sp>
    </p:spTree>
    <p:extLst>
      <p:ext uri="{BB962C8B-B14F-4D97-AF65-F5344CB8AC3E}">
        <p14:creationId xmlns:p14="http://schemas.microsoft.com/office/powerpoint/2010/main" val="36296175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Indhold og tekst">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692202" y="1006605"/>
            <a:ext cx="4680000" cy="1938338"/>
          </a:xfrm>
        </p:spPr>
        <p:txBody>
          <a:bodyPr anchor="t" anchorCtr="0"/>
          <a:lstStyle>
            <a:lvl1pPr algn="l">
              <a:lnSpc>
                <a:spcPct val="100000"/>
              </a:lnSpc>
              <a:defRPr sz="3600">
                <a:solidFill>
                  <a:schemeClr val="tx1"/>
                </a:solidFill>
              </a:defRPr>
            </a:lvl1pPr>
          </a:lstStyle>
          <a:p>
            <a:r>
              <a:rPr lang="en-GB" dirty="0"/>
              <a:t>Klik for at tilføje overskrift</a:t>
            </a:r>
            <a:endParaRPr lang="en-GB"/>
          </a:p>
        </p:txBody>
      </p:sp>
      <p:sp>
        <p:nvSpPr>
          <p:cNvPr id="5" name="Text Placeholder 4">
            <a:extLst>
              <a:ext uri="{FF2B5EF4-FFF2-40B4-BE49-F238E27FC236}">
                <a16:creationId xmlns:a16="http://schemas.microsoft.com/office/drawing/2014/main" id="{BCB99C08-64C3-4ADA-9CD2-FBE2ED8551F6}"/>
              </a:ext>
            </a:extLst>
          </p:cNvPr>
          <p:cNvSpPr>
            <a:spLocks noGrp="1"/>
          </p:cNvSpPr>
          <p:nvPr>
            <p:ph type="body" sz="quarter" idx="13" hasCustomPrompt="1"/>
          </p:nvPr>
        </p:nvSpPr>
        <p:spPr>
          <a:xfrm>
            <a:off x="6692202" y="3387600"/>
            <a:ext cx="4680000" cy="2466000"/>
          </a:xfrm>
        </p:spPr>
        <p:txBody>
          <a:bodyPr/>
          <a:lstStyle>
            <a:lvl1pPr>
              <a:defRPr/>
            </a:lvl1pPr>
          </a:lstStyle>
          <a:p>
            <a:pPr lvl="0"/>
            <a:r>
              <a:rPr lang="en-GB" dirty="0"/>
              <a:t>Klik for at tilføje tekst</a:t>
            </a:r>
            <a:endParaRPr lang="en-GB"/>
          </a:p>
          <a:p>
            <a:pPr lvl="1"/>
            <a:r>
              <a:rPr lang="en-GB" dirty="0"/>
              <a:t>Second </a:t>
            </a:r>
            <a:r>
              <a:rPr lang="en-GB" dirty="0" err="1"/>
              <a:t>level</a:t>
            </a:r>
            <a:endParaRPr lang="en-GB" dirty="0"/>
          </a:p>
          <a:p>
            <a:pPr lvl="2"/>
            <a:r>
              <a:rPr lang="en-GB" dirty="0"/>
              <a:t>Third </a:t>
            </a:r>
            <a:r>
              <a:rPr lang="en-GB" dirty="0" err="1"/>
              <a:t>level</a:t>
            </a:r>
            <a:endParaRPr lang="en-GB" dirty="0"/>
          </a:p>
          <a:p>
            <a:pPr lvl="3"/>
            <a:r>
              <a:rPr lang="en-GB" dirty="0" err="1"/>
              <a:t>Fourth</a:t>
            </a:r>
            <a:r>
              <a:rPr lang="en-GB" dirty="0"/>
              <a:t> </a:t>
            </a:r>
            <a:r>
              <a:rPr lang="en-GB" dirty="0" err="1"/>
              <a:t>level</a:t>
            </a:r>
            <a:endParaRPr lang="en-GB" dirty="0"/>
          </a:p>
          <a:p>
            <a:pPr lvl="4"/>
            <a:r>
              <a:rPr lang="en-GB" dirty="0"/>
              <a:t>Fifth </a:t>
            </a:r>
            <a:r>
              <a:rPr lang="en-GB" dirty="0" err="1"/>
              <a:t>level</a:t>
            </a:r>
            <a:endParaRPr lang="en-GB" dirty="0"/>
          </a:p>
        </p:txBody>
      </p:sp>
      <p:sp>
        <p:nvSpPr>
          <p:cNvPr id="19" name="text" descr="{&quot;templafy&quot;:{&quot;id&quot;:&quot;f39ab476-473e-4cbc-a735-08e8467cfb7b&quot;}}" title="UserProfile.Institut.InstituteDCU_{{DocumentLanguage}}">
            <a:extLst>
              <a:ext uri="{FF2B5EF4-FFF2-40B4-BE49-F238E27FC236}">
                <a16:creationId xmlns:a16="http://schemas.microsoft.com/office/drawing/2014/main" id="{610DD8E7-635C-4517-8E21-65C3CB025FFE}"/>
              </a:ext>
            </a:extLst>
          </p:cNvPr>
          <p:cNvSpPr txBox="1">
            <a:spLocks/>
          </p:cNvSpPr>
          <p:nvPr/>
        </p:nvSpPr>
        <p:spPr>
          <a:xfrm>
            <a:off x="411163" y="450893"/>
            <a:ext cx="5684837" cy="284778"/>
          </a:xfrm>
          <a:prstGeom prst="rect">
            <a:avLst/>
          </a:prstGeom>
          <a:noFill/>
        </p:spPr>
        <p:txBody>
          <a:bodyPr wrap="square" lIns="10800" tIns="0" rIns="0" bIns="90000" anchor="b" anchorCtr="0">
            <a:spAutoFit/>
          </a:bodyPr>
          <a:lstStyle>
            <a:lvl1pPr marL="0" indent="0" algn="l" defTabSz="914400" rtl="0" eaLnBrk="1" latinLnBrk="0" hangingPunct="1">
              <a:lnSpc>
                <a:spcPct val="90000"/>
              </a:lnSpc>
              <a:spcBef>
                <a:spcPts val="0"/>
              </a:spcBef>
              <a:buFont typeface="Arial" panose="020B0604020202020204" pitchFamily="34" charset="0"/>
              <a:buNone/>
              <a:defRPr sz="1400" b="1"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GB" dirty="0"/>
              <a:t>The Maersk Mc-Kinney Moller Institute</a:t>
            </a:r>
          </a:p>
        </p:txBody>
      </p:sp>
      <p:sp>
        <p:nvSpPr>
          <p:cNvPr id="20" name="sdu.dk">
            <a:extLst>
              <a:ext uri="{FF2B5EF4-FFF2-40B4-BE49-F238E27FC236}">
                <a16:creationId xmlns:a16="http://schemas.microsoft.com/office/drawing/2014/main" id="{4B84D86E-3D20-4505-8DAD-8EB1F3E63B0A}"/>
              </a:ext>
            </a:extLst>
          </p:cNvPr>
          <p:cNvSpPr/>
          <p:nvPr/>
        </p:nvSpPr>
        <p:spPr>
          <a:xfrm rot="5400000">
            <a:off x="11480800" y="721379"/>
            <a:ext cx="914400" cy="3765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1100" b="1" noProof="1">
                <a:solidFill>
                  <a:schemeClr val="tx1"/>
                </a:solidFill>
              </a:rPr>
              <a:t>sdu.dk</a:t>
            </a:r>
            <a:endParaRPr lang="en-GB"/>
          </a:p>
        </p:txBody>
      </p:sp>
      <p:sp>
        <p:nvSpPr>
          <p:cNvPr id="21" name="#sdudk">
            <a:extLst>
              <a:ext uri="{FF2B5EF4-FFF2-40B4-BE49-F238E27FC236}">
                <a16:creationId xmlns:a16="http://schemas.microsoft.com/office/drawing/2014/main" id="{B58A6A9A-5E98-43AC-8CA5-F6C4B0573364}"/>
              </a:ext>
            </a:extLst>
          </p:cNvPr>
          <p:cNvSpPr/>
          <p:nvPr/>
        </p:nvSpPr>
        <p:spPr>
          <a:xfrm rot="5400000">
            <a:off x="11482792" y="2027544"/>
            <a:ext cx="914400" cy="3765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1100" b="1" noProof="1">
                <a:solidFill>
                  <a:schemeClr val="tx1"/>
                </a:solidFill>
              </a:rPr>
              <a:t>#sdudk</a:t>
            </a:r>
            <a:endParaRPr lang="en-GB"/>
          </a:p>
        </p:txBody>
      </p:sp>
      <p:cxnSp>
        <p:nvCxnSpPr>
          <p:cNvPr id="12" name="Straight Connector 11">
            <a:extLst>
              <a:ext uri="{FF2B5EF4-FFF2-40B4-BE49-F238E27FC236}">
                <a16:creationId xmlns:a16="http://schemas.microsoft.com/office/drawing/2014/main" id="{ECEA2A3A-0B73-49AA-824B-85FAE9B16B10}"/>
              </a:ext>
            </a:extLst>
          </p:cNvPr>
          <p:cNvCxnSpPr>
            <a:cxnSpLocks/>
          </p:cNvCxnSpPr>
          <p:nvPr/>
        </p:nvCxnSpPr>
        <p:spPr>
          <a:xfrm>
            <a:off x="410400" y="715665"/>
            <a:ext cx="699211"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date" descr="{&quot;templafy&quot;:{&quot;id&quot;:&quot;8f4f5ab2-38ae-4794-9556-95edf115af0a&quot;}}" title="Form.Date">
            <a:extLst>
              <a:ext uri="{FF2B5EF4-FFF2-40B4-BE49-F238E27FC236}">
                <a16:creationId xmlns:a16="http://schemas.microsoft.com/office/drawing/2014/main" id="{6189AE65-D68D-4102-AA1D-2A3BCB6F21BF}"/>
              </a:ext>
            </a:extLst>
          </p:cNvPr>
          <p:cNvSpPr/>
          <p:nvPr/>
        </p:nvSpPr>
        <p:spPr>
          <a:xfrm>
            <a:off x="9156032" y="6349384"/>
            <a:ext cx="2624806" cy="1800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r"/>
            <a:r>
              <a:rPr lang="en-GB" sz="1200" b="0" dirty="0">
                <a:solidFill>
                  <a:schemeClr val="tx1"/>
                </a:solidFill>
              </a:rPr>
              <a:t>September 2020</a:t>
            </a:r>
          </a:p>
        </p:txBody>
      </p:sp>
      <p:pic>
        <p:nvPicPr>
          <p:cNvPr id="16" name="Logo black">
            <a:extLst>
              <a:ext uri="{FF2B5EF4-FFF2-40B4-BE49-F238E27FC236}">
                <a16:creationId xmlns:a16="http://schemas.microsoft.com/office/drawing/2014/main" id="{B52757AD-346A-4AA0-A5D6-36F8B1FE487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3346" y="6294893"/>
            <a:ext cx="784800" cy="211840"/>
          </a:xfrm>
          <a:prstGeom prst="rect">
            <a:avLst/>
          </a:prstGeom>
        </p:spPr>
      </p:pic>
      <p:sp>
        <p:nvSpPr>
          <p:cNvPr id="18" name="Date Placeholder 14">
            <a:extLst>
              <a:ext uri="{FF2B5EF4-FFF2-40B4-BE49-F238E27FC236}">
                <a16:creationId xmlns:a16="http://schemas.microsoft.com/office/drawing/2014/main" id="{A09FC7B4-885C-4F9D-BD71-AE2FBDB38698}"/>
              </a:ext>
            </a:extLst>
          </p:cNvPr>
          <p:cNvSpPr txBox="1">
            <a:spLocks/>
          </p:cNvSpPr>
          <p:nvPr/>
        </p:nvSpPr>
        <p:spPr>
          <a:xfrm>
            <a:off x="0" y="6912000"/>
            <a:ext cx="0" cy="0"/>
          </a:xfrm>
          <a:prstGeom prst="rect">
            <a:avLst/>
          </a:prstGeom>
        </p:spPr>
        <p:txBody>
          <a:bodyPr vert="horz" lIns="91440" tIns="45720" rIns="91440" bIns="45720" rtlCol="0" anchor="ctr"/>
          <a:lstStyle>
            <a:defPPr>
              <a:defRPr lang="en-US"/>
            </a:defPPr>
            <a:lvl1pPr marL="0" algn="l" defTabSz="914400" rtl="0" eaLnBrk="1" latinLnBrk="0" hangingPunct="1">
              <a:defRPr sz="100"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1A13B18-F5ED-4611-8DBB-F05123AFBA22}" type="datetimeFigureOut">
              <a:rPr lang="en-GB" smtClean="0"/>
              <a:pPr/>
              <a:t>26/02/2024</a:t>
            </a:fld>
            <a:endParaRPr lang="en-GB" dirty="0"/>
          </a:p>
        </p:txBody>
      </p:sp>
      <p:sp>
        <p:nvSpPr>
          <p:cNvPr id="6" name="Content Placeholder 5">
            <a:extLst>
              <a:ext uri="{FF2B5EF4-FFF2-40B4-BE49-F238E27FC236}">
                <a16:creationId xmlns:a16="http://schemas.microsoft.com/office/drawing/2014/main" id="{2B8FEE58-0FE9-4218-904C-188D46CD214D}"/>
              </a:ext>
            </a:extLst>
          </p:cNvPr>
          <p:cNvSpPr>
            <a:spLocks noGrp="1"/>
          </p:cNvSpPr>
          <p:nvPr>
            <p:ph sz="quarter" idx="15" hasCustomPrompt="1"/>
          </p:nvPr>
        </p:nvSpPr>
        <p:spPr>
          <a:xfrm>
            <a:off x="422432" y="1000443"/>
            <a:ext cx="5077365" cy="4853157"/>
          </a:xfrm>
        </p:spPr>
        <p:txBody>
          <a:bodyPr/>
          <a:lstStyle>
            <a:lvl1pPr>
              <a:defRPr/>
            </a:lvl1pPr>
          </a:lstStyle>
          <a:p>
            <a:pPr lvl="0"/>
            <a:r>
              <a:rPr lang="en-GB" dirty="0"/>
              <a:t>Klik for at tilføje tekst, klik ikon for at tilføje graf/tabel</a:t>
            </a:r>
            <a:endParaRPr lang="en-GB"/>
          </a:p>
          <a:p>
            <a:pPr lvl="1"/>
            <a:r>
              <a:rPr lang="en-GB" dirty="0"/>
              <a:t>Second </a:t>
            </a:r>
            <a:r>
              <a:rPr lang="en-GB" dirty="0" err="1"/>
              <a:t>level</a:t>
            </a:r>
            <a:endParaRPr lang="en-GB" dirty="0"/>
          </a:p>
          <a:p>
            <a:pPr lvl="2"/>
            <a:r>
              <a:rPr lang="en-GB" dirty="0"/>
              <a:t>Third </a:t>
            </a:r>
            <a:r>
              <a:rPr lang="en-GB" dirty="0" err="1"/>
              <a:t>level</a:t>
            </a:r>
            <a:endParaRPr lang="en-GB" dirty="0"/>
          </a:p>
          <a:p>
            <a:pPr lvl="3"/>
            <a:r>
              <a:rPr lang="en-GB" dirty="0" err="1"/>
              <a:t>Fourth</a:t>
            </a:r>
            <a:r>
              <a:rPr lang="en-GB" dirty="0"/>
              <a:t> </a:t>
            </a:r>
            <a:r>
              <a:rPr lang="en-GB" dirty="0" err="1"/>
              <a:t>level</a:t>
            </a:r>
            <a:endParaRPr lang="en-GB" dirty="0"/>
          </a:p>
          <a:p>
            <a:pPr lvl="4"/>
            <a:r>
              <a:rPr lang="en-GB" dirty="0"/>
              <a:t>Fifth </a:t>
            </a:r>
            <a:r>
              <a:rPr lang="en-GB" dirty="0" err="1"/>
              <a:t>level</a:t>
            </a:r>
            <a:endParaRPr lang="en-GB" dirty="0"/>
          </a:p>
        </p:txBody>
      </p:sp>
      <p:sp>
        <p:nvSpPr>
          <p:cNvPr id="13" name="Date Placeholder 12">
            <a:extLst>
              <a:ext uri="{FF2B5EF4-FFF2-40B4-BE49-F238E27FC236}">
                <a16:creationId xmlns:a16="http://schemas.microsoft.com/office/drawing/2014/main" id="{3F302217-B569-449A-8422-B6650C9BB084}"/>
              </a:ext>
            </a:extLst>
          </p:cNvPr>
          <p:cNvSpPr>
            <a:spLocks noGrp="1"/>
          </p:cNvSpPr>
          <p:nvPr>
            <p:ph type="dt" sz="half" idx="16"/>
          </p:nvPr>
        </p:nvSpPr>
        <p:spPr/>
        <p:txBody>
          <a:bodyPr/>
          <a:lstStyle/>
          <a:p>
            <a:fld id="{1D8BD707-D9CF-40AE-B4C6-C98DA3205C09}" type="datetimeFigureOut">
              <a:rPr lang="en-US" smtClean="0"/>
              <a:t>2/26/24</a:t>
            </a:fld>
            <a:endParaRPr lang="en-US"/>
          </a:p>
        </p:txBody>
      </p:sp>
      <p:sp>
        <p:nvSpPr>
          <p:cNvPr id="14" name="Footer Placeholder 13">
            <a:extLst>
              <a:ext uri="{FF2B5EF4-FFF2-40B4-BE49-F238E27FC236}">
                <a16:creationId xmlns:a16="http://schemas.microsoft.com/office/drawing/2014/main" id="{DF36464C-AEF7-4BFD-9A97-813102BCA484}"/>
              </a:ext>
            </a:extLst>
          </p:cNvPr>
          <p:cNvSpPr>
            <a:spLocks noGrp="1"/>
          </p:cNvSpPr>
          <p:nvPr>
            <p:ph type="ftr" sz="quarter" idx="17"/>
          </p:nvPr>
        </p:nvSpPr>
        <p:spPr/>
        <p:txBody>
          <a:bodyPr/>
          <a:lstStyle/>
          <a:p>
            <a:endParaRPr lang="da-DK"/>
          </a:p>
        </p:txBody>
      </p:sp>
      <p:sp>
        <p:nvSpPr>
          <p:cNvPr id="24" name="Slide Number Placeholder 23">
            <a:extLst>
              <a:ext uri="{FF2B5EF4-FFF2-40B4-BE49-F238E27FC236}">
                <a16:creationId xmlns:a16="http://schemas.microsoft.com/office/drawing/2014/main" id="{58D7263E-B2E5-4CB9-9AAF-C0006E4A0400}"/>
              </a:ext>
            </a:extLst>
          </p:cNvPr>
          <p:cNvSpPr>
            <a:spLocks noGrp="1"/>
          </p:cNvSpPr>
          <p:nvPr>
            <p:ph type="sldNum" sz="quarter" idx="18"/>
          </p:nvPr>
        </p:nvSpPr>
        <p:spPr/>
        <p:txBody>
          <a:bodyPr/>
          <a:lstStyle/>
          <a:p>
            <a:fld id="{B6F15528-21DE-4FAA-801E-634DDDAF4B2B}" type="slidenum">
              <a:rPr lang="da-DK" smtClean="0"/>
              <a:t>‹nr.›</a:t>
            </a:fld>
            <a:endParaRPr lang="da-DK"/>
          </a:p>
        </p:txBody>
      </p:sp>
      <p:sp>
        <p:nvSpPr>
          <p:cNvPr id="17" name="TextBox 16">
            <a:extLst>
              <a:ext uri="{FF2B5EF4-FFF2-40B4-BE49-F238E27FC236}">
                <a16:creationId xmlns:a16="http://schemas.microsoft.com/office/drawing/2014/main" id="{1BBAA208-28D6-470D-B539-73F9AC20E86C}"/>
              </a:ext>
            </a:extLst>
          </p:cNvPr>
          <p:cNvSpPr txBox="1"/>
          <p:nvPr/>
        </p:nvSpPr>
        <p:spPr>
          <a:xfrm>
            <a:off x="0" y="-349741"/>
            <a:ext cx="11457183" cy="323165"/>
          </a:xfrm>
          <a:prstGeom prst="rect">
            <a:avLst/>
          </a:prstGeom>
          <a:noFill/>
        </p:spPr>
        <p:txBody>
          <a:bodyPr wrap="square" lIns="0" tIns="0" rIns="0" bIns="0" rtlCol="0">
            <a:spAutoFit/>
          </a:bodyPr>
          <a:lstStyle/>
          <a:p>
            <a:r>
              <a:rPr lang="en-GB" sz="1050" b="1" noProof="1"/>
              <a:t>Skift baggrundsfarve. </a:t>
            </a:r>
            <a:r>
              <a:rPr lang="en-GB" sz="1050" noProof="1"/>
              <a:t>Højreklik på slidet og vælg </a:t>
            </a:r>
            <a:r>
              <a:rPr lang="en-GB" sz="1050" b="1" noProof="1"/>
              <a:t>Formatér baggrund</a:t>
            </a:r>
            <a:r>
              <a:rPr lang="en-GB" sz="1050" noProof="1"/>
              <a:t>. Klik på </a:t>
            </a:r>
            <a:r>
              <a:rPr lang="en-GB" sz="1050" b="1" noProof="1"/>
              <a:t>Fyld farve </a:t>
            </a:r>
            <a:r>
              <a:rPr lang="en-GB" sz="1050" noProof="1"/>
              <a:t>i Formater baggrund vinduet og vælg farve fra øverste række i SDU’s farve palette eller fra den brugerdefinerede farvepalette</a:t>
            </a:r>
            <a:endParaRPr lang="en-GB"/>
          </a:p>
        </p:txBody>
      </p:sp>
    </p:spTree>
    <p:extLst>
      <p:ext uri="{BB962C8B-B14F-4D97-AF65-F5344CB8AC3E}">
        <p14:creationId xmlns:p14="http://schemas.microsoft.com/office/powerpoint/2010/main" val="23932684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Fire indho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B9A67-E62D-400C-BC42-A3A96AAED25F}"/>
              </a:ext>
            </a:extLst>
          </p:cNvPr>
          <p:cNvSpPr>
            <a:spLocks noGrp="1"/>
          </p:cNvSpPr>
          <p:nvPr>
            <p:ph type="title" hasCustomPrompt="1"/>
          </p:nvPr>
        </p:nvSpPr>
        <p:spPr>
          <a:xfrm>
            <a:off x="410401" y="1028247"/>
            <a:ext cx="2502000" cy="432000"/>
          </a:xfrm>
        </p:spPr>
        <p:txBody>
          <a:bodyPr/>
          <a:lstStyle>
            <a:lvl1pPr>
              <a:lnSpc>
                <a:spcPct val="110000"/>
              </a:lnSpc>
              <a:defRPr sz="1200"/>
            </a:lvl1pPr>
          </a:lstStyle>
          <a:p>
            <a:r>
              <a:rPr lang="en-GB" noProof="0" dirty="0"/>
              <a:t>Klik for at tilføje underoverskrift</a:t>
            </a:r>
            <a:endParaRPr lang="en-GB"/>
          </a:p>
        </p:txBody>
      </p:sp>
      <p:sp>
        <p:nvSpPr>
          <p:cNvPr id="14" name="Content Placeholder 13">
            <a:extLst>
              <a:ext uri="{FF2B5EF4-FFF2-40B4-BE49-F238E27FC236}">
                <a16:creationId xmlns:a16="http://schemas.microsoft.com/office/drawing/2014/main" id="{E60E8CAC-51BD-4862-8B6E-BD3E315677C4}"/>
              </a:ext>
            </a:extLst>
          </p:cNvPr>
          <p:cNvSpPr>
            <a:spLocks noGrp="1"/>
          </p:cNvSpPr>
          <p:nvPr>
            <p:ph sz="quarter" idx="13" hasCustomPrompt="1"/>
          </p:nvPr>
        </p:nvSpPr>
        <p:spPr>
          <a:xfrm>
            <a:off x="411163" y="1475354"/>
            <a:ext cx="2502000" cy="4366646"/>
          </a:xfrm>
        </p:spPr>
        <p:txBody>
          <a:bodyPr/>
          <a:lstStyle>
            <a:lvl1pPr>
              <a:defRPr sz="1200"/>
            </a:lvl1pPr>
            <a:lvl2pPr>
              <a:defRPr sz="1200"/>
            </a:lvl2pPr>
            <a:lvl4pPr>
              <a:defRPr sz="1200"/>
            </a:lvl4pPr>
            <a:lvl5pPr>
              <a:defRPr sz="1200"/>
            </a:lvl5pPr>
          </a:lstStyle>
          <a:p>
            <a:pPr lvl="0"/>
            <a:r>
              <a:rPr lang="en-GB" noProof="0" dirty="0"/>
              <a:t>Klik for at tilføje tekst</a:t>
            </a:r>
            <a:endParaRPr lang="en-GB"/>
          </a:p>
          <a:p>
            <a:pPr lvl="1"/>
            <a:r>
              <a:rPr lang="en-GB" noProof="0" dirty="0"/>
              <a:t>Second </a:t>
            </a:r>
            <a:r>
              <a:rPr lang="en-GB" noProof="0" dirty="0" err="1"/>
              <a:t>level</a:t>
            </a:r>
            <a:endParaRPr lang="en-GB" noProof="0" dirty="0"/>
          </a:p>
          <a:p>
            <a:pPr lvl="2"/>
            <a:r>
              <a:rPr lang="en-GB" noProof="0" dirty="0"/>
              <a:t>Third </a:t>
            </a:r>
            <a:r>
              <a:rPr lang="en-GB" noProof="0" dirty="0" err="1"/>
              <a:t>level</a:t>
            </a:r>
            <a:endParaRPr lang="en-GB" noProof="0" dirty="0"/>
          </a:p>
          <a:p>
            <a:pPr lvl="3"/>
            <a:r>
              <a:rPr lang="en-GB" noProof="0" dirty="0" err="1"/>
              <a:t>Fourth</a:t>
            </a:r>
            <a:r>
              <a:rPr lang="en-GB" noProof="0" dirty="0"/>
              <a:t> </a:t>
            </a:r>
            <a:r>
              <a:rPr lang="en-GB" noProof="0" dirty="0" err="1"/>
              <a:t>level</a:t>
            </a:r>
            <a:endParaRPr lang="en-GB" noProof="0" dirty="0"/>
          </a:p>
          <a:p>
            <a:pPr lvl="4"/>
            <a:r>
              <a:rPr lang="en-GB" noProof="0" dirty="0"/>
              <a:t>Fifth </a:t>
            </a:r>
            <a:r>
              <a:rPr lang="en-GB" noProof="0" dirty="0" err="1"/>
              <a:t>level</a:t>
            </a:r>
            <a:endParaRPr lang="en-GB" noProof="0" dirty="0"/>
          </a:p>
        </p:txBody>
      </p:sp>
      <p:sp>
        <p:nvSpPr>
          <p:cNvPr id="15" name="Subtitle 2">
            <a:extLst>
              <a:ext uri="{FF2B5EF4-FFF2-40B4-BE49-F238E27FC236}">
                <a16:creationId xmlns:a16="http://schemas.microsoft.com/office/drawing/2014/main" id="{25135A09-8F8A-4D87-8C43-B3A0A80BE2F5}"/>
              </a:ext>
            </a:extLst>
          </p:cNvPr>
          <p:cNvSpPr>
            <a:spLocks noGrp="1"/>
          </p:cNvSpPr>
          <p:nvPr>
            <p:ph type="subTitle" idx="1" hasCustomPrompt="1"/>
          </p:nvPr>
        </p:nvSpPr>
        <p:spPr>
          <a:xfrm>
            <a:off x="3273164" y="1028246"/>
            <a:ext cx="2502000" cy="432000"/>
          </a:xfrm>
        </p:spPr>
        <p:txBody>
          <a:bodyPr/>
          <a:lstStyle>
            <a:lvl1pPr marL="0" indent="0" algn="l">
              <a:buNone/>
              <a:defRPr sz="12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noProof="0" dirty="0"/>
              <a:t>Klik for at tilføje underoverskrift</a:t>
            </a:r>
            <a:endParaRPr lang="en-GB"/>
          </a:p>
        </p:txBody>
      </p:sp>
      <p:sp>
        <p:nvSpPr>
          <p:cNvPr id="17" name="Content Placeholder 16">
            <a:extLst>
              <a:ext uri="{FF2B5EF4-FFF2-40B4-BE49-F238E27FC236}">
                <a16:creationId xmlns:a16="http://schemas.microsoft.com/office/drawing/2014/main" id="{462D92C6-668E-491E-B394-72897FAB3085}"/>
              </a:ext>
            </a:extLst>
          </p:cNvPr>
          <p:cNvSpPr>
            <a:spLocks noGrp="1"/>
          </p:cNvSpPr>
          <p:nvPr>
            <p:ph sz="quarter" idx="14" hasCustomPrompt="1"/>
          </p:nvPr>
        </p:nvSpPr>
        <p:spPr>
          <a:xfrm>
            <a:off x="3273163" y="1475354"/>
            <a:ext cx="2502000" cy="4366646"/>
          </a:xfrm>
        </p:spPr>
        <p:txBody>
          <a:bodyPr/>
          <a:lstStyle>
            <a:lvl1pPr>
              <a:defRPr sz="1200"/>
            </a:lvl1pPr>
            <a:lvl2pPr>
              <a:defRPr sz="1200"/>
            </a:lvl2pPr>
            <a:lvl4pPr>
              <a:defRPr sz="1200"/>
            </a:lvl4pPr>
            <a:lvl5pPr>
              <a:defRPr sz="1200"/>
            </a:lvl5pPr>
          </a:lstStyle>
          <a:p>
            <a:pPr lvl="0"/>
            <a:r>
              <a:rPr lang="en-GB" noProof="0" dirty="0"/>
              <a:t>Klik for at tilføje tekst</a:t>
            </a:r>
            <a:endParaRPr lang="en-GB"/>
          </a:p>
          <a:p>
            <a:pPr lvl="1"/>
            <a:r>
              <a:rPr lang="en-GB" noProof="0" dirty="0"/>
              <a:t>Second </a:t>
            </a:r>
            <a:r>
              <a:rPr lang="en-GB" noProof="0" dirty="0" err="1"/>
              <a:t>level</a:t>
            </a:r>
            <a:endParaRPr lang="en-GB" noProof="0" dirty="0"/>
          </a:p>
          <a:p>
            <a:pPr lvl="2"/>
            <a:r>
              <a:rPr lang="en-GB" noProof="0" dirty="0"/>
              <a:t>Third </a:t>
            </a:r>
            <a:r>
              <a:rPr lang="en-GB" noProof="0" dirty="0" err="1"/>
              <a:t>level</a:t>
            </a:r>
            <a:endParaRPr lang="en-GB" noProof="0" dirty="0"/>
          </a:p>
          <a:p>
            <a:pPr lvl="3"/>
            <a:r>
              <a:rPr lang="en-GB" noProof="0" dirty="0" err="1"/>
              <a:t>Fourth</a:t>
            </a:r>
            <a:r>
              <a:rPr lang="en-GB" noProof="0" dirty="0"/>
              <a:t> </a:t>
            </a:r>
            <a:r>
              <a:rPr lang="en-GB" noProof="0" dirty="0" err="1"/>
              <a:t>level</a:t>
            </a:r>
            <a:endParaRPr lang="en-GB" noProof="0" dirty="0"/>
          </a:p>
          <a:p>
            <a:pPr lvl="4"/>
            <a:r>
              <a:rPr lang="en-GB" noProof="0" dirty="0"/>
              <a:t>Fifth </a:t>
            </a:r>
            <a:r>
              <a:rPr lang="en-GB" noProof="0" dirty="0" err="1"/>
              <a:t>level</a:t>
            </a:r>
            <a:endParaRPr lang="en-GB" noProof="0" dirty="0"/>
          </a:p>
        </p:txBody>
      </p:sp>
      <p:sp>
        <p:nvSpPr>
          <p:cNvPr id="19" name="Text Placeholder 18">
            <a:extLst>
              <a:ext uri="{FF2B5EF4-FFF2-40B4-BE49-F238E27FC236}">
                <a16:creationId xmlns:a16="http://schemas.microsoft.com/office/drawing/2014/main" id="{C0F1B1F1-CA40-4EA4-AB68-69DBBD61ED9D}"/>
              </a:ext>
            </a:extLst>
          </p:cNvPr>
          <p:cNvSpPr>
            <a:spLocks noGrp="1"/>
          </p:cNvSpPr>
          <p:nvPr>
            <p:ph type="body" sz="quarter" idx="15" hasCustomPrompt="1"/>
          </p:nvPr>
        </p:nvSpPr>
        <p:spPr>
          <a:xfrm>
            <a:off x="6135163" y="1028246"/>
            <a:ext cx="2502000" cy="432000"/>
          </a:xfrm>
        </p:spPr>
        <p:txBody>
          <a:bodyPr/>
          <a:lstStyle>
            <a:lvl1pPr marL="0" indent="0">
              <a:buNone/>
              <a:defRPr sz="1200" b="1"/>
            </a:lvl1pPr>
            <a:lvl2pPr marL="252000" indent="0">
              <a:buNone/>
              <a:defRPr/>
            </a:lvl2pPr>
          </a:lstStyle>
          <a:p>
            <a:pPr lvl="0"/>
            <a:r>
              <a:rPr lang="en-GB" noProof="0" dirty="0"/>
              <a:t>Klik for at tilføje underoverskrift</a:t>
            </a:r>
            <a:endParaRPr lang="en-GB"/>
          </a:p>
        </p:txBody>
      </p:sp>
      <p:sp>
        <p:nvSpPr>
          <p:cNvPr id="21" name="Content Placeholder 20">
            <a:extLst>
              <a:ext uri="{FF2B5EF4-FFF2-40B4-BE49-F238E27FC236}">
                <a16:creationId xmlns:a16="http://schemas.microsoft.com/office/drawing/2014/main" id="{3DBEE0FF-2C0E-499E-ACAF-B6F421AF13D5}"/>
              </a:ext>
            </a:extLst>
          </p:cNvPr>
          <p:cNvSpPr>
            <a:spLocks noGrp="1"/>
          </p:cNvSpPr>
          <p:nvPr>
            <p:ph sz="quarter" idx="16" hasCustomPrompt="1"/>
          </p:nvPr>
        </p:nvSpPr>
        <p:spPr>
          <a:xfrm>
            <a:off x="6135163" y="1475354"/>
            <a:ext cx="2502000" cy="4366646"/>
          </a:xfrm>
        </p:spPr>
        <p:txBody>
          <a:bodyPr/>
          <a:lstStyle>
            <a:lvl1pPr>
              <a:defRPr sz="1200"/>
            </a:lvl1pPr>
            <a:lvl2pPr>
              <a:defRPr sz="1200"/>
            </a:lvl2pPr>
            <a:lvl4pPr>
              <a:defRPr sz="1200"/>
            </a:lvl4pPr>
            <a:lvl5pPr>
              <a:defRPr sz="1200"/>
            </a:lvl5pPr>
          </a:lstStyle>
          <a:p>
            <a:pPr lvl="0"/>
            <a:r>
              <a:rPr lang="en-GB" noProof="0" dirty="0"/>
              <a:t>Klik for at tilføje tekst</a:t>
            </a:r>
            <a:endParaRPr lang="en-GB"/>
          </a:p>
          <a:p>
            <a:pPr lvl="1"/>
            <a:r>
              <a:rPr lang="en-GB" noProof="0" dirty="0"/>
              <a:t>Second </a:t>
            </a:r>
            <a:r>
              <a:rPr lang="en-GB" noProof="0" dirty="0" err="1"/>
              <a:t>level</a:t>
            </a:r>
            <a:endParaRPr lang="en-GB" noProof="0" dirty="0"/>
          </a:p>
          <a:p>
            <a:pPr lvl="2"/>
            <a:r>
              <a:rPr lang="en-GB" noProof="0" dirty="0"/>
              <a:t>Third </a:t>
            </a:r>
            <a:r>
              <a:rPr lang="en-GB" noProof="0" dirty="0" err="1"/>
              <a:t>level</a:t>
            </a:r>
            <a:endParaRPr lang="en-GB" noProof="0" dirty="0"/>
          </a:p>
          <a:p>
            <a:pPr lvl="3"/>
            <a:r>
              <a:rPr lang="en-GB" noProof="0" dirty="0" err="1"/>
              <a:t>Fourth</a:t>
            </a:r>
            <a:r>
              <a:rPr lang="en-GB" noProof="0" dirty="0"/>
              <a:t> </a:t>
            </a:r>
            <a:r>
              <a:rPr lang="en-GB" noProof="0" dirty="0" err="1"/>
              <a:t>level</a:t>
            </a:r>
            <a:endParaRPr lang="en-GB" noProof="0" dirty="0"/>
          </a:p>
          <a:p>
            <a:pPr lvl="4"/>
            <a:r>
              <a:rPr lang="en-GB" noProof="0" dirty="0"/>
              <a:t>Fifth </a:t>
            </a:r>
            <a:r>
              <a:rPr lang="en-GB" noProof="0" dirty="0" err="1"/>
              <a:t>level</a:t>
            </a:r>
            <a:endParaRPr lang="en-GB" noProof="0" dirty="0"/>
          </a:p>
        </p:txBody>
      </p:sp>
      <p:sp>
        <p:nvSpPr>
          <p:cNvPr id="23" name="Text Placeholder 22">
            <a:extLst>
              <a:ext uri="{FF2B5EF4-FFF2-40B4-BE49-F238E27FC236}">
                <a16:creationId xmlns:a16="http://schemas.microsoft.com/office/drawing/2014/main" id="{F091117C-5AED-4416-88BA-F1C88ACD7A25}"/>
              </a:ext>
            </a:extLst>
          </p:cNvPr>
          <p:cNvSpPr>
            <a:spLocks noGrp="1"/>
          </p:cNvSpPr>
          <p:nvPr>
            <p:ph type="body" sz="quarter" idx="17" hasCustomPrompt="1"/>
          </p:nvPr>
        </p:nvSpPr>
        <p:spPr>
          <a:xfrm>
            <a:off x="8997162" y="1028247"/>
            <a:ext cx="2502000" cy="432000"/>
          </a:xfrm>
        </p:spPr>
        <p:txBody>
          <a:bodyPr/>
          <a:lstStyle>
            <a:lvl1pPr marL="0" indent="0">
              <a:buNone/>
              <a:defRPr sz="1200" b="1"/>
            </a:lvl1pPr>
            <a:lvl2pPr marL="252000" indent="0">
              <a:buNone/>
              <a:defRPr/>
            </a:lvl2pPr>
          </a:lstStyle>
          <a:p>
            <a:pPr lvl="0"/>
            <a:r>
              <a:rPr lang="en-GB" noProof="0" dirty="0"/>
              <a:t>Klik for at tilføje underoverskrift</a:t>
            </a:r>
            <a:endParaRPr lang="en-GB"/>
          </a:p>
        </p:txBody>
      </p:sp>
      <p:sp>
        <p:nvSpPr>
          <p:cNvPr id="25" name="Content Placeholder 24">
            <a:extLst>
              <a:ext uri="{FF2B5EF4-FFF2-40B4-BE49-F238E27FC236}">
                <a16:creationId xmlns:a16="http://schemas.microsoft.com/office/drawing/2014/main" id="{C66F31E1-769E-4E9A-9DCC-2C64321A89C1}"/>
              </a:ext>
            </a:extLst>
          </p:cNvPr>
          <p:cNvSpPr>
            <a:spLocks noGrp="1"/>
          </p:cNvSpPr>
          <p:nvPr>
            <p:ph sz="quarter" idx="18" hasCustomPrompt="1"/>
          </p:nvPr>
        </p:nvSpPr>
        <p:spPr>
          <a:xfrm>
            <a:off x="8997161" y="1475354"/>
            <a:ext cx="2501999" cy="4366646"/>
          </a:xfrm>
        </p:spPr>
        <p:txBody>
          <a:bodyPr/>
          <a:lstStyle>
            <a:lvl1pPr>
              <a:defRPr sz="1200"/>
            </a:lvl1pPr>
            <a:lvl2pPr>
              <a:defRPr sz="1200"/>
            </a:lvl2pPr>
            <a:lvl4pPr>
              <a:defRPr sz="1200"/>
            </a:lvl4pPr>
            <a:lvl5pPr>
              <a:defRPr sz="1200"/>
            </a:lvl5pPr>
          </a:lstStyle>
          <a:p>
            <a:pPr lvl="0"/>
            <a:r>
              <a:rPr lang="en-GB" noProof="0" dirty="0"/>
              <a:t>Klik for at tilføje tekst</a:t>
            </a:r>
            <a:endParaRPr lang="en-GB"/>
          </a:p>
          <a:p>
            <a:pPr lvl="1"/>
            <a:r>
              <a:rPr lang="en-GB" noProof="0" dirty="0"/>
              <a:t>Second </a:t>
            </a:r>
            <a:r>
              <a:rPr lang="en-GB" noProof="0" dirty="0" err="1"/>
              <a:t>level</a:t>
            </a:r>
            <a:endParaRPr lang="en-GB" noProof="0" dirty="0"/>
          </a:p>
          <a:p>
            <a:pPr lvl="2"/>
            <a:r>
              <a:rPr lang="en-GB" noProof="0" dirty="0"/>
              <a:t>Third </a:t>
            </a:r>
            <a:r>
              <a:rPr lang="en-GB" noProof="0" dirty="0" err="1"/>
              <a:t>level</a:t>
            </a:r>
            <a:endParaRPr lang="en-GB" noProof="0" dirty="0"/>
          </a:p>
          <a:p>
            <a:pPr lvl="3"/>
            <a:r>
              <a:rPr lang="en-GB" noProof="0" dirty="0" err="1"/>
              <a:t>Fourth</a:t>
            </a:r>
            <a:r>
              <a:rPr lang="en-GB" noProof="0" dirty="0"/>
              <a:t> </a:t>
            </a:r>
            <a:r>
              <a:rPr lang="en-GB" noProof="0" dirty="0" err="1"/>
              <a:t>level</a:t>
            </a:r>
            <a:endParaRPr lang="en-GB" noProof="0" dirty="0"/>
          </a:p>
          <a:p>
            <a:pPr lvl="4"/>
            <a:r>
              <a:rPr lang="en-GB" noProof="0" dirty="0"/>
              <a:t>Fifth </a:t>
            </a:r>
            <a:r>
              <a:rPr lang="en-GB" noProof="0" dirty="0" err="1"/>
              <a:t>level</a:t>
            </a:r>
            <a:endParaRPr lang="en-GB" noProof="0" dirty="0"/>
          </a:p>
        </p:txBody>
      </p:sp>
      <p:sp>
        <p:nvSpPr>
          <p:cNvPr id="28" name="Date Placeholder 14">
            <a:extLst>
              <a:ext uri="{FF2B5EF4-FFF2-40B4-BE49-F238E27FC236}">
                <a16:creationId xmlns:a16="http://schemas.microsoft.com/office/drawing/2014/main" id="{1DCD95D8-07B6-42C0-8767-A640B7CA8534}"/>
              </a:ext>
            </a:extLst>
          </p:cNvPr>
          <p:cNvSpPr txBox="1">
            <a:spLocks/>
          </p:cNvSpPr>
          <p:nvPr/>
        </p:nvSpPr>
        <p:spPr>
          <a:xfrm>
            <a:off x="0" y="6912000"/>
            <a:ext cx="0" cy="0"/>
          </a:xfrm>
          <a:prstGeom prst="rect">
            <a:avLst/>
          </a:prstGeom>
        </p:spPr>
        <p:txBody>
          <a:bodyPr vert="horz" lIns="91440" tIns="45720" rIns="91440" bIns="45720" rtlCol="0" anchor="ctr"/>
          <a:lstStyle>
            <a:defPPr>
              <a:defRPr lang="en-US"/>
            </a:defPPr>
            <a:lvl1pPr marL="0" algn="l" defTabSz="914400" rtl="0" eaLnBrk="1" latinLnBrk="0" hangingPunct="1">
              <a:defRPr sz="100"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1A13B18-F5ED-4611-8DBB-F05123AFBA22}" type="datetimeFigureOut">
              <a:rPr lang="en-GB" smtClean="0"/>
              <a:pPr/>
              <a:t>26/02/2024</a:t>
            </a:fld>
            <a:endParaRPr lang="en-GB" dirty="0"/>
          </a:p>
        </p:txBody>
      </p:sp>
      <p:sp>
        <p:nvSpPr>
          <p:cNvPr id="5" name="Date Placeholder 4">
            <a:extLst>
              <a:ext uri="{FF2B5EF4-FFF2-40B4-BE49-F238E27FC236}">
                <a16:creationId xmlns:a16="http://schemas.microsoft.com/office/drawing/2014/main" id="{8E588C40-671D-463C-8463-D77B96C28D88}"/>
              </a:ext>
            </a:extLst>
          </p:cNvPr>
          <p:cNvSpPr>
            <a:spLocks noGrp="1"/>
          </p:cNvSpPr>
          <p:nvPr>
            <p:ph type="dt" sz="half" idx="19"/>
          </p:nvPr>
        </p:nvSpPr>
        <p:spPr/>
        <p:txBody>
          <a:bodyPr/>
          <a:lstStyle/>
          <a:p>
            <a:fld id="{1D8BD707-D9CF-40AE-B4C6-C98DA3205C09}" type="datetimeFigureOut">
              <a:rPr lang="en-US" smtClean="0"/>
              <a:t>2/26/24</a:t>
            </a:fld>
            <a:endParaRPr lang="en-US"/>
          </a:p>
        </p:txBody>
      </p:sp>
      <p:sp>
        <p:nvSpPr>
          <p:cNvPr id="6" name="Footer Placeholder 5">
            <a:extLst>
              <a:ext uri="{FF2B5EF4-FFF2-40B4-BE49-F238E27FC236}">
                <a16:creationId xmlns:a16="http://schemas.microsoft.com/office/drawing/2014/main" id="{2846E2E0-2E23-491A-B165-353CDF3F79E2}"/>
              </a:ext>
            </a:extLst>
          </p:cNvPr>
          <p:cNvSpPr>
            <a:spLocks noGrp="1"/>
          </p:cNvSpPr>
          <p:nvPr>
            <p:ph type="ftr" sz="quarter" idx="20"/>
          </p:nvPr>
        </p:nvSpPr>
        <p:spPr/>
        <p:txBody>
          <a:bodyPr/>
          <a:lstStyle/>
          <a:p>
            <a:endParaRPr lang="da-DK"/>
          </a:p>
        </p:txBody>
      </p:sp>
      <p:sp>
        <p:nvSpPr>
          <p:cNvPr id="7" name="Slide Number Placeholder 6">
            <a:extLst>
              <a:ext uri="{FF2B5EF4-FFF2-40B4-BE49-F238E27FC236}">
                <a16:creationId xmlns:a16="http://schemas.microsoft.com/office/drawing/2014/main" id="{35B93800-6F51-413B-BA21-0A9967FF3386}"/>
              </a:ext>
            </a:extLst>
          </p:cNvPr>
          <p:cNvSpPr>
            <a:spLocks noGrp="1"/>
          </p:cNvSpPr>
          <p:nvPr>
            <p:ph type="sldNum" sz="quarter" idx="21"/>
          </p:nvPr>
        </p:nvSpPr>
        <p:spPr/>
        <p:txBody>
          <a:bodyPr/>
          <a:lstStyle/>
          <a:p>
            <a:fld id="{B6F15528-21DE-4FAA-801E-634DDDAF4B2B}" type="slidenum">
              <a:rPr lang="da-DK" smtClean="0"/>
              <a:t>‹nr.›</a:t>
            </a:fld>
            <a:endParaRPr lang="da-DK"/>
          </a:p>
        </p:txBody>
      </p:sp>
    </p:spTree>
    <p:extLst>
      <p:ext uri="{BB962C8B-B14F-4D97-AF65-F5344CB8AC3E}">
        <p14:creationId xmlns:p14="http://schemas.microsoft.com/office/powerpoint/2010/main" val="14814075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Billede og indhold">
    <p:spTree>
      <p:nvGrpSpPr>
        <p:cNvPr id="1" name=""/>
        <p:cNvGrpSpPr/>
        <p:nvPr/>
      </p:nvGrpSpPr>
      <p:grpSpPr>
        <a:xfrm>
          <a:off x="0" y="0"/>
          <a:ext cx="0" cy="0"/>
          <a:chOff x="0" y="0"/>
          <a:chExt cx="0" cy="0"/>
        </a:xfrm>
      </p:grpSpPr>
      <p:sp>
        <p:nvSpPr>
          <p:cNvPr id="10" name="Pladsholder til billede 3"/>
          <p:cNvSpPr>
            <a:spLocks noGrp="1"/>
          </p:cNvSpPr>
          <p:nvPr>
            <p:ph type="pic" sz="quarter" idx="13" hasCustomPrompt="1"/>
          </p:nvPr>
        </p:nvSpPr>
        <p:spPr>
          <a:xfrm>
            <a:off x="0" y="0"/>
            <a:ext cx="6099300" cy="6858000"/>
          </a:xfrm>
          <a:solidFill>
            <a:schemeClr val="bg1"/>
          </a:solidFill>
        </p:spPr>
        <p:txBody>
          <a:bodyPr/>
          <a:lstStyle>
            <a:lvl1pPr marL="0" indent="0" algn="ctr">
              <a:buNone/>
              <a:defRPr sz="1200"/>
            </a:lvl1pPr>
          </a:lstStyle>
          <a:p>
            <a:r>
              <a:rPr lang="en-GB" dirty="0"/>
              <a:t>Vælg pladsholderen og indsæt billede via Templafy/Skyfish eller ikon eller logo via Templafy/Billeder</a:t>
            </a:r>
            <a:endParaRPr lang="en-GB"/>
          </a:p>
        </p:txBody>
      </p:sp>
      <p:sp>
        <p:nvSpPr>
          <p:cNvPr id="8" name="Titel 1"/>
          <p:cNvSpPr>
            <a:spLocks noGrp="1"/>
          </p:cNvSpPr>
          <p:nvPr>
            <p:ph type="title" hasCustomPrompt="1"/>
          </p:nvPr>
        </p:nvSpPr>
        <p:spPr>
          <a:xfrm>
            <a:off x="6692401" y="1076109"/>
            <a:ext cx="4680000" cy="1822734"/>
          </a:xfrm>
        </p:spPr>
        <p:txBody>
          <a:bodyPr/>
          <a:lstStyle>
            <a:lvl1pPr>
              <a:defRPr/>
            </a:lvl1pPr>
          </a:lstStyle>
          <a:p>
            <a:r>
              <a:rPr lang="en-GB" dirty="0"/>
              <a:t>Klik for at tilføje overskrift, maksimalt 3 linjer</a:t>
            </a:r>
            <a:endParaRPr lang="en-GB"/>
          </a:p>
        </p:txBody>
      </p:sp>
      <p:sp>
        <p:nvSpPr>
          <p:cNvPr id="6" name="Content Placeholder 5">
            <a:extLst>
              <a:ext uri="{FF2B5EF4-FFF2-40B4-BE49-F238E27FC236}">
                <a16:creationId xmlns:a16="http://schemas.microsoft.com/office/drawing/2014/main" id="{C4256969-981A-4869-9324-B595DF89D12E}"/>
              </a:ext>
            </a:extLst>
          </p:cNvPr>
          <p:cNvSpPr>
            <a:spLocks noGrp="1"/>
          </p:cNvSpPr>
          <p:nvPr>
            <p:ph sz="quarter" idx="19" hasCustomPrompt="1"/>
          </p:nvPr>
        </p:nvSpPr>
        <p:spPr>
          <a:xfrm>
            <a:off x="6692400" y="3387600"/>
            <a:ext cx="4680000" cy="2466000"/>
          </a:xfrm>
        </p:spPr>
        <p:txBody>
          <a:bodyPr/>
          <a:lstStyle>
            <a:lvl1pPr>
              <a:defRPr/>
            </a:lvl1pPr>
          </a:lstStyle>
          <a:p>
            <a:pPr lvl="0"/>
            <a:r>
              <a:rPr lang="en-GB" dirty="0"/>
              <a:t>Klik for at tilføje tekst</a:t>
            </a:r>
            <a:endParaRPr lang="en-GB"/>
          </a:p>
          <a:p>
            <a:pPr lvl="1"/>
            <a:r>
              <a:rPr lang="en-GB" dirty="0"/>
              <a:t>Second </a:t>
            </a:r>
            <a:r>
              <a:rPr lang="en-GB" dirty="0" err="1"/>
              <a:t>level</a:t>
            </a:r>
            <a:endParaRPr lang="en-GB" dirty="0"/>
          </a:p>
          <a:p>
            <a:pPr lvl="2"/>
            <a:r>
              <a:rPr lang="en-GB" dirty="0"/>
              <a:t>Third </a:t>
            </a:r>
            <a:r>
              <a:rPr lang="en-GB" dirty="0" err="1"/>
              <a:t>level</a:t>
            </a:r>
            <a:endParaRPr lang="en-GB" dirty="0"/>
          </a:p>
          <a:p>
            <a:pPr lvl="3"/>
            <a:r>
              <a:rPr lang="en-GB" dirty="0" err="1"/>
              <a:t>Fourth</a:t>
            </a:r>
            <a:r>
              <a:rPr lang="en-GB" dirty="0"/>
              <a:t> </a:t>
            </a:r>
            <a:r>
              <a:rPr lang="en-GB" dirty="0" err="1"/>
              <a:t>level</a:t>
            </a:r>
            <a:endParaRPr lang="en-GB" dirty="0"/>
          </a:p>
          <a:p>
            <a:pPr lvl="4"/>
            <a:r>
              <a:rPr lang="en-GB" dirty="0"/>
              <a:t>Fifth </a:t>
            </a:r>
            <a:r>
              <a:rPr lang="en-GB" dirty="0" err="1"/>
              <a:t>level</a:t>
            </a:r>
            <a:endParaRPr lang="en-GB" dirty="0"/>
          </a:p>
        </p:txBody>
      </p:sp>
      <p:sp>
        <p:nvSpPr>
          <p:cNvPr id="14" name="text" descr="{&quot;templafy&quot;:{&quot;id&quot;:&quot;19392b15-c614-4755-aea8-28d38b6bbe91&quot;}}" title="UserProfile.Institut.InstituteDCU_{{DocumentLanguage}}">
            <a:extLst>
              <a:ext uri="{FF2B5EF4-FFF2-40B4-BE49-F238E27FC236}">
                <a16:creationId xmlns:a16="http://schemas.microsoft.com/office/drawing/2014/main" id="{060969B2-E177-4704-95D4-119A98BB90C5}"/>
              </a:ext>
            </a:extLst>
          </p:cNvPr>
          <p:cNvSpPr txBox="1">
            <a:spLocks/>
          </p:cNvSpPr>
          <p:nvPr/>
        </p:nvSpPr>
        <p:spPr>
          <a:xfrm>
            <a:off x="6692400" y="249585"/>
            <a:ext cx="4680000" cy="478677"/>
          </a:xfrm>
          <a:prstGeom prst="rect">
            <a:avLst/>
          </a:prstGeom>
          <a:noFill/>
        </p:spPr>
        <p:txBody>
          <a:bodyPr wrap="square" lIns="10800" tIns="0" rIns="0" bIns="90000" anchor="b" anchorCtr="0">
            <a:noAutofit/>
          </a:bodyPr>
          <a:lstStyle>
            <a:lvl1pPr marL="0" indent="0" algn="l" defTabSz="914400" rtl="0" eaLnBrk="1" latinLnBrk="0" hangingPunct="1">
              <a:lnSpc>
                <a:spcPct val="90000"/>
              </a:lnSpc>
              <a:spcBef>
                <a:spcPts val="0"/>
              </a:spcBef>
              <a:buFont typeface="Arial" panose="020B0604020202020204" pitchFamily="34" charset="0"/>
              <a:buNone/>
              <a:defRPr sz="1400" b="1"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GB" dirty="0"/>
              <a:t>The Maersk Mc-Kinney Moller Institute</a:t>
            </a:r>
          </a:p>
        </p:txBody>
      </p:sp>
      <p:sp>
        <p:nvSpPr>
          <p:cNvPr id="16" name="sdu.dk">
            <a:extLst>
              <a:ext uri="{FF2B5EF4-FFF2-40B4-BE49-F238E27FC236}">
                <a16:creationId xmlns:a16="http://schemas.microsoft.com/office/drawing/2014/main" id="{406E07B7-D9E4-488D-BA7B-56AC0D1DDD05}"/>
              </a:ext>
            </a:extLst>
          </p:cNvPr>
          <p:cNvSpPr/>
          <p:nvPr/>
        </p:nvSpPr>
        <p:spPr>
          <a:xfrm rot="5400000">
            <a:off x="11480800" y="721379"/>
            <a:ext cx="914400" cy="3765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1100" b="1" noProof="1">
                <a:solidFill>
                  <a:schemeClr val="tx1"/>
                </a:solidFill>
              </a:rPr>
              <a:t>sdu.dk</a:t>
            </a:r>
            <a:endParaRPr lang="en-GB"/>
          </a:p>
        </p:txBody>
      </p:sp>
      <p:sp>
        <p:nvSpPr>
          <p:cNvPr id="17" name="#sdudk">
            <a:extLst>
              <a:ext uri="{FF2B5EF4-FFF2-40B4-BE49-F238E27FC236}">
                <a16:creationId xmlns:a16="http://schemas.microsoft.com/office/drawing/2014/main" id="{CD1A1828-0ED2-4AFE-8C5E-683996CBAF9D}"/>
              </a:ext>
            </a:extLst>
          </p:cNvPr>
          <p:cNvSpPr/>
          <p:nvPr/>
        </p:nvSpPr>
        <p:spPr>
          <a:xfrm rot="5400000">
            <a:off x="11482792" y="2027544"/>
            <a:ext cx="914400" cy="3765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1100" b="1" noProof="1">
                <a:solidFill>
                  <a:schemeClr val="tx1"/>
                </a:solidFill>
              </a:rPr>
              <a:t>#sdudk</a:t>
            </a:r>
            <a:endParaRPr lang="en-GB"/>
          </a:p>
        </p:txBody>
      </p:sp>
      <p:cxnSp>
        <p:nvCxnSpPr>
          <p:cNvPr id="18" name="Straight Connector 17">
            <a:extLst>
              <a:ext uri="{FF2B5EF4-FFF2-40B4-BE49-F238E27FC236}">
                <a16:creationId xmlns:a16="http://schemas.microsoft.com/office/drawing/2014/main" id="{B68D6574-D545-4AC1-804C-76EBF3BEC544}"/>
              </a:ext>
            </a:extLst>
          </p:cNvPr>
          <p:cNvCxnSpPr>
            <a:cxnSpLocks/>
          </p:cNvCxnSpPr>
          <p:nvPr/>
        </p:nvCxnSpPr>
        <p:spPr>
          <a:xfrm>
            <a:off x="6691637" y="715665"/>
            <a:ext cx="699211"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date" descr="{&quot;templafy&quot;:{&quot;id&quot;:&quot;7c8a4e8f-f1eb-4af7-b254-c88f4a86ec48&quot;}}" title="Form.Date">
            <a:extLst>
              <a:ext uri="{FF2B5EF4-FFF2-40B4-BE49-F238E27FC236}">
                <a16:creationId xmlns:a16="http://schemas.microsoft.com/office/drawing/2014/main" id="{38150A77-BE4E-404D-B314-A1C41C791C1B}"/>
              </a:ext>
            </a:extLst>
          </p:cNvPr>
          <p:cNvSpPr/>
          <p:nvPr/>
        </p:nvSpPr>
        <p:spPr>
          <a:xfrm>
            <a:off x="9156032" y="6349384"/>
            <a:ext cx="2624806" cy="1800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r"/>
            <a:r>
              <a:rPr lang="en-GB" sz="1200" b="0" dirty="0">
                <a:solidFill>
                  <a:schemeClr val="tx1"/>
                </a:solidFill>
              </a:rPr>
              <a:t>September 2020</a:t>
            </a:r>
          </a:p>
        </p:txBody>
      </p:sp>
      <p:pic>
        <p:nvPicPr>
          <p:cNvPr id="20" name="Logo black">
            <a:extLst>
              <a:ext uri="{FF2B5EF4-FFF2-40B4-BE49-F238E27FC236}">
                <a16:creationId xmlns:a16="http://schemas.microsoft.com/office/drawing/2014/main" id="{1421C492-A651-4EE4-BB8B-C6886E7B5C1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92400" y="6294893"/>
            <a:ext cx="784800" cy="211840"/>
          </a:xfrm>
          <a:prstGeom prst="rect">
            <a:avLst/>
          </a:prstGeom>
        </p:spPr>
      </p:pic>
      <p:sp>
        <p:nvSpPr>
          <p:cNvPr id="30" name="Date Placeholder 14">
            <a:extLst>
              <a:ext uri="{FF2B5EF4-FFF2-40B4-BE49-F238E27FC236}">
                <a16:creationId xmlns:a16="http://schemas.microsoft.com/office/drawing/2014/main" id="{2C4B35A0-F8F7-420F-9E06-CC0AAAA0B84F}"/>
              </a:ext>
            </a:extLst>
          </p:cNvPr>
          <p:cNvSpPr txBox="1">
            <a:spLocks/>
          </p:cNvSpPr>
          <p:nvPr/>
        </p:nvSpPr>
        <p:spPr>
          <a:xfrm>
            <a:off x="0" y="6912000"/>
            <a:ext cx="0" cy="0"/>
          </a:xfrm>
          <a:prstGeom prst="rect">
            <a:avLst/>
          </a:prstGeom>
        </p:spPr>
        <p:txBody>
          <a:bodyPr vert="horz" lIns="91440" tIns="45720" rIns="91440" bIns="45720" rtlCol="0" anchor="ctr"/>
          <a:lstStyle>
            <a:defPPr>
              <a:defRPr lang="en-US"/>
            </a:defPPr>
            <a:lvl1pPr marL="0" algn="l" defTabSz="914400" rtl="0" eaLnBrk="1" latinLnBrk="0" hangingPunct="1">
              <a:defRPr sz="100"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1A13B18-F5ED-4611-8DBB-F05123AFBA22}" type="datetimeFigureOut">
              <a:rPr lang="en-GB" smtClean="0"/>
              <a:pPr/>
              <a:t>26/02/2024</a:t>
            </a:fld>
            <a:endParaRPr lang="en-GB" dirty="0"/>
          </a:p>
        </p:txBody>
      </p:sp>
      <p:sp>
        <p:nvSpPr>
          <p:cNvPr id="22" name="TextBox 21">
            <a:extLst>
              <a:ext uri="{FF2B5EF4-FFF2-40B4-BE49-F238E27FC236}">
                <a16:creationId xmlns:a16="http://schemas.microsoft.com/office/drawing/2014/main" id="{7C94981C-CC58-4018-9B19-5053EFA6B6A9}"/>
              </a:ext>
            </a:extLst>
          </p:cNvPr>
          <p:cNvSpPr txBox="1"/>
          <p:nvPr/>
        </p:nvSpPr>
        <p:spPr>
          <a:xfrm>
            <a:off x="0" y="-349741"/>
            <a:ext cx="11457183" cy="323165"/>
          </a:xfrm>
          <a:prstGeom prst="rect">
            <a:avLst/>
          </a:prstGeom>
          <a:noFill/>
        </p:spPr>
        <p:txBody>
          <a:bodyPr wrap="square" lIns="0" tIns="0" rIns="0" bIns="0" rtlCol="0">
            <a:spAutoFit/>
          </a:bodyPr>
          <a:lstStyle/>
          <a:p>
            <a:r>
              <a:rPr lang="en-GB" sz="1050" b="1" noProof="1"/>
              <a:t>Skift baggrundsfarve. </a:t>
            </a:r>
            <a:r>
              <a:rPr lang="en-GB" sz="1050" noProof="1"/>
              <a:t>Højreklik på slidet og vælg </a:t>
            </a:r>
            <a:r>
              <a:rPr lang="en-GB" sz="1050" b="1" noProof="1"/>
              <a:t>Formatér baggrund</a:t>
            </a:r>
            <a:r>
              <a:rPr lang="en-GB" sz="1050" noProof="1"/>
              <a:t>. Klik på </a:t>
            </a:r>
            <a:r>
              <a:rPr lang="en-GB" sz="1050" b="1" noProof="1"/>
              <a:t>Fyld farve </a:t>
            </a:r>
            <a:r>
              <a:rPr lang="en-GB" sz="1050" noProof="1"/>
              <a:t>i Formater baggrund vinduet og vælg farve fra øverste række i SDU’s farve palette eller fra den brugerdefinerede farvepalette</a:t>
            </a:r>
            <a:endParaRPr lang="en-GB"/>
          </a:p>
        </p:txBody>
      </p:sp>
    </p:spTree>
    <p:extLst>
      <p:ext uri="{BB962C8B-B14F-4D97-AF65-F5344CB8AC3E}">
        <p14:creationId xmlns:p14="http://schemas.microsoft.com/office/powerpoint/2010/main" val="4301238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Billede og tekst (CV)">
    <p:spTree>
      <p:nvGrpSpPr>
        <p:cNvPr id="1" name=""/>
        <p:cNvGrpSpPr/>
        <p:nvPr/>
      </p:nvGrpSpPr>
      <p:grpSpPr>
        <a:xfrm>
          <a:off x="0" y="0"/>
          <a:ext cx="0" cy="0"/>
          <a:chOff x="0" y="0"/>
          <a:chExt cx="0" cy="0"/>
        </a:xfrm>
      </p:grpSpPr>
      <p:sp>
        <p:nvSpPr>
          <p:cNvPr id="7" name="Titel 1"/>
          <p:cNvSpPr>
            <a:spLocks noGrp="1"/>
          </p:cNvSpPr>
          <p:nvPr>
            <p:ph type="title" hasCustomPrompt="1"/>
          </p:nvPr>
        </p:nvSpPr>
        <p:spPr>
          <a:xfrm>
            <a:off x="6710399" y="1700213"/>
            <a:ext cx="4677070" cy="1436392"/>
          </a:xfrm>
        </p:spPr>
        <p:txBody>
          <a:bodyPr/>
          <a:lstStyle>
            <a:lvl1pPr>
              <a:defRPr sz="4800"/>
            </a:lvl1pPr>
          </a:lstStyle>
          <a:p>
            <a:r>
              <a:rPr lang="en-GB" dirty="0"/>
              <a:t>Overskrift i </a:t>
            </a:r>
            <a:r>
              <a:rPr lang="en-GB" dirty="0" err="1"/>
              <a:t>maks</a:t>
            </a:r>
            <a:r>
              <a:rPr lang="en-GB" dirty="0"/>
              <a:t> 2 linjer</a:t>
            </a:r>
            <a:endParaRPr lang="en-GB"/>
          </a:p>
        </p:txBody>
      </p:sp>
      <p:sp>
        <p:nvSpPr>
          <p:cNvPr id="15" name="Text Placeholder 4">
            <a:extLst>
              <a:ext uri="{FF2B5EF4-FFF2-40B4-BE49-F238E27FC236}">
                <a16:creationId xmlns:a16="http://schemas.microsoft.com/office/drawing/2014/main" id="{6FAAEFF0-FCE4-48D6-A0D1-A458F3CD3EB3}"/>
              </a:ext>
            </a:extLst>
          </p:cNvPr>
          <p:cNvSpPr>
            <a:spLocks noGrp="1"/>
          </p:cNvSpPr>
          <p:nvPr>
            <p:ph type="body" sz="quarter" idx="19" hasCustomPrompt="1"/>
          </p:nvPr>
        </p:nvSpPr>
        <p:spPr>
          <a:xfrm>
            <a:off x="6692202" y="3387600"/>
            <a:ext cx="4680000" cy="2466000"/>
          </a:xfrm>
        </p:spPr>
        <p:txBody>
          <a:bodyPr/>
          <a:lstStyle>
            <a:lvl1pPr>
              <a:defRPr/>
            </a:lvl1pPr>
          </a:lstStyle>
          <a:p>
            <a:pPr lvl="0"/>
            <a:r>
              <a:rPr lang="en-GB" dirty="0"/>
              <a:t>Klik for at tilføje tekst</a:t>
            </a:r>
            <a:endParaRPr lang="en-GB"/>
          </a:p>
          <a:p>
            <a:pPr lvl="1"/>
            <a:r>
              <a:rPr lang="en-GB" dirty="0"/>
              <a:t>Second </a:t>
            </a:r>
            <a:r>
              <a:rPr lang="en-GB" dirty="0" err="1"/>
              <a:t>level</a:t>
            </a:r>
            <a:endParaRPr lang="en-GB" dirty="0"/>
          </a:p>
          <a:p>
            <a:pPr lvl="2"/>
            <a:r>
              <a:rPr lang="en-GB" dirty="0"/>
              <a:t>Third </a:t>
            </a:r>
            <a:r>
              <a:rPr lang="en-GB" dirty="0" err="1"/>
              <a:t>level</a:t>
            </a:r>
            <a:endParaRPr lang="en-GB" dirty="0"/>
          </a:p>
          <a:p>
            <a:pPr lvl="3"/>
            <a:r>
              <a:rPr lang="en-GB" dirty="0" err="1"/>
              <a:t>Fourth</a:t>
            </a:r>
            <a:r>
              <a:rPr lang="en-GB" dirty="0"/>
              <a:t> </a:t>
            </a:r>
            <a:r>
              <a:rPr lang="en-GB" dirty="0" err="1"/>
              <a:t>level</a:t>
            </a:r>
            <a:endParaRPr lang="en-GB" dirty="0"/>
          </a:p>
          <a:p>
            <a:pPr lvl="4"/>
            <a:r>
              <a:rPr lang="en-GB" dirty="0"/>
              <a:t>Fifth </a:t>
            </a:r>
            <a:r>
              <a:rPr lang="en-GB" dirty="0" err="1"/>
              <a:t>level</a:t>
            </a:r>
            <a:endParaRPr lang="en-GB" dirty="0"/>
          </a:p>
        </p:txBody>
      </p:sp>
      <p:sp>
        <p:nvSpPr>
          <p:cNvPr id="6" name="Text Placeholder 5">
            <a:extLst>
              <a:ext uri="{FF2B5EF4-FFF2-40B4-BE49-F238E27FC236}">
                <a16:creationId xmlns:a16="http://schemas.microsoft.com/office/drawing/2014/main" id="{2F21E6D3-406B-4DA0-9B5A-6A2F208BAF71}"/>
              </a:ext>
            </a:extLst>
          </p:cNvPr>
          <p:cNvSpPr>
            <a:spLocks noGrp="1"/>
          </p:cNvSpPr>
          <p:nvPr>
            <p:ph type="body" sz="quarter" idx="18" hasCustomPrompt="1"/>
          </p:nvPr>
        </p:nvSpPr>
        <p:spPr>
          <a:xfrm>
            <a:off x="6710399" y="452437"/>
            <a:ext cx="4659277" cy="790493"/>
          </a:xfrm>
        </p:spPr>
        <p:txBody>
          <a:bodyPr anchor="b" anchorCtr="0"/>
          <a:lstStyle>
            <a:lvl1pPr marL="0" indent="0">
              <a:buFont typeface="Arial" panose="020B0604020202020204" pitchFamily="34" charset="0"/>
              <a:buNone/>
              <a:defRPr/>
            </a:lvl1pPr>
          </a:lstStyle>
          <a:p>
            <a:pPr lvl="0"/>
            <a:r>
              <a:rPr lang="en-GB" dirty="0"/>
              <a:t>Klik for at indsætte tekst (f.eks. job titel)</a:t>
            </a:r>
            <a:endParaRPr lang="en-GB"/>
          </a:p>
        </p:txBody>
      </p:sp>
      <p:sp>
        <p:nvSpPr>
          <p:cNvPr id="10" name="Pladsholder til billede 3"/>
          <p:cNvSpPr>
            <a:spLocks noGrp="1"/>
          </p:cNvSpPr>
          <p:nvPr>
            <p:ph type="pic" sz="quarter" idx="13" hasCustomPrompt="1"/>
          </p:nvPr>
        </p:nvSpPr>
        <p:spPr>
          <a:xfrm>
            <a:off x="411163" y="1016000"/>
            <a:ext cx="4043879" cy="4804038"/>
          </a:xfrm>
          <a:noFill/>
        </p:spPr>
        <p:txBody>
          <a:bodyPr/>
          <a:lstStyle>
            <a:lvl1pPr marL="0" indent="0" algn="ctr">
              <a:buNone/>
              <a:defRPr sz="1100"/>
            </a:lvl1pPr>
          </a:lstStyle>
          <a:p>
            <a:r>
              <a:rPr lang="en-GB" dirty="0"/>
              <a:t>Vælg pladsholderen og indsæt billede via Templafy/Skyfish eller ikon eller logo via Templafy/Billeder</a:t>
            </a:r>
            <a:endParaRPr lang="en-GB"/>
          </a:p>
        </p:txBody>
      </p:sp>
      <p:sp>
        <p:nvSpPr>
          <p:cNvPr id="18" name="Date Placeholder 14">
            <a:extLst>
              <a:ext uri="{FF2B5EF4-FFF2-40B4-BE49-F238E27FC236}">
                <a16:creationId xmlns:a16="http://schemas.microsoft.com/office/drawing/2014/main" id="{4AC2696B-BD55-4932-A36E-BCC4318F22B0}"/>
              </a:ext>
            </a:extLst>
          </p:cNvPr>
          <p:cNvSpPr txBox="1">
            <a:spLocks/>
          </p:cNvSpPr>
          <p:nvPr/>
        </p:nvSpPr>
        <p:spPr>
          <a:xfrm>
            <a:off x="0" y="6912000"/>
            <a:ext cx="0" cy="0"/>
          </a:xfrm>
          <a:prstGeom prst="rect">
            <a:avLst/>
          </a:prstGeom>
        </p:spPr>
        <p:txBody>
          <a:bodyPr vert="horz" lIns="91440" tIns="45720" rIns="91440" bIns="45720" rtlCol="0" anchor="ctr"/>
          <a:lstStyle>
            <a:defPPr>
              <a:defRPr lang="en-US"/>
            </a:defPPr>
            <a:lvl1pPr marL="0" algn="l" defTabSz="914400" rtl="0" eaLnBrk="1" latinLnBrk="0" hangingPunct="1">
              <a:defRPr sz="100"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1A13B18-F5ED-4611-8DBB-F05123AFBA22}" type="datetimeFigureOut">
              <a:rPr lang="en-GB" smtClean="0"/>
              <a:pPr/>
              <a:t>26/02/2024</a:t>
            </a:fld>
            <a:endParaRPr lang="en-GB" dirty="0"/>
          </a:p>
        </p:txBody>
      </p:sp>
      <p:sp>
        <p:nvSpPr>
          <p:cNvPr id="4" name="Date Placeholder 3">
            <a:extLst>
              <a:ext uri="{FF2B5EF4-FFF2-40B4-BE49-F238E27FC236}">
                <a16:creationId xmlns:a16="http://schemas.microsoft.com/office/drawing/2014/main" id="{01591D0A-163E-46D9-B4AE-DA2791457328}"/>
              </a:ext>
            </a:extLst>
          </p:cNvPr>
          <p:cNvSpPr>
            <a:spLocks noGrp="1"/>
          </p:cNvSpPr>
          <p:nvPr>
            <p:ph type="dt" sz="half" idx="20"/>
          </p:nvPr>
        </p:nvSpPr>
        <p:spPr/>
        <p:txBody>
          <a:bodyPr/>
          <a:lstStyle/>
          <a:p>
            <a:fld id="{1D8BD707-D9CF-40AE-B4C6-C98DA3205C09}" type="datetimeFigureOut">
              <a:rPr lang="en-US" smtClean="0"/>
              <a:t>2/26/24</a:t>
            </a:fld>
            <a:endParaRPr lang="en-US"/>
          </a:p>
        </p:txBody>
      </p:sp>
      <p:sp>
        <p:nvSpPr>
          <p:cNvPr id="5" name="Footer Placeholder 4">
            <a:extLst>
              <a:ext uri="{FF2B5EF4-FFF2-40B4-BE49-F238E27FC236}">
                <a16:creationId xmlns:a16="http://schemas.microsoft.com/office/drawing/2014/main" id="{CD31645F-3EEE-4ACC-9DE8-38B996FFAD12}"/>
              </a:ext>
            </a:extLst>
          </p:cNvPr>
          <p:cNvSpPr>
            <a:spLocks noGrp="1"/>
          </p:cNvSpPr>
          <p:nvPr>
            <p:ph type="ftr" sz="quarter" idx="21"/>
          </p:nvPr>
        </p:nvSpPr>
        <p:spPr/>
        <p:txBody>
          <a:bodyPr/>
          <a:lstStyle/>
          <a:p>
            <a:endParaRPr lang="da-DK"/>
          </a:p>
        </p:txBody>
      </p:sp>
      <p:sp>
        <p:nvSpPr>
          <p:cNvPr id="11" name="Slide Number Placeholder 10">
            <a:extLst>
              <a:ext uri="{FF2B5EF4-FFF2-40B4-BE49-F238E27FC236}">
                <a16:creationId xmlns:a16="http://schemas.microsoft.com/office/drawing/2014/main" id="{DA9685AE-678B-466E-B97B-590BC795CFDA}"/>
              </a:ext>
            </a:extLst>
          </p:cNvPr>
          <p:cNvSpPr>
            <a:spLocks noGrp="1"/>
          </p:cNvSpPr>
          <p:nvPr>
            <p:ph type="sldNum" sz="quarter" idx="22"/>
          </p:nvPr>
        </p:nvSpPr>
        <p:spPr/>
        <p:txBody>
          <a:bodyPr/>
          <a:lstStyle/>
          <a:p>
            <a:fld id="{B6F15528-21DE-4FAA-801E-634DDDAF4B2B}" type="slidenum">
              <a:rPr lang="da-DK" smtClean="0"/>
              <a:t>‹nr.›</a:t>
            </a:fld>
            <a:endParaRPr lang="da-DK"/>
          </a:p>
        </p:txBody>
      </p:sp>
      <p:sp>
        <p:nvSpPr>
          <p:cNvPr id="12" name="TextBox 11">
            <a:extLst>
              <a:ext uri="{FF2B5EF4-FFF2-40B4-BE49-F238E27FC236}">
                <a16:creationId xmlns:a16="http://schemas.microsoft.com/office/drawing/2014/main" id="{4E308762-F27B-4C02-A3F6-050482784129}"/>
              </a:ext>
            </a:extLst>
          </p:cNvPr>
          <p:cNvSpPr txBox="1"/>
          <p:nvPr/>
        </p:nvSpPr>
        <p:spPr>
          <a:xfrm>
            <a:off x="0" y="-349741"/>
            <a:ext cx="11457183" cy="323165"/>
          </a:xfrm>
          <a:prstGeom prst="rect">
            <a:avLst/>
          </a:prstGeom>
          <a:noFill/>
        </p:spPr>
        <p:txBody>
          <a:bodyPr wrap="square" lIns="0" tIns="0" rIns="0" bIns="0" rtlCol="0">
            <a:spAutoFit/>
          </a:bodyPr>
          <a:lstStyle/>
          <a:p>
            <a:r>
              <a:rPr lang="en-GB" sz="1050" b="1" noProof="1"/>
              <a:t>Skift baggrundsfarve. </a:t>
            </a:r>
            <a:r>
              <a:rPr lang="en-GB" sz="1050" noProof="1"/>
              <a:t>Højreklik på slidet og vælg </a:t>
            </a:r>
            <a:r>
              <a:rPr lang="en-GB" sz="1050" b="1" noProof="1"/>
              <a:t>Formatér baggrund</a:t>
            </a:r>
            <a:r>
              <a:rPr lang="en-GB" sz="1050" noProof="1"/>
              <a:t>. Klik på </a:t>
            </a:r>
            <a:r>
              <a:rPr lang="en-GB" sz="1050" b="1" noProof="1"/>
              <a:t>Fyld farve </a:t>
            </a:r>
            <a:r>
              <a:rPr lang="en-GB" sz="1050" noProof="1"/>
              <a:t>i Formater baggrund vinduet og vælg farve fra øverste række i SDU’s farve palette eller fra den brugerdefinerede farvepalette</a:t>
            </a:r>
            <a:endParaRPr lang="en-GB"/>
          </a:p>
        </p:txBody>
      </p:sp>
      <p:pic>
        <p:nvPicPr>
          <p:cNvPr id="13" name="Logo black">
            <a:extLst>
              <a:ext uri="{FF2B5EF4-FFF2-40B4-BE49-F238E27FC236}">
                <a16:creationId xmlns:a16="http://schemas.microsoft.com/office/drawing/2014/main" id="{16CDF92D-C78F-4CBE-853B-4E3CD39D2A5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3346" y="6294893"/>
            <a:ext cx="784800" cy="211840"/>
          </a:xfrm>
          <a:prstGeom prst="rect">
            <a:avLst/>
          </a:prstGeom>
        </p:spPr>
      </p:pic>
      <p:sp>
        <p:nvSpPr>
          <p:cNvPr id="14" name="text" descr="{&quot;templafy&quot;:{&quot;id&quot;:&quot;c5e3364f-695b-4164-8ae0-df0baedf3be1&quot;}}" title="UserProfile.Institut.InstituteDCU_{{DocumentLanguage}}">
            <a:extLst>
              <a:ext uri="{FF2B5EF4-FFF2-40B4-BE49-F238E27FC236}">
                <a16:creationId xmlns:a16="http://schemas.microsoft.com/office/drawing/2014/main" id="{DF6D8BC8-E65A-425F-8A88-41B507F8A632}"/>
              </a:ext>
            </a:extLst>
          </p:cNvPr>
          <p:cNvSpPr txBox="1">
            <a:spLocks/>
          </p:cNvSpPr>
          <p:nvPr/>
        </p:nvSpPr>
        <p:spPr>
          <a:xfrm>
            <a:off x="411160" y="442422"/>
            <a:ext cx="6027347" cy="284778"/>
          </a:xfrm>
          <a:prstGeom prst="rect">
            <a:avLst/>
          </a:prstGeom>
          <a:noFill/>
        </p:spPr>
        <p:txBody>
          <a:bodyPr wrap="square" lIns="10800" tIns="0" rIns="0" bIns="90000" anchor="b" anchorCtr="0">
            <a:spAutoFit/>
          </a:bodyPr>
          <a:lstStyle>
            <a:lvl1pPr marL="0" indent="0" algn="l" defTabSz="914400" rtl="0" eaLnBrk="1" latinLnBrk="0" hangingPunct="1">
              <a:lnSpc>
                <a:spcPct val="90000"/>
              </a:lnSpc>
              <a:spcBef>
                <a:spcPts val="0"/>
              </a:spcBef>
              <a:buFont typeface="Arial" panose="020B0604020202020204" pitchFamily="34" charset="0"/>
              <a:buNone/>
              <a:defRPr sz="1400" b="1"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GB"/>
              <a:t>The Maersk Mc-Kinney Moller Institute</a:t>
            </a:r>
          </a:p>
        </p:txBody>
      </p:sp>
      <p:cxnSp>
        <p:nvCxnSpPr>
          <p:cNvPr id="16" name="Straight Connector 15">
            <a:extLst>
              <a:ext uri="{FF2B5EF4-FFF2-40B4-BE49-F238E27FC236}">
                <a16:creationId xmlns:a16="http://schemas.microsoft.com/office/drawing/2014/main" id="{07D7BB8A-9FF7-4F5F-964E-11BE0AD89A9E}"/>
              </a:ext>
            </a:extLst>
          </p:cNvPr>
          <p:cNvCxnSpPr>
            <a:cxnSpLocks/>
          </p:cNvCxnSpPr>
          <p:nvPr/>
        </p:nvCxnSpPr>
        <p:spPr>
          <a:xfrm>
            <a:off x="410400" y="715665"/>
            <a:ext cx="699211"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EA0D29C7-1B08-47AE-80F0-21F12DFA77CE}"/>
              </a:ext>
            </a:extLst>
          </p:cNvPr>
          <p:cNvSpPr/>
          <p:nvPr/>
        </p:nvSpPr>
        <p:spPr>
          <a:xfrm rot="5400000">
            <a:off x="11480800" y="721379"/>
            <a:ext cx="914400" cy="3765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1100" b="1" noProof="1">
                <a:solidFill>
                  <a:schemeClr val="tx1"/>
                </a:solidFill>
              </a:rPr>
              <a:t>sdu.dk</a:t>
            </a:r>
            <a:endParaRPr lang="en-GB"/>
          </a:p>
        </p:txBody>
      </p:sp>
      <p:sp>
        <p:nvSpPr>
          <p:cNvPr id="19" name="Rectangle 18">
            <a:extLst>
              <a:ext uri="{FF2B5EF4-FFF2-40B4-BE49-F238E27FC236}">
                <a16:creationId xmlns:a16="http://schemas.microsoft.com/office/drawing/2014/main" id="{BBE87218-65BF-484A-9BC3-CFE3F6FD4ECC}"/>
              </a:ext>
            </a:extLst>
          </p:cNvPr>
          <p:cNvSpPr/>
          <p:nvPr/>
        </p:nvSpPr>
        <p:spPr>
          <a:xfrm rot="5400000">
            <a:off x="11482792" y="2027544"/>
            <a:ext cx="914400" cy="3765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1100" b="1" noProof="1">
                <a:solidFill>
                  <a:schemeClr val="tx1"/>
                </a:solidFill>
              </a:rPr>
              <a:t>#sdudk</a:t>
            </a:r>
            <a:endParaRPr lang="en-GB"/>
          </a:p>
        </p:txBody>
      </p:sp>
    </p:spTree>
    <p:extLst>
      <p:ext uri="{BB962C8B-B14F-4D97-AF65-F5344CB8AC3E}">
        <p14:creationId xmlns:p14="http://schemas.microsoft.com/office/powerpoint/2010/main" val="12576262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Overskrift og bille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14697" y="1700212"/>
            <a:ext cx="5367600" cy="4141787"/>
          </a:xfrm>
        </p:spPr>
        <p:txBody>
          <a:bodyPr anchor="t" anchorCtr="0"/>
          <a:lstStyle>
            <a:lvl1pPr algn="l">
              <a:lnSpc>
                <a:spcPct val="100000"/>
              </a:lnSpc>
              <a:defRPr sz="3600">
                <a:solidFill>
                  <a:schemeClr val="tx1"/>
                </a:solidFill>
              </a:defRPr>
            </a:lvl1pPr>
          </a:lstStyle>
          <a:p>
            <a:r>
              <a:rPr lang="en-GB" dirty="0"/>
              <a:t>Klik for at tilføje overskrift</a:t>
            </a:r>
            <a:endParaRPr lang="en-GB"/>
          </a:p>
        </p:txBody>
      </p:sp>
      <p:sp>
        <p:nvSpPr>
          <p:cNvPr id="14" name="Picture Placeholder 3">
            <a:extLst>
              <a:ext uri="{FF2B5EF4-FFF2-40B4-BE49-F238E27FC236}">
                <a16:creationId xmlns:a16="http://schemas.microsoft.com/office/drawing/2014/main" id="{BAC5FF5C-5A1F-4EF8-85A8-E1370E4FA7C5}"/>
              </a:ext>
            </a:extLst>
          </p:cNvPr>
          <p:cNvSpPr>
            <a:spLocks noGrp="1"/>
          </p:cNvSpPr>
          <p:nvPr>
            <p:ph type="pic" sz="quarter" idx="14" hasCustomPrompt="1"/>
          </p:nvPr>
        </p:nvSpPr>
        <p:spPr>
          <a:xfrm>
            <a:off x="6415848" y="1000443"/>
            <a:ext cx="4951428" cy="4841557"/>
          </a:xfrm>
        </p:spPr>
        <p:txBody>
          <a:bodyPr/>
          <a:lstStyle>
            <a:lvl1pPr marL="0" indent="0" algn="ctr">
              <a:buNone/>
              <a:defRPr sz="1400"/>
            </a:lvl1pPr>
          </a:lstStyle>
          <a:p>
            <a:r>
              <a:rPr lang="en-GB" dirty="0"/>
              <a:t>Vælg pladsholderen og indsæt billede via Templafy/Skyfish eller ikon eller logo via Templafy/Billeder</a:t>
            </a:r>
            <a:endParaRPr lang="en-GB"/>
          </a:p>
        </p:txBody>
      </p:sp>
      <p:sp>
        <p:nvSpPr>
          <p:cNvPr id="17" name="Date Placeholder 14">
            <a:extLst>
              <a:ext uri="{FF2B5EF4-FFF2-40B4-BE49-F238E27FC236}">
                <a16:creationId xmlns:a16="http://schemas.microsoft.com/office/drawing/2014/main" id="{360EC57D-D72D-43A3-90BC-3ACC9F8BC95A}"/>
              </a:ext>
            </a:extLst>
          </p:cNvPr>
          <p:cNvSpPr>
            <a:spLocks noGrp="1"/>
          </p:cNvSpPr>
          <p:nvPr>
            <p:ph type="dt" sz="half" idx="2"/>
          </p:nvPr>
        </p:nvSpPr>
        <p:spPr>
          <a:xfrm>
            <a:off x="0" y="6912000"/>
            <a:ext cx="0" cy="0"/>
          </a:xfrm>
          <a:prstGeom prst="rect">
            <a:avLst/>
          </a:prstGeom>
        </p:spPr>
        <p:txBody>
          <a:bodyPr vert="horz" lIns="91440" tIns="45720" rIns="91440" bIns="45720" rtlCol="0" anchor="ctr"/>
          <a:lstStyle>
            <a:lvl1pPr algn="l">
              <a:defRPr sz="100">
                <a:noFill/>
              </a:defRPr>
            </a:lvl1pPr>
          </a:lstStyle>
          <a:p>
            <a:fld id="{1D8BD707-D9CF-40AE-B4C6-C98DA3205C09}" type="datetimeFigureOut">
              <a:rPr lang="en-US" smtClean="0"/>
              <a:t>2/26/24</a:t>
            </a:fld>
            <a:endParaRPr lang="en-US"/>
          </a:p>
        </p:txBody>
      </p:sp>
      <p:sp>
        <p:nvSpPr>
          <p:cNvPr id="18" name="Date Placeholder 14">
            <a:extLst>
              <a:ext uri="{FF2B5EF4-FFF2-40B4-BE49-F238E27FC236}">
                <a16:creationId xmlns:a16="http://schemas.microsoft.com/office/drawing/2014/main" id="{36B2A848-B2AD-472A-AC10-0002D162D52D}"/>
              </a:ext>
            </a:extLst>
          </p:cNvPr>
          <p:cNvSpPr txBox="1">
            <a:spLocks/>
          </p:cNvSpPr>
          <p:nvPr/>
        </p:nvSpPr>
        <p:spPr>
          <a:xfrm>
            <a:off x="0" y="6912000"/>
            <a:ext cx="0" cy="0"/>
          </a:xfrm>
          <a:prstGeom prst="rect">
            <a:avLst/>
          </a:prstGeom>
        </p:spPr>
        <p:txBody>
          <a:bodyPr vert="horz" lIns="91440" tIns="45720" rIns="91440" bIns="45720" rtlCol="0" anchor="ctr"/>
          <a:lstStyle>
            <a:defPPr>
              <a:defRPr lang="en-US"/>
            </a:defPPr>
            <a:lvl1pPr marL="0" algn="l" defTabSz="914400" rtl="0" eaLnBrk="1" latinLnBrk="0" hangingPunct="1">
              <a:defRPr sz="100"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1A13B18-F5ED-4611-8DBB-F05123AFBA22}" type="datetimeFigureOut">
              <a:rPr lang="en-GB" smtClean="0"/>
              <a:pPr/>
              <a:t>26/02/2024</a:t>
            </a:fld>
            <a:endParaRPr lang="en-GB" dirty="0"/>
          </a:p>
        </p:txBody>
      </p:sp>
      <p:sp>
        <p:nvSpPr>
          <p:cNvPr id="3" name="Footer Placeholder 2">
            <a:extLst>
              <a:ext uri="{FF2B5EF4-FFF2-40B4-BE49-F238E27FC236}">
                <a16:creationId xmlns:a16="http://schemas.microsoft.com/office/drawing/2014/main" id="{2920C039-324F-433E-90A2-B9FAD2872EC2}"/>
              </a:ext>
            </a:extLst>
          </p:cNvPr>
          <p:cNvSpPr>
            <a:spLocks noGrp="1"/>
          </p:cNvSpPr>
          <p:nvPr>
            <p:ph type="ftr" sz="quarter" idx="15"/>
          </p:nvPr>
        </p:nvSpPr>
        <p:spPr/>
        <p:txBody>
          <a:bodyPr/>
          <a:lstStyle/>
          <a:p>
            <a:endParaRPr lang="da-DK"/>
          </a:p>
        </p:txBody>
      </p:sp>
      <p:sp>
        <p:nvSpPr>
          <p:cNvPr id="4" name="Slide Number Placeholder 3">
            <a:extLst>
              <a:ext uri="{FF2B5EF4-FFF2-40B4-BE49-F238E27FC236}">
                <a16:creationId xmlns:a16="http://schemas.microsoft.com/office/drawing/2014/main" id="{417D6F82-73FC-4F13-BFEC-9200E77E1527}"/>
              </a:ext>
            </a:extLst>
          </p:cNvPr>
          <p:cNvSpPr>
            <a:spLocks noGrp="1"/>
          </p:cNvSpPr>
          <p:nvPr>
            <p:ph type="sldNum" sz="quarter" idx="16"/>
          </p:nvPr>
        </p:nvSpPr>
        <p:spPr/>
        <p:txBody>
          <a:bodyPr/>
          <a:lstStyle/>
          <a:p>
            <a:fld id="{B6F15528-21DE-4FAA-801E-634DDDAF4B2B}" type="slidenum">
              <a:rPr lang="da-DK" smtClean="0"/>
              <a:t>‹nr.›</a:t>
            </a:fld>
            <a:endParaRPr lang="da-DK"/>
          </a:p>
        </p:txBody>
      </p:sp>
    </p:spTree>
    <p:extLst>
      <p:ext uri="{BB962C8B-B14F-4D97-AF65-F5344CB8AC3E}">
        <p14:creationId xmlns:p14="http://schemas.microsoft.com/office/powerpoint/2010/main" val="16244811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Fire ikoner">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2FA71C01-3350-42F9-9392-0F3379095A93}"/>
              </a:ext>
            </a:extLst>
          </p:cNvPr>
          <p:cNvSpPr>
            <a:spLocks noGrp="1"/>
          </p:cNvSpPr>
          <p:nvPr>
            <p:ph sz="quarter" idx="13" hasCustomPrompt="1"/>
          </p:nvPr>
        </p:nvSpPr>
        <p:spPr>
          <a:xfrm>
            <a:off x="2932902" y="1700213"/>
            <a:ext cx="936000" cy="936000"/>
          </a:xfrm>
        </p:spPr>
        <p:txBody>
          <a:bodyPr wrap="none"/>
          <a:lstStyle>
            <a:lvl1pPr marL="0" indent="0">
              <a:buNone/>
              <a:defRPr sz="1000"/>
            </a:lvl1pPr>
          </a:lstStyle>
          <a:p>
            <a:pPr lvl="0"/>
            <a:r>
              <a:rPr lang="en-GB" dirty="0"/>
              <a:t>Indsæt logo: Vælg pladsholderen, indsæt logo via Templafy/Billeder</a:t>
            </a:r>
            <a:endParaRPr lang="en-GB"/>
          </a:p>
        </p:txBody>
      </p:sp>
      <p:sp>
        <p:nvSpPr>
          <p:cNvPr id="11" name="Text Placeholder 10">
            <a:extLst>
              <a:ext uri="{FF2B5EF4-FFF2-40B4-BE49-F238E27FC236}">
                <a16:creationId xmlns:a16="http://schemas.microsoft.com/office/drawing/2014/main" id="{C0A09C85-3CCC-44AB-A808-AA96845B1281}"/>
              </a:ext>
            </a:extLst>
          </p:cNvPr>
          <p:cNvSpPr>
            <a:spLocks noGrp="1"/>
          </p:cNvSpPr>
          <p:nvPr>
            <p:ph type="body" sz="quarter" idx="14" hasCustomPrompt="1"/>
          </p:nvPr>
        </p:nvSpPr>
        <p:spPr>
          <a:xfrm>
            <a:off x="2932902" y="2733129"/>
            <a:ext cx="3564000" cy="756000"/>
          </a:xfrm>
        </p:spPr>
        <p:txBody>
          <a:bodyPr/>
          <a:lstStyle>
            <a:lvl1pPr marL="0" indent="0">
              <a:buFont typeface="Arial" panose="020B0604020202020204" pitchFamily="34" charset="0"/>
              <a:buChar char="​"/>
              <a:defRPr sz="2100" b="1"/>
            </a:lvl1pPr>
            <a:lvl2pPr marL="252000">
              <a:defRPr/>
            </a:lvl2pPr>
            <a:lvl3pPr marL="504000">
              <a:defRPr/>
            </a:lvl3pPr>
          </a:lstStyle>
          <a:p>
            <a:pPr lvl="0"/>
            <a:r>
              <a:rPr lang="en-GB"/>
              <a:t>Klik for at tilføje overskrift</a:t>
            </a:r>
          </a:p>
          <a:p>
            <a:pPr lvl="1"/>
            <a:r>
              <a:rPr lang="en-GB"/>
              <a:t>Second level</a:t>
            </a:r>
          </a:p>
          <a:p>
            <a:pPr lvl="2"/>
            <a:endParaRPr lang="en-GB" dirty="0"/>
          </a:p>
        </p:txBody>
      </p:sp>
      <p:sp>
        <p:nvSpPr>
          <p:cNvPr id="13" name="Content Placeholder 12">
            <a:extLst>
              <a:ext uri="{FF2B5EF4-FFF2-40B4-BE49-F238E27FC236}">
                <a16:creationId xmlns:a16="http://schemas.microsoft.com/office/drawing/2014/main" id="{3F35B7FD-E0E2-4581-BAC7-8858E530AFEA}"/>
              </a:ext>
            </a:extLst>
          </p:cNvPr>
          <p:cNvSpPr>
            <a:spLocks noGrp="1"/>
          </p:cNvSpPr>
          <p:nvPr>
            <p:ph sz="quarter" idx="15" hasCustomPrompt="1"/>
          </p:nvPr>
        </p:nvSpPr>
        <p:spPr>
          <a:xfrm>
            <a:off x="2934000" y="4012975"/>
            <a:ext cx="936000" cy="936000"/>
          </a:xfrm>
        </p:spPr>
        <p:txBody>
          <a:bodyPr wrap="none"/>
          <a:lstStyle>
            <a:lvl1pPr marL="0" indent="0">
              <a:buNone/>
              <a:defRPr sz="1000"/>
            </a:lvl1pPr>
          </a:lstStyle>
          <a:p>
            <a:pPr lvl="0"/>
            <a:r>
              <a:rPr lang="en-GB" dirty="0"/>
              <a:t>Indsæt logo: Vælg pladsholderen, indsæt logo via Templafy/Billeder</a:t>
            </a:r>
            <a:endParaRPr lang="en-GB"/>
          </a:p>
        </p:txBody>
      </p:sp>
      <p:sp>
        <p:nvSpPr>
          <p:cNvPr id="15" name="Text Placeholder 14">
            <a:extLst>
              <a:ext uri="{FF2B5EF4-FFF2-40B4-BE49-F238E27FC236}">
                <a16:creationId xmlns:a16="http://schemas.microsoft.com/office/drawing/2014/main" id="{52C92166-E723-47D5-9A87-3354EB28C43E}"/>
              </a:ext>
            </a:extLst>
          </p:cNvPr>
          <p:cNvSpPr>
            <a:spLocks noGrp="1"/>
          </p:cNvSpPr>
          <p:nvPr>
            <p:ph type="body" sz="quarter" idx="16" hasCustomPrompt="1"/>
          </p:nvPr>
        </p:nvSpPr>
        <p:spPr>
          <a:xfrm>
            <a:off x="2932112" y="5093240"/>
            <a:ext cx="3564000" cy="756000"/>
          </a:xfrm>
        </p:spPr>
        <p:txBody>
          <a:bodyPr/>
          <a:lstStyle>
            <a:lvl1pPr marL="0" indent="0">
              <a:buFont typeface="Arial" panose="020B0604020202020204" pitchFamily="34" charset="0"/>
              <a:buChar char="​"/>
              <a:defRPr sz="2000" b="1"/>
            </a:lvl1pPr>
            <a:lvl2pPr marL="252000">
              <a:defRPr/>
            </a:lvl2pPr>
            <a:lvl3pPr marL="252000" indent="0">
              <a:buNone/>
              <a:defRPr/>
            </a:lvl3pPr>
          </a:lstStyle>
          <a:p>
            <a:pPr lvl="0"/>
            <a:r>
              <a:rPr lang="en-GB" dirty="0"/>
              <a:t>Klik for at </a:t>
            </a:r>
            <a:r>
              <a:rPr lang="en-GB"/>
              <a:t>tilføje overskrift</a:t>
            </a:r>
          </a:p>
          <a:p>
            <a:pPr lvl="1"/>
            <a:r>
              <a:rPr lang="en-GB"/>
              <a:t>Second level</a:t>
            </a:r>
            <a:endParaRPr lang="en-GB" dirty="0"/>
          </a:p>
        </p:txBody>
      </p:sp>
      <p:sp>
        <p:nvSpPr>
          <p:cNvPr id="17" name="Content Placeholder 16">
            <a:extLst>
              <a:ext uri="{FF2B5EF4-FFF2-40B4-BE49-F238E27FC236}">
                <a16:creationId xmlns:a16="http://schemas.microsoft.com/office/drawing/2014/main" id="{AE23DA26-37CC-4CA7-8253-FD9AB459D2EF}"/>
              </a:ext>
            </a:extLst>
          </p:cNvPr>
          <p:cNvSpPr>
            <a:spLocks noGrp="1"/>
          </p:cNvSpPr>
          <p:nvPr>
            <p:ph sz="quarter" idx="17" hasCustomPrompt="1"/>
          </p:nvPr>
        </p:nvSpPr>
        <p:spPr>
          <a:xfrm>
            <a:off x="7474740" y="1700213"/>
            <a:ext cx="936000" cy="936000"/>
          </a:xfrm>
        </p:spPr>
        <p:txBody>
          <a:bodyPr wrap="none"/>
          <a:lstStyle>
            <a:lvl1pPr marL="0" indent="0">
              <a:buNone/>
              <a:defRPr sz="1000"/>
            </a:lvl1pPr>
            <a:lvl2pPr marL="252000" indent="0">
              <a:buNone/>
              <a:defRPr sz="1000"/>
            </a:lvl2pPr>
          </a:lstStyle>
          <a:p>
            <a:pPr lvl="0"/>
            <a:r>
              <a:rPr lang="en-GB" dirty="0"/>
              <a:t>Indsæt logo: Vælg pladsholderen, indsæt logo via Templafy/Billeder</a:t>
            </a:r>
            <a:endParaRPr lang="en-GB"/>
          </a:p>
        </p:txBody>
      </p:sp>
      <p:sp>
        <p:nvSpPr>
          <p:cNvPr id="19" name="Text Placeholder 18">
            <a:extLst>
              <a:ext uri="{FF2B5EF4-FFF2-40B4-BE49-F238E27FC236}">
                <a16:creationId xmlns:a16="http://schemas.microsoft.com/office/drawing/2014/main" id="{62682726-03AB-4490-8664-993881FA0BB1}"/>
              </a:ext>
            </a:extLst>
          </p:cNvPr>
          <p:cNvSpPr>
            <a:spLocks noGrp="1"/>
          </p:cNvSpPr>
          <p:nvPr>
            <p:ph type="body" sz="quarter" idx="18" hasCustomPrompt="1"/>
          </p:nvPr>
        </p:nvSpPr>
        <p:spPr>
          <a:xfrm>
            <a:off x="7459663" y="2732400"/>
            <a:ext cx="3564000" cy="756000"/>
          </a:xfrm>
        </p:spPr>
        <p:txBody>
          <a:bodyPr/>
          <a:lstStyle>
            <a:lvl1pPr marL="0" indent="0">
              <a:buFont typeface="Arial" panose="020B0604020202020204" pitchFamily="34" charset="0"/>
              <a:buChar char="​"/>
              <a:defRPr sz="2000" b="1"/>
            </a:lvl1pPr>
            <a:lvl2pPr marL="252000">
              <a:defRPr/>
            </a:lvl2pPr>
            <a:lvl3pPr marL="504000">
              <a:defRPr/>
            </a:lvl3pPr>
          </a:lstStyle>
          <a:p>
            <a:pPr lvl="0"/>
            <a:r>
              <a:rPr lang="en-GB" dirty="0"/>
              <a:t>Klik for at </a:t>
            </a:r>
            <a:r>
              <a:rPr lang="en-GB"/>
              <a:t>tilføje overskrift</a:t>
            </a:r>
          </a:p>
          <a:p>
            <a:pPr lvl="1"/>
            <a:r>
              <a:rPr lang="en-GB"/>
              <a:t>Second level</a:t>
            </a:r>
          </a:p>
          <a:p>
            <a:pPr lvl="2"/>
            <a:endParaRPr lang="en-GB" dirty="0"/>
          </a:p>
        </p:txBody>
      </p:sp>
      <p:sp>
        <p:nvSpPr>
          <p:cNvPr id="21" name="Content Placeholder 20">
            <a:extLst>
              <a:ext uri="{FF2B5EF4-FFF2-40B4-BE49-F238E27FC236}">
                <a16:creationId xmlns:a16="http://schemas.microsoft.com/office/drawing/2014/main" id="{762625AB-198B-4F37-9382-C78FD9118D5A}"/>
              </a:ext>
            </a:extLst>
          </p:cNvPr>
          <p:cNvSpPr>
            <a:spLocks noGrp="1"/>
          </p:cNvSpPr>
          <p:nvPr>
            <p:ph sz="quarter" idx="19" hasCustomPrompt="1"/>
          </p:nvPr>
        </p:nvSpPr>
        <p:spPr>
          <a:xfrm>
            <a:off x="7459663" y="4012975"/>
            <a:ext cx="936000" cy="936000"/>
          </a:xfrm>
        </p:spPr>
        <p:txBody>
          <a:bodyPr wrap="none"/>
          <a:lstStyle>
            <a:lvl1pPr marL="0" indent="0">
              <a:buNone/>
              <a:defRPr sz="1000"/>
            </a:lvl1pPr>
          </a:lstStyle>
          <a:p>
            <a:pPr lvl="0"/>
            <a:r>
              <a:rPr lang="en-GB" dirty="0"/>
              <a:t>Indsæt logo: Vælg pladsholderen, indsæt logo via Templafy/Billeder</a:t>
            </a:r>
            <a:endParaRPr lang="en-GB"/>
          </a:p>
        </p:txBody>
      </p:sp>
      <p:sp>
        <p:nvSpPr>
          <p:cNvPr id="23" name="Text Placeholder 22">
            <a:extLst>
              <a:ext uri="{FF2B5EF4-FFF2-40B4-BE49-F238E27FC236}">
                <a16:creationId xmlns:a16="http://schemas.microsoft.com/office/drawing/2014/main" id="{D8AE7F93-F2C6-4199-8D16-CFB4D977F63E}"/>
              </a:ext>
            </a:extLst>
          </p:cNvPr>
          <p:cNvSpPr>
            <a:spLocks noGrp="1"/>
          </p:cNvSpPr>
          <p:nvPr>
            <p:ph type="body" sz="quarter" idx="20" hasCustomPrompt="1"/>
          </p:nvPr>
        </p:nvSpPr>
        <p:spPr>
          <a:xfrm>
            <a:off x="7473948" y="5093240"/>
            <a:ext cx="3564000" cy="756000"/>
          </a:xfrm>
        </p:spPr>
        <p:txBody>
          <a:bodyPr/>
          <a:lstStyle>
            <a:lvl1pPr marL="0" indent="0">
              <a:buFont typeface="Arial" panose="020B0604020202020204" pitchFamily="34" charset="0"/>
              <a:buChar char="​"/>
              <a:defRPr sz="2000" b="1"/>
            </a:lvl1pPr>
            <a:lvl2pPr marL="252000">
              <a:defRPr/>
            </a:lvl2pPr>
            <a:lvl3pPr marL="504000">
              <a:defRPr/>
            </a:lvl3pPr>
          </a:lstStyle>
          <a:p>
            <a:pPr lvl="0"/>
            <a:r>
              <a:rPr lang="en-GB" dirty="0"/>
              <a:t>Klik for at </a:t>
            </a:r>
            <a:r>
              <a:rPr lang="en-GB"/>
              <a:t>tilføje overskrift</a:t>
            </a:r>
          </a:p>
          <a:p>
            <a:pPr lvl="1"/>
            <a:r>
              <a:rPr lang="en-GB"/>
              <a:t>Second level</a:t>
            </a:r>
            <a:endParaRPr lang="en-GB" dirty="0"/>
          </a:p>
        </p:txBody>
      </p:sp>
      <p:sp>
        <p:nvSpPr>
          <p:cNvPr id="3" name="Footer Placeholder 2">
            <a:extLst>
              <a:ext uri="{FF2B5EF4-FFF2-40B4-BE49-F238E27FC236}">
                <a16:creationId xmlns:a16="http://schemas.microsoft.com/office/drawing/2014/main" id="{0C4D261F-AFF9-422D-9FB3-5AE92F19507E}"/>
              </a:ext>
            </a:extLst>
          </p:cNvPr>
          <p:cNvSpPr>
            <a:spLocks noGrp="1"/>
          </p:cNvSpPr>
          <p:nvPr>
            <p:ph type="ftr" sz="quarter" idx="10"/>
          </p:nvPr>
        </p:nvSpPr>
        <p:spPr/>
        <p:txBody>
          <a:bodyPr/>
          <a:lstStyle/>
          <a:p>
            <a:endParaRPr lang="da-DK"/>
          </a:p>
        </p:txBody>
      </p:sp>
      <p:sp>
        <p:nvSpPr>
          <p:cNvPr id="4" name="Date Placeholder 3">
            <a:extLst>
              <a:ext uri="{FF2B5EF4-FFF2-40B4-BE49-F238E27FC236}">
                <a16:creationId xmlns:a16="http://schemas.microsoft.com/office/drawing/2014/main" id="{21133E6A-A4F4-491B-846E-1DACC83D9BB7}"/>
              </a:ext>
            </a:extLst>
          </p:cNvPr>
          <p:cNvSpPr>
            <a:spLocks noGrp="1"/>
          </p:cNvSpPr>
          <p:nvPr>
            <p:ph type="dt" sz="half" idx="11"/>
          </p:nvPr>
        </p:nvSpPr>
        <p:spPr/>
        <p:txBody>
          <a:bodyPr/>
          <a:lstStyle/>
          <a:p>
            <a:fld id="{1D8BD707-D9CF-40AE-B4C6-C98DA3205C09}" type="datetimeFigureOut">
              <a:rPr lang="en-US" smtClean="0"/>
              <a:t>2/26/24</a:t>
            </a:fld>
            <a:endParaRPr lang="en-US"/>
          </a:p>
        </p:txBody>
      </p:sp>
      <p:sp>
        <p:nvSpPr>
          <p:cNvPr id="5" name="Slide Number Placeholder 4">
            <a:extLst>
              <a:ext uri="{FF2B5EF4-FFF2-40B4-BE49-F238E27FC236}">
                <a16:creationId xmlns:a16="http://schemas.microsoft.com/office/drawing/2014/main" id="{6C38E8B2-EC82-4BE1-85C6-8F272596913A}"/>
              </a:ext>
            </a:extLst>
          </p:cNvPr>
          <p:cNvSpPr>
            <a:spLocks noGrp="1"/>
          </p:cNvSpPr>
          <p:nvPr>
            <p:ph type="sldNum" sz="quarter" idx="12"/>
          </p:nvPr>
        </p:nvSpPr>
        <p:spPr/>
        <p:txBody>
          <a:bodyPr/>
          <a:lstStyle/>
          <a:p>
            <a:fld id="{B6F15528-21DE-4FAA-801E-634DDDAF4B2B}" type="slidenum">
              <a:rPr lang="da-DK" smtClean="0"/>
              <a:t>‹nr.›</a:t>
            </a:fld>
            <a:endParaRPr lang="da-DK"/>
          </a:p>
        </p:txBody>
      </p:sp>
    </p:spTree>
    <p:extLst>
      <p:ext uri="{BB962C8B-B14F-4D97-AF65-F5344CB8AC3E}">
        <p14:creationId xmlns:p14="http://schemas.microsoft.com/office/powerpoint/2010/main" val="34781832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Overskrift og logo">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56F8A6A9-890A-4EA2-8FA4-EA834B1A12F4}"/>
              </a:ext>
            </a:extLst>
          </p:cNvPr>
          <p:cNvSpPr>
            <a:spLocks noGrp="1"/>
          </p:cNvSpPr>
          <p:nvPr>
            <p:ph type="ctrTitle" hasCustomPrompt="1"/>
          </p:nvPr>
        </p:nvSpPr>
        <p:spPr>
          <a:xfrm>
            <a:off x="414697" y="1700212"/>
            <a:ext cx="5367600" cy="4141787"/>
          </a:xfrm>
        </p:spPr>
        <p:txBody>
          <a:bodyPr anchor="t" anchorCtr="0"/>
          <a:lstStyle>
            <a:lvl1pPr algn="l">
              <a:lnSpc>
                <a:spcPct val="100000"/>
              </a:lnSpc>
              <a:defRPr sz="3600">
                <a:solidFill>
                  <a:schemeClr val="tx1"/>
                </a:solidFill>
              </a:defRPr>
            </a:lvl1pPr>
          </a:lstStyle>
          <a:p>
            <a:r>
              <a:rPr lang="en-GB" dirty="0"/>
              <a:t>Klik for at tilføje overskrift</a:t>
            </a:r>
            <a:endParaRPr lang="en-GB"/>
          </a:p>
        </p:txBody>
      </p:sp>
      <p:sp>
        <p:nvSpPr>
          <p:cNvPr id="11" name="Date Placeholder 14">
            <a:extLst>
              <a:ext uri="{FF2B5EF4-FFF2-40B4-BE49-F238E27FC236}">
                <a16:creationId xmlns:a16="http://schemas.microsoft.com/office/drawing/2014/main" id="{705F52FC-7E26-46C0-8E8B-4445D500B9C7}"/>
              </a:ext>
            </a:extLst>
          </p:cNvPr>
          <p:cNvSpPr txBox="1">
            <a:spLocks/>
          </p:cNvSpPr>
          <p:nvPr/>
        </p:nvSpPr>
        <p:spPr>
          <a:xfrm>
            <a:off x="0" y="6912000"/>
            <a:ext cx="0" cy="0"/>
          </a:xfrm>
          <a:prstGeom prst="rect">
            <a:avLst/>
          </a:prstGeom>
        </p:spPr>
        <p:txBody>
          <a:bodyPr vert="horz" lIns="91440" tIns="45720" rIns="91440" bIns="45720" rtlCol="0" anchor="ctr"/>
          <a:lstStyle>
            <a:defPPr>
              <a:defRPr lang="en-US"/>
            </a:defPPr>
            <a:lvl1pPr marL="0" algn="l" defTabSz="914400" rtl="0" eaLnBrk="1" latinLnBrk="0" hangingPunct="1">
              <a:defRPr sz="100"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1A13B18-F5ED-4611-8DBB-F05123AFBA22}" type="datetimeFigureOut">
              <a:rPr lang="en-GB" smtClean="0"/>
              <a:pPr/>
              <a:t>26/02/2024</a:t>
            </a:fld>
            <a:endParaRPr lang="en-GB" dirty="0"/>
          </a:p>
        </p:txBody>
      </p:sp>
      <p:sp>
        <p:nvSpPr>
          <p:cNvPr id="7" name="Date Placeholder 6">
            <a:extLst>
              <a:ext uri="{FF2B5EF4-FFF2-40B4-BE49-F238E27FC236}">
                <a16:creationId xmlns:a16="http://schemas.microsoft.com/office/drawing/2014/main" id="{D01B1D99-4B52-4731-AEC4-C722464A7D1B}"/>
              </a:ext>
            </a:extLst>
          </p:cNvPr>
          <p:cNvSpPr>
            <a:spLocks noGrp="1"/>
          </p:cNvSpPr>
          <p:nvPr>
            <p:ph type="dt" sz="half" idx="10"/>
          </p:nvPr>
        </p:nvSpPr>
        <p:spPr/>
        <p:txBody>
          <a:bodyPr/>
          <a:lstStyle/>
          <a:p>
            <a:fld id="{1D8BD707-D9CF-40AE-B4C6-C98DA3205C09}" type="datetimeFigureOut">
              <a:rPr lang="en-US" smtClean="0"/>
              <a:t>2/26/24</a:t>
            </a:fld>
            <a:endParaRPr lang="en-US"/>
          </a:p>
        </p:txBody>
      </p:sp>
      <p:sp>
        <p:nvSpPr>
          <p:cNvPr id="9" name="Footer Placeholder 8">
            <a:extLst>
              <a:ext uri="{FF2B5EF4-FFF2-40B4-BE49-F238E27FC236}">
                <a16:creationId xmlns:a16="http://schemas.microsoft.com/office/drawing/2014/main" id="{F5FCEDFC-AE26-4F9F-9153-1837190678EF}"/>
              </a:ext>
            </a:extLst>
          </p:cNvPr>
          <p:cNvSpPr>
            <a:spLocks noGrp="1"/>
          </p:cNvSpPr>
          <p:nvPr>
            <p:ph type="ftr" sz="quarter" idx="11"/>
          </p:nvPr>
        </p:nvSpPr>
        <p:spPr/>
        <p:txBody>
          <a:bodyPr/>
          <a:lstStyle/>
          <a:p>
            <a:endParaRPr lang="da-DK"/>
          </a:p>
        </p:txBody>
      </p:sp>
      <p:sp>
        <p:nvSpPr>
          <p:cNvPr id="12" name="Slide Number Placeholder 11">
            <a:extLst>
              <a:ext uri="{FF2B5EF4-FFF2-40B4-BE49-F238E27FC236}">
                <a16:creationId xmlns:a16="http://schemas.microsoft.com/office/drawing/2014/main" id="{4B452C39-88DE-4155-8ED8-643714B1A9FE}"/>
              </a:ext>
            </a:extLst>
          </p:cNvPr>
          <p:cNvSpPr>
            <a:spLocks noGrp="1"/>
          </p:cNvSpPr>
          <p:nvPr>
            <p:ph type="sldNum" sz="quarter" idx="12"/>
          </p:nvPr>
        </p:nvSpPr>
        <p:spPr/>
        <p:txBody>
          <a:bodyPr/>
          <a:lstStyle/>
          <a:p>
            <a:fld id="{B6F15528-21DE-4FAA-801E-634DDDAF4B2B}" type="slidenum">
              <a:rPr lang="da-DK" smtClean="0"/>
              <a:t>‹nr.›</a:t>
            </a:fld>
            <a:endParaRPr lang="da-DK"/>
          </a:p>
        </p:txBody>
      </p:sp>
    </p:spTree>
    <p:extLst>
      <p:ext uri="{BB962C8B-B14F-4D97-AF65-F5344CB8AC3E}">
        <p14:creationId xmlns:p14="http://schemas.microsoft.com/office/powerpoint/2010/main" val="278120599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cSld name="Titel og indholdsobjek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a-DK"/>
              <a:t>Klik for at redigere titeltypografien i masteren</a:t>
            </a:r>
          </a:p>
        </p:txBody>
      </p:sp>
      <p:sp>
        <p:nvSpPr>
          <p:cNvPr id="3" name="Pladsholder til indhold 2"/>
          <p:cNvSpPr>
            <a:spLocks noGrp="1"/>
          </p:cNvSpPr>
          <p:nvPr>
            <p:ph idx="1"/>
          </p:nvPr>
        </p:nvSpPr>
        <p:spPr/>
        <p:txBody>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p>
        </p:txBody>
      </p:sp>
      <p:sp>
        <p:nvSpPr>
          <p:cNvPr id="4" name="Pladsholder til dato 3">
            <a:extLst>
              <a:ext uri="{FF2B5EF4-FFF2-40B4-BE49-F238E27FC236}">
                <a16:creationId xmlns:a16="http://schemas.microsoft.com/office/drawing/2014/main" id="{614E5A14-E0AA-4E22-8E61-563C67FA3B45}"/>
              </a:ext>
            </a:extLst>
          </p:cNvPr>
          <p:cNvSpPr>
            <a:spLocks noGrp="1"/>
          </p:cNvSpPr>
          <p:nvPr>
            <p:ph type="dt" sz="half" idx="10"/>
          </p:nvPr>
        </p:nvSpPr>
        <p:spPr/>
        <p:txBody>
          <a:bodyPr/>
          <a:lstStyle>
            <a:lvl1pPr>
              <a:defRPr/>
            </a:lvl1pPr>
          </a:lstStyle>
          <a:p>
            <a:fld id="{1D8BD707-D9CF-40AE-B4C6-C98DA3205C09}" type="datetimeFigureOut">
              <a:rPr lang="en-US" smtClean="0"/>
              <a:t>2/26/24</a:t>
            </a:fld>
            <a:endParaRPr lang="en-US"/>
          </a:p>
        </p:txBody>
      </p:sp>
      <p:sp>
        <p:nvSpPr>
          <p:cNvPr id="5" name="Pladsholder til sidefod 4">
            <a:extLst>
              <a:ext uri="{FF2B5EF4-FFF2-40B4-BE49-F238E27FC236}">
                <a16:creationId xmlns:a16="http://schemas.microsoft.com/office/drawing/2014/main" id="{94EE5819-95D1-4E74-9283-5A05B6C41C86}"/>
              </a:ext>
            </a:extLst>
          </p:cNvPr>
          <p:cNvSpPr>
            <a:spLocks noGrp="1"/>
          </p:cNvSpPr>
          <p:nvPr>
            <p:ph type="ftr" sz="quarter" idx="11"/>
          </p:nvPr>
        </p:nvSpPr>
        <p:spPr/>
        <p:txBody>
          <a:bodyPr/>
          <a:lstStyle>
            <a:lvl1pPr>
              <a:defRPr/>
            </a:lvl1pPr>
          </a:lstStyle>
          <a:p>
            <a:endParaRPr lang="da-DK"/>
          </a:p>
        </p:txBody>
      </p:sp>
      <p:sp>
        <p:nvSpPr>
          <p:cNvPr id="6" name="Pladsholder til diasnummer 5">
            <a:extLst>
              <a:ext uri="{FF2B5EF4-FFF2-40B4-BE49-F238E27FC236}">
                <a16:creationId xmlns:a16="http://schemas.microsoft.com/office/drawing/2014/main" id="{15D49A8F-07DB-48A1-BB54-71B77DFCFFC8}"/>
              </a:ext>
            </a:extLst>
          </p:cNvPr>
          <p:cNvSpPr>
            <a:spLocks noGrp="1"/>
          </p:cNvSpPr>
          <p:nvPr>
            <p:ph type="sldNum" sz="quarter" idx="12"/>
          </p:nvPr>
        </p:nvSpPr>
        <p:spPr/>
        <p:txBody>
          <a:bodyPr/>
          <a:lstStyle>
            <a:lvl1pPr>
              <a:defRPr/>
            </a:lvl1pPr>
          </a:lstStyle>
          <a:p>
            <a:fld id="{B6F15528-21DE-4FAA-801E-634DDDAF4B2B}" type="slidenum">
              <a:rPr lang="da-DK" smtClean="0"/>
              <a:t>‹nr.›</a:t>
            </a:fld>
            <a:endParaRPr lang="da-DK"/>
          </a:p>
        </p:txBody>
      </p:sp>
    </p:spTree>
    <p:extLst>
      <p:ext uri="{BB962C8B-B14F-4D97-AF65-F5344CB8AC3E}">
        <p14:creationId xmlns:p14="http://schemas.microsoft.com/office/powerpoint/2010/main" val="408163047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rgbClr val="44536A"/>
                </a:solidFill>
                <a:latin typeface="Calibri Light"/>
                <a:cs typeface="Calibri Light"/>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2/26/24</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‹nr.›</a:t>
            </a:fld>
            <a:endParaRPr/>
          </a:p>
        </p:txBody>
      </p:sp>
    </p:spTree>
    <p:extLst>
      <p:ext uri="{BB962C8B-B14F-4D97-AF65-F5344CB8AC3E}">
        <p14:creationId xmlns:p14="http://schemas.microsoft.com/office/powerpoint/2010/main" val="19640874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Sort forside">
    <p:spTree>
      <p:nvGrpSpPr>
        <p:cNvPr id="1" name=""/>
        <p:cNvGrpSpPr/>
        <p:nvPr/>
      </p:nvGrpSpPr>
      <p:grpSpPr>
        <a:xfrm>
          <a:off x="0" y="0"/>
          <a:ext cx="0" cy="0"/>
          <a:chOff x="0" y="0"/>
          <a:chExt cx="0" cy="0"/>
        </a:xfrm>
      </p:grpSpPr>
      <p:sp>
        <p:nvSpPr>
          <p:cNvPr id="3" name="Background">
            <a:extLst>
              <a:ext uri="{FF2B5EF4-FFF2-40B4-BE49-F238E27FC236}">
                <a16:creationId xmlns:a16="http://schemas.microsoft.com/office/drawing/2014/main" id="{BBCAF46D-9983-4AEE-9B8A-24654CDEDDB0}"/>
              </a:ext>
            </a:extLst>
          </p:cNvPr>
          <p:cNvSpPr/>
          <p:nvPr/>
        </p:nvSpPr>
        <p:spPr>
          <a:xfrm>
            <a:off x="0" y="0"/>
            <a:ext cx="121896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600" dirty="0" err="1"/>
          </a:p>
        </p:txBody>
      </p:sp>
      <p:sp>
        <p:nvSpPr>
          <p:cNvPr id="2" name="Title 1"/>
          <p:cNvSpPr>
            <a:spLocks noGrp="1"/>
          </p:cNvSpPr>
          <p:nvPr>
            <p:ph type="ctrTitle" hasCustomPrompt="1"/>
          </p:nvPr>
        </p:nvSpPr>
        <p:spPr>
          <a:xfrm>
            <a:off x="349384" y="1760373"/>
            <a:ext cx="10069011" cy="4070408"/>
          </a:xfrm>
        </p:spPr>
        <p:txBody>
          <a:bodyPr anchor="t" anchorCtr="0"/>
          <a:lstStyle>
            <a:lvl1pPr algn="l">
              <a:lnSpc>
                <a:spcPct val="90000"/>
              </a:lnSpc>
              <a:defRPr sz="9400">
                <a:solidFill>
                  <a:schemeClr val="bg1"/>
                </a:solidFill>
              </a:defRPr>
            </a:lvl1pPr>
          </a:lstStyle>
          <a:p>
            <a:r>
              <a:rPr lang="en-GB" dirty="0"/>
              <a:t>Klik for at tilføje overskrift</a:t>
            </a:r>
            <a:endParaRPr lang="en-GB"/>
          </a:p>
        </p:txBody>
      </p:sp>
      <p:sp>
        <p:nvSpPr>
          <p:cNvPr id="19" name="text" descr="{&quot;templafy&quot;:{&quot;id&quot;:&quot;9e66ba45-e00c-4751-bf02-a4956d240516&quot;}}" title="UserProfile.Institut.InstituteDCU_{{DocumentLanguage}}">
            <a:extLst>
              <a:ext uri="{FF2B5EF4-FFF2-40B4-BE49-F238E27FC236}">
                <a16:creationId xmlns:a16="http://schemas.microsoft.com/office/drawing/2014/main" id="{610DD8E7-635C-4517-8E21-65C3CB025FFE}"/>
              </a:ext>
            </a:extLst>
          </p:cNvPr>
          <p:cNvSpPr txBox="1">
            <a:spLocks/>
          </p:cNvSpPr>
          <p:nvPr/>
        </p:nvSpPr>
        <p:spPr>
          <a:xfrm>
            <a:off x="411163" y="450893"/>
            <a:ext cx="5684837" cy="284778"/>
          </a:xfrm>
          <a:prstGeom prst="rect">
            <a:avLst/>
          </a:prstGeom>
          <a:noFill/>
        </p:spPr>
        <p:txBody>
          <a:bodyPr wrap="square" lIns="10800" tIns="0" rIns="0" bIns="90000" anchor="b" anchorCtr="0">
            <a:noAutofit/>
          </a:bodyPr>
          <a:lstStyle>
            <a:lvl1pPr marL="0" indent="0" algn="l" defTabSz="914400" rtl="0" eaLnBrk="1" latinLnBrk="0" hangingPunct="1">
              <a:lnSpc>
                <a:spcPct val="90000"/>
              </a:lnSpc>
              <a:spcBef>
                <a:spcPts val="0"/>
              </a:spcBef>
              <a:buFont typeface="Arial" panose="020B0604020202020204" pitchFamily="34" charset="0"/>
              <a:buNone/>
              <a:defRPr sz="1400" b="1"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GB" dirty="0">
                <a:solidFill>
                  <a:schemeClr val="bg1"/>
                </a:solidFill>
              </a:rPr>
              <a:t>The Maersk Mc-Kinney Moller Institute</a:t>
            </a:r>
          </a:p>
        </p:txBody>
      </p:sp>
      <p:pic>
        <p:nvPicPr>
          <p:cNvPr id="7" name="Logo black">
            <a:extLst>
              <a:ext uri="{FF2B5EF4-FFF2-40B4-BE49-F238E27FC236}">
                <a16:creationId xmlns:a16="http://schemas.microsoft.com/office/drawing/2014/main" id="{E6E48129-FB3C-4F39-A5A1-63313B41D3C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3200" y="6296400"/>
            <a:ext cx="786874" cy="212400"/>
          </a:xfrm>
          <a:prstGeom prst="rect">
            <a:avLst/>
          </a:prstGeom>
        </p:spPr>
      </p:pic>
      <p:sp>
        <p:nvSpPr>
          <p:cNvPr id="20" name="sdu.dk">
            <a:extLst>
              <a:ext uri="{FF2B5EF4-FFF2-40B4-BE49-F238E27FC236}">
                <a16:creationId xmlns:a16="http://schemas.microsoft.com/office/drawing/2014/main" id="{4B84D86E-3D20-4505-8DAD-8EB1F3E63B0A}"/>
              </a:ext>
            </a:extLst>
          </p:cNvPr>
          <p:cNvSpPr/>
          <p:nvPr/>
        </p:nvSpPr>
        <p:spPr>
          <a:xfrm rot="5400000">
            <a:off x="11480800" y="721379"/>
            <a:ext cx="914400" cy="3765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1100" b="1" noProof="1">
                <a:solidFill>
                  <a:schemeClr val="bg1"/>
                </a:solidFill>
              </a:rPr>
              <a:t>sdu.dk</a:t>
            </a:r>
            <a:endParaRPr lang="en-GB"/>
          </a:p>
        </p:txBody>
      </p:sp>
      <p:sp>
        <p:nvSpPr>
          <p:cNvPr id="21" name="#sdudk">
            <a:extLst>
              <a:ext uri="{FF2B5EF4-FFF2-40B4-BE49-F238E27FC236}">
                <a16:creationId xmlns:a16="http://schemas.microsoft.com/office/drawing/2014/main" id="{B58A6A9A-5E98-43AC-8CA5-F6C4B0573364}"/>
              </a:ext>
            </a:extLst>
          </p:cNvPr>
          <p:cNvSpPr/>
          <p:nvPr/>
        </p:nvSpPr>
        <p:spPr>
          <a:xfrm rot="5400000">
            <a:off x="11482792" y="2027544"/>
            <a:ext cx="914400" cy="3765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1100" b="1" noProof="1">
                <a:solidFill>
                  <a:schemeClr val="bg1"/>
                </a:solidFill>
              </a:rPr>
              <a:t>#sdudk</a:t>
            </a:r>
            <a:endParaRPr lang="en-GB"/>
          </a:p>
        </p:txBody>
      </p:sp>
      <p:cxnSp>
        <p:nvCxnSpPr>
          <p:cNvPr id="12" name="Straight Connector 11">
            <a:extLst>
              <a:ext uri="{FF2B5EF4-FFF2-40B4-BE49-F238E27FC236}">
                <a16:creationId xmlns:a16="http://schemas.microsoft.com/office/drawing/2014/main" id="{0C739632-1CD3-47C1-98D9-4B1B2253C7C9}"/>
              </a:ext>
            </a:extLst>
          </p:cNvPr>
          <p:cNvCxnSpPr>
            <a:cxnSpLocks/>
          </p:cNvCxnSpPr>
          <p:nvPr/>
        </p:nvCxnSpPr>
        <p:spPr>
          <a:xfrm>
            <a:off x="410400" y="715665"/>
            <a:ext cx="699211"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date" descr="{&quot;templafy&quot;:{&quot;id&quot;:&quot;e93eeae9-b581-4184-9cc7-9a0f9897d348&quot;}}" title="Form.Date">
            <a:extLst>
              <a:ext uri="{FF2B5EF4-FFF2-40B4-BE49-F238E27FC236}">
                <a16:creationId xmlns:a16="http://schemas.microsoft.com/office/drawing/2014/main" id="{10301B40-E355-4D99-B296-A15FB5BC3A4C}"/>
              </a:ext>
            </a:extLst>
          </p:cNvPr>
          <p:cNvSpPr/>
          <p:nvPr/>
        </p:nvSpPr>
        <p:spPr>
          <a:xfrm>
            <a:off x="9156032" y="6349384"/>
            <a:ext cx="2624806" cy="1800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r"/>
            <a:r>
              <a:rPr lang="en-GB" sz="1200" b="0" dirty="0">
                <a:solidFill>
                  <a:schemeClr val="bg1"/>
                </a:solidFill>
              </a:rPr>
              <a:t>September 2020</a:t>
            </a:r>
          </a:p>
        </p:txBody>
      </p:sp>
      <p:sp>
        <p:nvSpPr>
          <p:cNvPr id="11" name="Date Placeholder 14">
            <a:extLst>
              <a:ext uri="{FF2B5EF4-FFF2-40B4-BE49-F238E27FC236}">
                <a16:creationId xmlns:a16="http://schemas.microsoft.com/office/drawing/2014/main" id="{D4E1389B-CA3B-4709-956D-F396D960BBC8}"/>
              </a:ext>
            </a:extLst>
          </p:cNvPr>
          <p:cNvSpPr>
            <a:spLocks noGrp="1"/>
          </p:cNvSpPr>
          <p:nvPr>
            <p:ph type="dt" sz="half" idx="2"/>
          </p:nvPr>
        </p:nvSpPr>
        <p:spPr>
          <a:xfrm>
            <a:off x="0" y="6912000"/>
            <a:ext cx="0" cy="0"/>
          </a:xfrm>
          <a:prstGeom prst="rect">
            <a:avLst/>
          </a:prstGeom>
        </p:spPr>
        <p:txBody>
          <a:bodyPr vert="horz" lIns="91440" tIns="45720" rIns="91440" bIns="45720" rtlCol="0" anchor="ctr"/>
          <a:lstStyle>
            <a:lvl1pPr algn="l">
              <a:defRPr sz="100">
                <a:noFill/>
              </a:defRPr>
            </a:lvl1pPr>
          </a:lstStyle>
          <a:p>
            <a:fld id="{1D8BD707-D9CF-40AE-B4C6-C98DA3205C09}" type="datetimeFigureOut">
              <a:rPr lang="en-US" smtClean="0"/>
              <a:t>2/26/24</a:t>
            </a:fld>
            <a:endParaRPr lang="en-US"/>
          </a:p>
        </p:txBody>
      </p:sp>
      <p:sp>
        <p:nvSpPr>
          <p:cNvPr id="14" name="Date Placeholder 14">
            <a:extLst>
              <a:ext uri="{FF2B5EF4-FFF2-40B4-BE49-F238E27FC236}">
                <a16:creationId xmlns:a16="http://schemas.microsoft.com/office/drawing/2014/main" id="{8A94F1C1-AE36-4BBA-B958-8FC614A9472A}"/>
              </a:ext>
            </a:extLst>
          </p:cNvPr>
          <p:cNvSpPr txBox="1">
            <a:spLocks/>
          </p:cNvSpPr>
          <p:nvPr/>
        </p:nvSpPr>
        <p:spPr>
          <a:xfrm>
            <a:off x="0" y="6912000"/>
            <a:ext cx="0" cy="0"/>
          </a:xfrm>
          <a:prstGeom prst="rect">
            <a:avLst/>
          </a:prstGeom>
        </p:spPr>
        <p:txBody>
          <a:bodyPr vert="horz" lIns="91440" tIns="45720" rIns="91440" bIns="45720" rtlCol="0" anchor="ctr"/>
          <a:lstStyle>
            <a:defPPr>
              <a:defRPr lang="en-US"/>
            </a:defPPr>
            <a:lvl1pPr marL="0" algn="l" defTabSz="914400" rtl="0" eaLnBrk="1" latinLnBrk="0" hangingPunct="1">
              <a:defRPr sz="100"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1A13B18-F5ED-4611-8DBB-F05123AFBA22}" type="datetimeFigureOut">
              <a:rPr lang="en-GB" smtClean="0"/>
              <a:pPr/>
              <a:t>26/02/2024</a:t>
            </a:fld>
            <a:endParaRPr lang="en-GB" dirty="0"/>
          </a:p>
        </p:txBody>
      </p:sp>
    </p:spTree>
    <p:extLst>
      <p:ext uri="{BB962C8B-B14F-4D97-AF65-F5344CB8AC3E}">
        <p14:creationId xmlns:p14="http://schemas.microsoft.com/office/powerpoint/2010/main" val="23214762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Hvid fors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49384" y="1760373"/>
            <a:ext cx="10069011" cy="4070408"/>
          </a:xfrm>
        </p:spPr>
        <p:txBody>
          <a:bodyPr anchor="t" anchorCtr="0"/>
          <a:lstStyle>
            <a:lvl1pPr algn="l">
              <a:lnSpc>
                <a:spcPct val="90000"/>
              </a:lnSpc>
              <a:defRPr sz="9400">
                <a:solidFill>
                  <a:schemeClr val="tx1"/>
                </a:solidFill>
              </a:defRPr>
            </a:lvl1pPr>
          </a:lstStyle>
          <a:p>
            <a:r>
              <a:rPr lang="en-GB" dirty="0"/>
              <a:t>Klik for at tilføje overskrift</a:t>
            </a:r>
            <a:endParaRPr lang="en-GB"/>
          </a:p>
        </p:txBody>
      </p:sp>
      <p:sp>
        <p:nvSpPr>
          <p:cNvPr id="13" name="Date Placeholder 14">
            <a:extLst>
              <a:ext uri="{FF2B5EF4-FFF2-40B4-BE49-F238E27FC236}">
                <a16:creationId xmlns:a16="http://schemas.microsoft.com/office/drawing/2014/main" id="{5161ABAB-6DB4-433A-ACC8-A0EC0AACAD0C}"/>
              </a:ext>
            </a:extLst>
          </p:cNvPr>
          <p:cNvSpPr>
            <a:spLocks noGrp="1"/>
          </p:cNvSpPr>
          <p:nvPr>
            <p:ph type="dt" sz="half" idx="2"/>
          </p:nvPr>
        </p:nvSpPr>
        <p:spPr>
          <a:xfrm>
            <a:off x="0" y="6912000"/>
            <a:ext cx="0" cy="0"/>
          </a:xfrm>
          <a:prstGeom prst="rect">
            <a:avLst/>
          </a:prstGeom>
        </p:spPr>
        <p:txBody>
          <a:bodyPr vert="horz" lIns="91440" tIns="45720" rIns="91440" bIns="45720" rtlCol="0" anchor="ctr"/>
          <a:lstStyle>
            <a:lvl1pPr algn="l">
              <a:defRPr sz="100">
                <a:noFill/>
              </a:defRPr>
            </a:lvl1pPr>
          </a:lstStyle>
          <a:p>
            <a:fld id="{1D8BD707-D9CF-40AE-B4C6-C98DA3205C09}" type="datetimeFigureOut">
              <a:rPr lang="en-US" smtClean="0"/>
              <a:t>2/26/24</a:t>
            </a:fld>
            <a:endParaRPr lang="en-US"/>
          </a:p>
        </p:txBody>
      </p:sp>
      <p:sp>
        <p:nvSpPr>
          <p:cNvPr id="14" name="Date Placeholder 14">
            <a:extLst>
              <a:ext uri="{FF2B5EF4-FFF2-40B4-BE49-F238E27FC236}">
                <a16:creationId xmlns:a16="http://schemas.microsoft.com/office/drawing/2014/main" id="{BC3A8B03-9EA5-416E-BD54-B87E6C4A6781}"/>
              </a:ext>
            </a:extLst>
          </p:cNvPr>
          <p:cNvSpPr txBox="1">
            <a:spLocks/>
          </p:cNvSpPr>
          <p:nvPr/>
        </p:nvSpPr>
        <p:spPr>
          <a:xfrm>
            <a:off x="0" y="6912000"/>
            <a:ext cx="0" cy="0"/>
          </a:xfrm>
          <a:prstGeom prst="rect">
            <a:avLst/>
          </a:prstGeom>
        </p:spPr>
        <p:txBody>
          <a:bodyPr vert="horz" lIns="91440" tIns="45720" rIns="91440" bIns="45720" rtlCol="0" anchor="ctr"/>
          <a:lstStyle>
            <a:defPPr>
              <a:defRPr lang="en-US"/>
            </a:defPPr>
            <a:lvl1pPr marL="0" algn="l" defTabSz="914400" rtl="0" eaLnBrk="1" latinLnBrk="0" hangingPunct="1">
              <a:defRPr sz="100"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1A13B18-F5ED-4611-8DBB-F05123AFBA22}" type="datetimeFigureOut">
              <a:rPr lang="en-GB" smtClean="0"/>
              <a:pPr/>
              <a:t>26/02/2024</a:t>
            </a:fld>
            <a:endParaRPr lang="en-GB" dirty="0"/>
          </a:p>
        </p:txBody>
      </p:sp>
    </p:spTree>
    <p:extLst>
      <p:ext uri="{BB962C8B-B14F-4D97-AF65-F5344CB8AC3E}">
        <p14:creationId xmlns:p14="http://schemas.microsoft.com/office/powerpoint/2010/main" val="153041580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Breaker A">
    <p:bg>
      <p:bgPr>
        <a:solidFill>
          <a:schemeClr val="bg1"/>
        </a:solidFill>
        <a:effectLst/>
      </p:bgPr>
    </p:bg>
    <p:spTree>
      <p:nvGrpSpPr>
        <p:cNvPr id="1" name=""/>
        <p:cNvGrpSpPr/>
        <p:nvPr/>
      </p:nvGrpSpPr>
      <p:grpSpPr>
        <a:xfrm>
          <a:off x="0" y="0"/>
          <a:ext cx="0" cy="0"/>
          <a:chOff x="0" y="0"/>
          <a:chExt cx="0" cy="0"/>
        </a:xfrm>
      </p:grpSpPr>
      <p:sp>
        <p:nvSpPr>
          <p:cNvPr id="14" name="Picture Placeholder 3">
            <a:extLst>
              <a:ext uri="{FF2B5EF4-FFF2-40B4-BE49-F238E27FC236}">
                <a16:creationId xmlns:a16="http://schemas.microsoft.com/office/drawing/2014/main" id="{BAC5FF5C-5A1F-4EF8-85A8-E1370E4FA7C5}"/>
              </a:ext>
            </a:extLst>
          </p:cNvPr>
          <p:cNvSpPr>
            <a:spLocks noGrp="1"/>
          </p:cNvSpPr>
          <p:nvPr>
            <p:ph type="pic" sz="quarter" idx="14" hasCustomPrompt="1"/>
          </p:nvPr>
        </p:nvSpPr>
        <p:spPr>
          <a:xfrm>
            <a:off x="6415848" y="1000443"/>
            <a:ext cx="4951428" cy="4841557"/>
          </a:xfrm>
        </p:spPr>
        <p:txBody>
          <a:bodyPr/>
          <a:lstStyle>
            <a:lvl1pPr marL="0" indent="0" algn="ctr">
              <a:buNone/>
              <a:defRPr sz="1200"/>
            </a:lvl1pPr>
          </a:lstStyle>
          <a:p>
            <a:r>
              <a:rPr lang="en-GB" dirty="0"/>
              <a:t>Vælg pladsholderen og indsæt billede via Templafy/Skyfish eller ikon eller logo via Templafy/Billeder</a:t>
            </a:r>
            <a:endParaRPr lang="en-GB"/>
          </a:p>
        </p:txBody>
      </p:sp>
      <p:sp>
        <p:nvSpPr>
          <p:cNvPr id="2" name="Title 1"/>
          <p:cNvSpPr>
            <a:spLocks noGrp="1"/>
          </p:cNvSpPr>
          <p:nvPr>
            <p:ph type="ctrTitle" hasCustomPrompt="1"/>
          </p:nvPr>
        </p:nvSpPr>
        <p:spPr>
          <a:xfrm>
            <a:off x="414697" y="1700212"/>
            <a:ext cx="5367600" cy="4141787"/>
          </a:xfrm>
        </p:spPr>
        <p:txBody>
          <a:bodyPr anchor="t" anchorCtr="0"/>
          <a:lstStyle>
            <a:lvl1pPr algn="l">
              <a:lnSpc>
                <a:spcPct val="100000"/>
              </a:lnSpc>
              <a:defRPr sz="4400">
                <a:solidFill>
                  <a:schemeClr val="tx1"/>
                </a:solidFill>
              </a:defRPr>
            </a:lvl1pPr>
          </a:lstStyle>
          <a:p>
            <a:r>
              <a:rPr lang="en-GB" dirty="0"/>
              <a:t>Klik for at tilføje overskrift</a:t>
            </a:r>
            <a:endParaRPr lang="en-GB"/>
          </a:p>
        </p:txBody>
      </p:sp>
      <p:sp>
        <p:nvSpPr>
          <p:cNvPr id="19" name="text" descr="{&quot;templafy&quot;:{&quot;id&quot;:&quot;535c2e69-01e7-4dce-95a6-4de9d99d38ac&quot;}}" title="UserProfile.Institut.InstituteDCU_{{DocumentLanguage}}">
            <a:extLst>
              <a:ext uri="{FF2B5EF4-FFF2-40B4-BE49-F238E27FC236}">
                <a16:creationId xmlns:a16="http://schemas.microsoft.com/office/drawing/2014/main" id="{610DD8E7-635C-4517-8E21-65C3CB025FFE}"/>
              </a:ext>
            </a:extLst>
          </p:cNvPr>
          <p:cNvSpPr txBox="1">
            <a:spLocks/>
          </p:cNvSpPr>
          <p:nvPr/>
        </p:nvSpPr>
        <p:spPr>
          <a:xfrm>
            <a:off x="411163" y="450893"/>
            <a:ext cx="5684837" cy="284778"/>
          </a:xfrm>
          <a:prstGeom prst="rect">
            <a:avLst/>
          </a:prstGeom>
          <a:noFill/>
        </p:spPr>
        <p:txBody>
          <a:bodyPr wrap="square" lIns="10800" tIns="0" rIns="0" bIns="90000" anchor="b" anchorCtr="0">
            <a:spAutoFit/>
          </a:bodyPr>
          <a:lstStyle>
            <a:lvl1pPr marL="0" indent="0" algn="l" defTabSz="914400" rtl="0" eaLnBrk="1" latinLnBrk="0" hangingPunct="1">
              <a:lnSpc>
                <a:spcPct val="90000"/>
              </a:lnSpc>
              <a:spcBef>
                <a:spcPts val="0"/>
              </a:spcBef>
              <a:buFont typeface="Arial" panose="020B0604020202020204" pitchFamily="34" charset="0"/>
              <a:buNone/>
              <a:defRPr sz="1400" b="1"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GB" dirty="0"/>
              <a:t>The Maersk Mc-Kinney Moller Institute</a:t>
            </a:r>
          </a:p>
        </p:txBody>
      </p:sp>
      <p:sp>
        <p:nvSpPr>
          <p:cNvPr id="20" name="sdu.dk">
            <a:extLst>
              <a:ext uri="{FF2B5EF4-FFF2-40B4-BE49-F238E27FC236}">
                <a16:creationId xmlns:a16="http://schemas.microsoft.com/office/drawing/2014/main" id="{4B84D86E-3D20-4505-8DAD-8EB1F3E63B0A}"/>
              </a:ext>
            </a:extLst>
          </p:cNvPr>
          <p:cNvSpPr/>
          <p:nvPr/>
        </p:nvSpPr>
        <p:spPr>
          <a:xfrm rot="5400000">
            <a:off x="11480800" y="721379"/>
            <a:ext cx="914400" cy="3765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1100" b="1" noProof="1">
                <a:solidFill>
                  <a:schemeClr val="tx1"/>
                </a:solidFill>
              </a:rPr>
              <a:t>sdu.dk</a:t>
            </a:r>
            <a:endParaRPr lang="en-GB"/>
          </a:p>
        </p:txBody>
      </p:sp>
      <p:sp>
        <p:nvSpPr>
          <p:cNvPr id="21" name="#sdudk">
            <a:extLst>
              <a:ext uri="{FF2B5EF4-FFF2-40B4-BE49-F238E27FC236}">
                <a16:creationId xmlns:a16="http://schemas.microsoft.com/office/drawing/2014/main" id="{B58A6A9A-5E98-43AC-8CA5-F6C4B0573364}"/>
              </a:ext>
            </a:extLst>
          </p:cNvPr>
          <p:cNvSpPr/>
          <p:nvPr/>
        </p:nvSpPr>
        <p:spPr>
          <a:xfrm rot="5400000">
            <a:off x="11482792" y="2027544"/>
            <a:ext cx="914400" cy="3765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1100" b="1" noProof="1">
                <a:solidFill>
                  <a:schemeClr val="tx1"/>
                </a:solidFill>
              </a:rPr>
              <a:t>#sdudk</a:t>
            </a:r>
            <a:endParaRPr lang="en-GB"/>
          </a:p>
        </p:txBody>
      </p:sp>
      <p:cxnSp>
        <p:nvCxnSpPr>
          <p:cNvPr id="11" name="Straight Connector 10">
            <a:extLst>
              <a:ext uri="{FF2B5EF4-FFF2-40B4-BE49-F238E27FC236}">
                <a16:creationId xmlns:a16="http://schemas.microsoft.com/office/drawing/2014/main" id="{EEFBD90C-157B-45E5-8A90-9560C86CAB4C}"/>
              </a:ext>
            </a:extLst>
          </p:cNvPr>
          <p:cNvCxnSpPr>
            <a:cxnSpLocks/>
          </p:cNvCxnSpPr>
          <p:nvPr/>
        </p:nvCxnSpPr>
        <p:spPr>
          <a:xfrm>
            <a:off x="410400" y="715665"/>
            <a:ext cx="699211"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date" descr="{&quot;templafy&quot;:{&quot;id&quot;:&quot;4580039a-6a0b-47c3-8582-fb9e2e105f97&quot;}}" title="Form.Date">
            <a:extLst>
              <a:ext uri="{FF2B5EF4-FFF2-40B4-BE49-F238E27FC236}">
                <a16:creationId xmlns:a16="http://schemas.microsoft.com/office/drawing/2014/main" id="{508E925B-663E-4A1A-8916-BC4FCFEA746C}"/>
              </a:ext>
            </a:extLst>
          </p:cNvPr>
          <p:cNvSpPr/>
          <p:nvPr/>
        </p:nvSpPr>
        <p:spPr>
          <a:xfrm>
            <a:off x="9156032" y="6349384"/>
            <a:ext cx="2624806" cy="1800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r"/>
            <a:r>
              <a:rPr lang="en-GB" sz="1200" b="0" dirty="0">
                <a:solidFill>
                  <a:schemeClr val="tx1"/>
                </a:solidFill>
              </a:rPr>
              <a:t>September 2020</a:t>
            </a:r>
          </a:p>
        </p:txBody>
      </p:sp>
      <p:pic>
        <p:nvPicPr>
          <p:cNvPr id="13" name="Logo black">
            <a:extLst>
              <a:ext uri="{FF2B5EF4-FFF2-40B4-BE49-F238E27FC236}">
                <a16:creationId xmlns:a16="http://schemas.microsoft.com/office/drawing/2014/main" id="{8790A71A-B09B-4B5F-9D31-846A17201C9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3346" y="6294893"/>
            <a:ext cx="784800" cy="211840"/>
          </a:xfrm>
          <a:prstGeom prst="rect">
            <a:avLst/>
          </a:prstGeom>
        </p:spPr>
      </p:pic>
      <p:sp>
        <p:nvSpPr>
          <p:cNvPr id="17" name="Date Placeholder 14">
            <a:extLst>
              <a:ext uri="{FF2B5EF4-FFF2-40B4-BE49-F238E27FC236}">
                <a16:creationId xmlns:a16="http://schemas.microsoft.com/office/drawing/2014/main" id="{D63CFED0-47FC-4852-81C1-6B705FD6417D}"/>
              </a:ext>
            </a:extLst>
          </p:cNvPr>
          <p:cNvSpPr txBox="1">
            <a:spLocks/>
          </p:cNvSpPr>
          <p:nvPr/>
        </p:nvSpPr>
        <p:spPr>
          <a:xfrm>
            <a:off x="0" y="6912000"/>
            <a:ext cx="0" cy="0"/>
          </a:xfrm>
          <a:prstGeom prst="rect">
            <a:avLst/>
          </a:prstGeom>
        </p:spPr>
        <p:txBody>
          <a:bodyPr vert="horz" lIns="91440" tIns="45720" rIns="91440" bIns="45720" rtlCol="0" anchor="ctr"/>
          <a:lstStyle>
            <a:defPPr>
              <a:defRPr lang="en-US"/>
            </a:defPPr>
            <a:lvl1pPr marL="0" algn="l" defTabSz="914400" rtl="0" eaLnBrk="1" latinLnBrk="0" hangingPunct="1">
              <a:defRPr sz="100"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1A13B18-F5ED-4611-8DBB-F05123AFBA22}" type="datetimeFigureOut">
              <a:rPr lang="en-GB" smtClean="0"/>
              <a:pPr/>
              <a:t>26/02/2024</a:t>
            </a:fld>
            <a:endParaRPr lang="en-GB" dirty="0"/>
          </a:p>
        </p:txBody>
      </p:sp>
      <p:sp>
        <p:nvSpPr>
          <p:cNvPr id="3" name="TextBox 2">
            <a:extLst>
              <a:ext uri="{FF2B5EF4-FFF2-40B4-BE49-F238E27FC236}">
                <a16:creationId xmlns:a16="http://schemas.microsoft.com/office/drawing/2014/main" id="{2D2565F4-7FB3-4F2B-AED8-4859D42935AE}"/>
              </a:ext>
            </a:extLst>
          </p:cNvPr>
          <p:cNvSpPr txBox="1"/>
          <p:nvPr/>
        </p:nvSpPr>
        <p:spPr>
          <a:xfrm>
            <a:off x="0" y="-349741"/>
            <a:ext cx="11457183" cy="323165"/>
          </a:xfrm>
          <a:prstGeom prst="rect">
            <a:avLst/>
          </a:prstGeom>
          <a:noFill/>
        </p:spPr>
        <p:txBody>
          <a:bodyPr wrap="square" lIns="0" tIns="0" rIns="0" bIns="0" rtlCol="0">
            <a:spAutoFit/>
          </a:bodyPr>
          <a:lstStyle/>
          <a:p>
            <a:r>
              <a:rPr lang="en-GB" sz="1050" b="1" noProof="1"/>
              <a:t>Skift baggrundsfarve. </a:t>
            </a:r>
            <a:r>
              <a:rPr lang="en-GB" sz="1050" noProof="1"/>
              <a:t>Højreklik på slidet og vælg </a:t>
            </a:r>
            <a:r>
              <a:rPr lang="en-GB" sz="1050" b="1" noProof="1"/>
              <a:t>Formatér baggrund</a:t>
            </a:r>
            <a:r>
              <a:rPr lang="en-GB" sz="1050" noProof="1"/>
              <a:t>. Klik på </a:t>
            </a:r>
            <a:r>
              <a:rPr lang="en-GB" sz="1050" b="1" noProof="1"/>
              <a:t>Fyld farve </a:t>
            </a:r>
            <a:r>
              <a:rPr lang="en-GB" sz="1050" noProof="1"/>
              <a:t>i Formater baggrund vinduet og vælg farve fra øverste række i SDU’s farve palette eller fra den brugerdefinerede farvepalette</a:t>
            </a:r>
            <a:endParaRPr lang="en-GB"/>
          </a:p>
        </p:txBody>
      </p:sp>
    </p:spTree>
    <p:extLst>
      <p:ext uri="{BB962C8B-B14F-4D97-AF65-F5344CB8AC3E}">
        <p14:creationId xmlns:p14="http://schemas.microsoft.com/office/powerpoint/2010/main" val="112890324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Breaker B">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14697" y="1700212"/>
            <a:ext cx="5367600" cy="4141787"/>
          </a:xfrm>
        </p:spPr>
        <p:txBody>
          <a:bodyPr anchor="b" anchorCtr="0"/>
          <a:lstStyle>
            <a:lvl1pPr algn="l">
              <a:lnSpc>
                <a:spcPct val="100000"/>
              </a:lnSpc>
              <a:defRPr sz="4400">
                <a:solidFill>
                  <a:schemeClr val="tx1"/>
                </a:solidFill>
              </a:defRPr>
            </a:lvl1pPr>
          </a:lstStyle>
          <a:p>
            <a:r>
              <a:rPr lang="en-GB" dirty="0"/>
              <a:t>Klik for at tilføje overskrift</a:t>
            </a:r>
            <a:endParaRPr lang="en-GB"/>
          </a:p>
        </p:txBody>
      </p:sp>
      <p:sp>
        <p:nvSpPr>
          <p:cNvPr id="14" name="Picture Placeholder 3">
            <a:extLst>
              <a:ext uri="{FF2B5EF4-FFF2-40B4-BE49-F238E27FC236}">
                <a16:creationId xmlns:a16="http://schemas.microsoft.com/office/drawing/2014/main" id="{A915360E-F247-49FB-821B-5399F1326472}"/>
              </a:ext>
            </a:extLst>
          </p:cNvPr>
          <p:cNvSpPr>
            <a:spLocks noGrp="1"/>
          </p:cNvSpPr>
          <p:nvPr>
            <p:ph type="pic" sz="quarter" idx="14" hasCustomPrompt="1"/>
          </p:nvPr>
        </p:nvSpPr>
        <p:spPr>
          <a:xfrm>
            <a:off x="6415848" y="1000443"/>
            <a:ext cx="4951428" cy="4841557"/>
          </a:xfrm>
        </p:spPr>
        <p:txBody>
          <a:bodyPr/>
          <a:lstStyle>
            <a:lvl1pPr marL="0" indent="0" algn="ctr">
              <a:buNone/>
              <a:defRPr sz="1200"/>
            </a:lvl1pPr>
          </a:lstStyle>
          <a:p>
            <a:r>
              <a:rPr lang="en-GB" dirty="0"/>
              <a:t>Vælg pladsholderen og indsæt billede via Templafy/Skyfish eller ikon eller logo via Templafy/Billeder</a:t>
            </a:r>
            <a:endParaRPr lang="en-GB"/>
          </a:p>
        </p:txBody>
      </p:sp>
      <p:sp>
        <p:nvSpPr>
          <p:cNvPr id="7" name="Date Placeholder 14">
            <a:extLst>
              <a:ext uri="{FF2B5EF4-FFF2-40B4-BE49-F238E27FC236}">
                <a16:creationId xmlns:a16="http://schemas.microsoft.com/office/drawing/2014/main" id="{FB068F22-0263-44BB-8333-C5643293F39A}"/>
              </a:ext>
            </a:extLst>
          </p:cNvPr>
          <p:cNvSpPr>
            <a:spLocks noGrp="1"/>
          </p:cNvSpPr>
          <p:nvPr>
            <p:ph type="dt" sz="half" idx="2"/>
          </p:nvPr>
        </p:nvSpPr>
        <p:spPr>
          <a:xfrm>
            <a:off x="0" y="6912000"/>
            <a:ext cx="0" cy="0"/>
          </a:xfrm>
          <a:prstGeom prst="rect">
            <a:avLst/>
          </a:prstGeom>
        </p:spPr>
        <p:txBody>
          <a:bodyPr vert="horz" lIns="91440" tIns="45720" rIns="91440" bIns="45720" rtlCol="0" anchor="ctr"/>
          <a:lstStyle>
            <a:lvl1pPr algn="l">
              <a:defRPr sz="100">
                <a:noFill/>
              </a:defRPr>
            </a:lvl1pPr>
          </a:lstStyle>
          <a:p>
            <a:fld id="{1D8BD707-D9CF-40AE-B4C6-C98DA3205C09}" type="datetimeFigureOut">
              <a:rPr lang="en-US" smtClean="0"/>
              <a:t>2/26/24</a:t>
            </a:fld>
            <a:endParaRPr lang="en-US"/>
          </a:p>
        </p:txBody>
      </p:sp>
      <p:sp>
        <p:nvSpPr>
          <p:cNvPr id="8" name="Date Placeholder 14">
            <a:extLst>
              <a:ext uri="{FF2B5EF4-FFF2-40B4-BE49-F238E27FC236}">
                <a16:creationId xmlns:a16="http://schemas.microsoft.com/office/drawing/2014/main" id="{2D08A2CA-4B19-4B39-B540-F97244C446A4}"/>
              </a:ext>
            </a:extLst>
          </p:cNvPr>
          <p:cNvSpPr txBox="1">
            <a:spLocks/>
          </p:cNvSpPr>
          <p:nvPr/>
        </p:nvSpPr>
        <p:spPr>
          <a:xfrm>
            <a:off x="0" y="6912000"/>
            <a:ext cx="0" cy="0"/>
          </a:xfrm>
          <a:prstGeom prst="rect">
            <a:avLst/>
          </a:prstGeom>
        </p:spPr>
        <p:txBody>
          <a:bodyPr vert="horz" lIns="91440" tIns="45720" rIns="91440" bIns="45720" rtlCol="0" anchor="ctr"/>
          <a:lstStyle>
            <a:defPPr>
              <a:defRPr lang="en-US"/>
            </a:defPPr>
            <a:lvl1pPr marL="0" algn="l" defTabSz="914400" rtl="0" eaLnBrk="1" latinLnBrk="0" hangingPunct="1">
              <a:defRPr sz="100"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1A13B18-F5ED-4611-8DBB-F05123AFBA22}" type="datetimeFigureOut">
              <a:rPr lang="en-GB" smtClean="0"/>
              <a:pPr/>
              <a:t>26/02/2024</a:t>
            </a:fld>
            <a:endParaRPr lang="en-GB" dirty="0"/>
          </a:p>
        </p:txBody>
      </p:sp>
      <p:sp>
        <p:nvSpPr>
          <p:cNvPr id="10" name="TextBox 9">
            <a:extLst>
              <a:ext uri="{FF2B5EF4-FFF2-40B4-BE49-F238E27FC236}">
                <a16:creationId xmlns:a16="http://schemas.microsoft.com/office/drawing/2014/main" id="{7EB9F81D-3EAD-42E8-88EC-432C25D7A8F9}"/>
              </a:ext>
            </a:extLst>
          </p:cNvPr>
          <p:cNvSpPr txBox="1"/>
          <p:nvPr/>
        </p:nvSpPr>
        <p:spPr>
          <a:xfrm>
            <a:off x="0" y="-349741"/>
            <a:ext cx="11457183" cy="323165"/>
          </a:xfrm>
          <a:prstGeom prst="rect">
            <a:avLst/>
          </a:prstGeom>
          <a:noFill/>
        </p:spPr>
        <p:txBody>
          <a:bodyPr wrap="square" lIns="0" tIns="0" rIns="0" bIns="0" rtlCol="0">
            <a:spAutoFit/>
          </a:bodyPr>
          <a:lstStyle/>
          <a:p>
            <a:r>
              <a:rPr lang="en-GB" sz="1050" b="1" noProof="1"/>
              <a:t>Skift baggrundsfarve. </a:t>
            </a:r>
            <a:r>
              <a:rPr lang="en-GB" sz="1050" noProof="1"/>
              <a:t>Højreklik på slidet og vælg </a:t>
            </a:r>
            <a:r>
              <a:rPr lang="en-GB" sz="1050" b="1" noProof="1"/>
              <a:t>Formatér baggrund</a:t>
            </a:r>
            <a:r>
              <a:rPr lang="en-GB" sz="1050" noProof="1"/>
              <a:t>. Klik på </a:t>
            </a:r>
            <a:r>
              <a:rPr lang="en-GB" sz="1050" b="1" noProof="1"/>
              <a:t>Fyld farve </a:t>
            </a:r>
            <a:r>
              <a:rPr lang="en-GB" sz="1050" noProof="1"/>
              <a:t>i Formater baggrund vinduet og vælg farve fra øverste række i SDU’s farve palette eller fra den brugerdefinerede farvepalette</a:t>
            </a:r>
            <a:endParaRPr lang="en-GB"/>
          </a:p>
        </p:txBody>
      </p:sp>
    </p:spTree>
    <p:extLst>
      <p:ext uri="{BB962C8B-B14F-4D97-AF65-F5344CB8AC3E}">
        <p14:creationId xmlns:p14="http://schemas.microsoft.com/office/powerpoint/2010/main" val="396623087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Overskrift og indhold A">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14697" y="1700212"/>
            <a:ext cx="5367600" cy="4141787"/>
          </a:xfrm>
        </p:spPr>
        <p:txBody>
          <a:bodyPr anchor="t" anchorCtr="0"/>
          <a:lstStyle>
            <a:lvl1pPr algn="l">
              <a:lnSpc>
                <a:spcPct val="100000"/>
              </a:lnSpc>
              <a:defRPr sz="3600">
                <a:solidFill>
                  <a:schemeClr val="tx1"/>
                </a:solidFill>
              </a:defRPr>
            </a:lvl1pPr>
          </a:lstStyle>
          <a:p>
            <a:r>
              <a:rPr lang="en-GB" dirty="0"/>
              <a:t>Klik for at tilføje overskrift</a:t>
            </a:r>
            <a:endParaRPr lang="en-GB"/>
          </a:p>
        </p:txBody>
      </p:sp>
      <p:sp>
        <p:nvSpPr>
          <p:cNvPr id="7" name="Content Placeholder 6">
            <a:extLst>
              <a:ext uri="{FF2B5EF4-FFF2-40B4-BE49-F238E27FC236}">
                <a16:creationId xmlns:a16="http://schemas.microsoft.com/office/drawing/2014/main" id="{A9D41ADC-5992-4476-8E55-8A709AA1B4B5}"/>
              </a:ext>
            </a:extLst>
          </p:cNvPr>
          <p:cNvSpPr>
            <a:spLocks noGrp="1"/>
          </p:cNvSpPr>
          <p:nvPr>
            <p:ph sz="quarter" idx="13" hasCustomPrompt="1"/>
          </p:nvPr>
        </p:nvSpPr>
        <p:spPr>
          <a:xfrm>
            <a:off x="6673356" y="1700212"/>
            <a:ext cx="4693920" cy="4141788"/>
          </a:xfrm>
        </p:spPr>
        <p:txBody>
          <a:bodyPr/>
          <a:lstStyle>
            <a:lvl1pPr>
              <a:defRPr/>
            </a:lvl1pPr>
          </a:lstStyle>
          <a:p>
            <a:pPr lvl="0"/>
            <a:r>
              <a:rPr lang="en-GB" dirty="0"/>
              <a:t>Klik for at tilføje tekst, klik ikon for at tilføje graf/tabel</a:t>
            </a:r>
            <a:endParaRPr lang="en-GB"/>
          </a:p>
          <a:p>
            <a:pPr lvl="1"/>
            <a:r>
              <a:rPr lang="en-GB" dirty="0"/>
              <a:t>Second </a:t>
            </a:r>
            <a:r>
              <a:rPr lang="en-GB" dirty="0" err="1"/>
              <a:t>level</a:t>
            </a:r>
            <a:endParaRPr lang="en-GB" dirty="0"/>
          </a:p>
          <a:p>
            <a:pPr lvl="2"/>
            <a:r>
              <a:rPr lang="en-GB" dirty="0"/>
              <a:t>Third </a:t>
            </a:r>
            <a:r>
              <a:rPr lang="en-GB" dirty="0" err="1"/>
              <a:t>level</a:t>
            </a:r>
            <a:endParaRPr lang="en-GB" dirty="0"/>
          </a:p>
          <a:p>
            <a:pPr lvl="3"/>
            <a:r>
              <a:rPr lang="en-GB" dirty="0" err="1"/>
              <a:t>Fourth</a:t>
            </a:r>
            <a:r>
              <a:rPr lang="en-GB" dirty="0"/>
              <a:t> </a:t>
            </a:r>
            <a:r>
              <a:rPr lang="en-GB" dirty="0" err="1"/>
              <a:t>level</a:t>
            </a:r>
            <a:endParaRPr lang="en-GB" dirty="0"/>
          </a:p>
          <a:p>
            <a:pPr lvl="4"/>
            <a:r>
              <a:rPr lang="en-GB" dirty="0"/>
              <a:t>Fifth </a:t>
            </a:r>
            <a:r>
              <a:rPr lang="en-GB" dirty="0" err="1"/>
              <a:t>level</a:t>
            </a:r>
            <a:endParaRPr lang="en-GB" dirty="0"/>
          </a:p>
        </p:txBody>
      </p:sp>
      <p:sp>
        <p:nvSpPr>
          <p:cNvPr id="10" name="Date Placeholder 14">
            <a:extLst>
              <a:ext uri="{FF2B5EF4-FFF2-40B4-BE49-F238E27FC236}">
                <a16:creationId xmlns:a16="http://schemas.microsoft.com/office/drawing/2014/main" id="{BBCDE8CE-8147-4B12-B358-7B7ACA92FFF2}"/>
              </a:ext>
            </a:extLst>
          </p:cNvPr>
          <p:cNvSpPr>
            <a:spLocks noGrp="1"/>
          </p:cNvSpPr>
          <p:nvPr>
            <p:ph type="dt" sz="half" idx="2"/>
          </p:nvPr>
        </p:nvSpPr>
        <p:spPr>
          <a:xfrm>
            <a:off x="0" y="6912000"/>
            <a:ext cx="0" cy="0"/>
          </a:xfrm>
          <a:prstGeom prst="rect">
            <a:avLst/>
          </a:prstGeom>
        </p:spPr>
        <p:txBody>
          <a:bodyPr vert="horz" lIns="91440" tIns="45720" rIns="91440" bIns="45720" rtlCol="0" anchor="ctr"/>
          <a:lstStyle>
            <a:lvl1pPr algn="l">
              <a:defRPr sz="100">
                <a:noFill/>
              </a:defRPr>
            </a:lvl1pPr>
          </a:lstStyle>
          <a:p>
            <a:fld id="{1D8BD707-D9CF-40AE-B4C6-C98DA3205C09}" type="datetimeFigureOut">
              <a:rPr lang="en-US" smtClean="0"/>
              <a:t>2/26/24</a:t>
            </a:fld>
            <a:endParaRPr lang="en-US"/>
          </a:p>
        </p:txBody>
      </p:sp>
      <p:sp>
        <p:nvSpPr>
          <p:cNvPr id="11" name="Date Placeholder 14">
            <a:extLst>
              <a:ext uri="{FF2B5EF4-FFF2-40B4-BE49-F238E27FC236}">
                <a16:creationId xmlns:a16="http://schemas.microsoft.com/office/drawing/2014/main" id="{7ACE2053-07AA-42FA-A789-E1430CAF7988}"/>
              </a:ext>
            </a:extLst>
          </p:cNvPr>
          <p:cNvSpPr txBox="1">
            <a:spLocks/>
          </p:cNvSpPr>
          <p:nvPr/>
        </p:nvSpPr>
        <p:spPr>
          <a:xfrm>
            <a:off x="0" y="6912000"/>
            <a:ext cx="0" cy="0"/>
          </a:xfrm>
          <a:prstGeom prst="rect">
            <a:avLst/>
          </a:prstGeom>
        </p:spPr>
        <p:txBody>
          <a:bodyPr vert="horz" lIns="91440" tIns="45720" rIns="91440" bIns="45720" rtlCol="0" anchor="ctr"/>
          <a:lstStyle>
            <a:defPPr>
              <a:defRPr lang="en-US"/>
            </a:defPPr>
            <a:lvl1pPr marL="0" algn="l" defTabSz="914400" rtl="0" eaLnBrk="1" latinLnBrk="0" hangingPunct="1">
              <a:defRPr sz="100"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1A13B18-F5ED-4611-8DBB-F05123AFBA22}" type="datetimeFigureOut">
              <a:rPr lang="en-GB" smtClean="0"/>
              <a:pPr/>
              <a:t>26/02/2024</a:t>
            </a:fld>
            <a:endParaRPr lang="en-GB" dirty="0"/>
          </a:p>
        </p:txBody>
      </p:sp>
      <p:sp>
        <p:nvSpPr>
          <p:cNvPr id="3" name="Footer Placeholder 2">
            <a:extLst>
              <a:ext uri="{FF2B5EF4-FFF2-40B4-BE49-F238E27FC236}">
                <a16:creationId xmlns:a16="http://schemas.microsoft.com/office/drawing/2014/main" id="{2BD490B9-04D5-4C98-9BAE-36CAE61DE349}"/>
              </a:ext>
            </a:extLst>
          </p:cNvPr>
          <p:cNvSpPr>
            <a:spLocks noGrp="1"/>
          </p:cNvSpPr>
          <p:nvPr>
            <p:ph type="ftr" sz="quarter" idx="14"/>
          </p:nvPr>
        </p:nvSpPr>
        <p:spPr/>
        <p:txBody>
          <a:bodyPr/>
          <a:lstStyle/>
          <a:p>
            <a:endParaRPr lang="da-DK"/>
          </a:p>
        </p:txBody>
      </p:sp>
      <p:sp>
        <p:nvSpPr>
          <p:cNvPr id="4" name="Slide Number Placeholder 3">
            <a:extLst>
              <a:ext uri="{FF2B5EF4-FFF2-40B4-BE49-F238E27FC236}">
                <a16:creationId xmlns:a16="http://schemas.microsoft.com/office/drawing/2014/main" id="{DBDCBB1C-1FE3-42F2-ACED-70B0664062BD}"/>
              </a:ext>
            </a:extLst>
          </p:cNvPr>
          <p:cNvSpPr>
            <a:spLocks noGrp="1"/>
          </p:cNvSpPr>
          <p:nvPr>
            <p:ph type="sldNum" sz="quarter" idx="15"/>
          </p:nvPr>
        </p:nvSpPr>
        <p:spPr/>
        <p:txBody>
          <a:bodyPr/>
          <a:lstStyle/>
          <a:p>
            <a:fld id="{B6F15528-21DE-4FAA-801E-634DDDAF4B2B}" type="slidenum">
              <a:rPr lang="da-DK" smtClean="0"/>
              <a:t>‹nr.›</a:t>
            </a:fld>
            <a:endParaRPr lang="da-DK"/>
          </a:p>
        </p:txBody>
      </p:sp>
    </p:spTree>
    <p:extLst>
      <p:ext uri="{BB962C8B-B14F-4D97-AF65-F5344CB8AC3E}">
        <p14:creationId xmlns:p14="http://schemas.microsoft.com/office/powerpoint/2010/main" val="7116495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Overskrift og indhold 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CC1A9A-6ADC-4F72-A312-ED1DBEF01BE1}"/>
              </a:ext>
            </a:extLst>
          </p:cNvPr>
          <p:cNvSpPr>
            <a:spLocks noGrp="1"/>
          </p:cNvSpPr>
          <p:nvPr>
            <p:ph type="title" hasCustomPrompt="1"/>
          </p:nvPr>
        </p:nvSpPr>
        <p:spPr>
          <a:xfrm>
            <a:off x="410400" y="1028246"/>
            <a:ext cx="5366267" cy="1884283"/>
          </a:xfrm>
        </p:spPr>
        <p:txBody>
          <a:bodyPr/>
          <a:lstStyle>
            <a:lvl1pPr>
              <a:defRPr/>
            </a:lvl1pPr>
          </a:lstStyle>
          <a:p>
            <a:r>
              <a:rPr lang="en-GB" dirty="0"/>
              <a:t>Klik for at tilføje overskrift</a:t>
            </a:r>
            <a:endParaRPr lang="en-GB"/>
          </a:p>
        </p:txBody>
      </p:sp>
      <p:sp>
        <p:nvSpPr>
          <p:cNvPr id="6" name="Content Placeholder 5">
            <a:extLst>
              <a:ext uri="{FF2B5EF4-FFF2-40B4-BE49-F238E27FC236}">
                <a16:creationId xmlns:a16="http://schemas.microsoft.com/office/drawing/2014/main" id="{C4256969-981A-4869-9324-B595DF89D12E}"/>
              </a:ext>
            </a:extLst>
          </p:cNvPr>
          <p:cNvSpPr>
            <a:spLocks noGrp="1"/>
          </p:cNvSpPr>
          <p:nvPr>
            <p:ph sz="quarter" idx="19" hasCustomPrompt="1"/>
          </p:nvPr>
        </p:nvSpPr>
        <p:spPr>
          <a:xfrm>
            <a:off x="6156000" y="1028246"/>
            <a:ext cx="5216400" cy="4825354"/>
          </a:xfrm>
        </p:spPr>
        <p:txBody>
          <a:bodyPr/>
          <a:lstStyle>
            <a:lvl1pPr>
              <a:defRPr/>
            </a:lvl1pPr>
          </a:lstStyle>
          <a:p>
            <a:pPr lvl="0"/>
            <a:r>
              <a:rPr lang="en-GB" dirty="0"/>
              <a:t>Klik for at tilføje tekst, klik ikon for at tilføje graf/tabel</a:t>
            </a:r>
            <a:endParaRPr lang="en-GB"/>
          </a:p>
          <a:p>
            <a:pPr lvl="1"/>
            <a:r>
              <a:rPr lang="en-GB" dirty="0"/>
              <a:t>Second </a:t>
            </a:r>
            <a:r>
              <a:rPr lang="en-GB" dirty="0" err="1"/>
              <a:t>level</a:t>
            </a:r>
            <a:endParaRPr lang="en-GB" dirty="0"/>
          </a:p>
          <a:p>
            <a:pPr lvl="2"/>
            <a:r>
              <a:rPr lang="en-GB" dirty="0"/>
              <a:t>Third </a:t>
            </a:r>
            <a:r>
              <a:rPr lang="en-GB" dirty="0" err="1"/>
              <a:t>level</a:t>
            </a:r>
            <a:endParaRPr lang="en-GB" dirty="0"/>
          </a:p>
          <a:p>
            <a:pPr lvl="3"/>
            <a:r>
              <a:rPr lang="en-GB" dirty="0" err="1"/>
              <a:t>Fourth</a:t>
            </a:r>
            <a:r>
              <a:rPr lang="en-GB" dirty="0"/>
              <a:t> </a:t>
            </a:r>
            <a:r>
              <a:rPr lang="en-GB" dirty="0" err="1"/>
              <a:t>level</a:t>
            </a:r>
            <a:endParaRPr lang="en-GB" dirty="0"/>
          </a:p>
          <a:p>
            <a:pPr lvl="4"/>
            <a:r>
              <a:rPr lang="en-GB" dirty="0"/>
              <a:t>Fifth </a:t>
            </a:r>
            <a:r>
              <a:rPr lang="en-GB" dirty="0" err="1"/>
              <a:t>level</a:t>
            </a:r>
            <a:endParaRPr lang="en-GB" dirty="0"/>
          </a:p>
        </p:txBody>
      </p:sp>
      <p:sp>
        <p:nvSpPr>
          <p:cNvPr id="16" name="sdu.dk">
            <a:extLst>
              <a:ext uri="{FF2B5EF4-FFF2-40B4-BE49-F238E27FC236}">
                <a16:creationId xmlns:a16="http://schemas.microsoft.com/office/drawing/2014/main" id="{406E07B7-D9E4-488D-BA7B-56AC0D1DDD05}"/>
              </a:ext>
            </a:extLst>
          </p:cNvPr>
          <p:cNvSpPr/>
          <p:nvPr/>
        </p:nvSpPr>
        <p:spPr>
          <a:xfrm rot="5400000">
            <a:off x="11480800" y="721379"/>
            <a:ext cx="914400" cy="3765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1100" b="1" noProof="1">
                <a:solidFill>
                  <a:schemeClr val="tx1"/>
                </a:solidFill>
              </a:rPr>
              <a:t>sdu.dk</a:t>
            </a:r>
            <a:endParaRPr lang="en-GB"/>
          </a:p>
        </p:txBody>
      </p:sp>
      <p:sp>
        <p:nvSpPr>
          <p:cNvPr id="17" name="#sdudk">
            <a:extLst>
              <a:ext uri="{FF2B5EF4-FFF2-40B4-BE49-F238E27FC236}">
                <a16:creationId xmlns:a16="http://schemas.microsoft.com/office/drawing/2014/main" id="{CD1A1828-0ED2-4AFE-8C5E-683996CBAF9D}"/>
              </a:ext>
            </a:extLst>
          </p:cNvPr>
          <p:cNvSpPr/>
          <p:nvPr/>
        </p:nvSpPr>
        <p:spPr>
          <a:xfrm rot="5400000">
            <a:off x="11482792" y="2027544"/>
            <a:ext cx="914400" cy="3765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1100" b="1" noProof="1">
                <a:solidFill>
                  <a:schemeClr val="tx1"/>
                </a:solidFill>
              </a:rPr>
              <a:t>#sdudk</a:t>
            </a:r>
            <a:endParaRPr lang="en-GB"/>
          </a:p>
        </p:txBody>
      </p:sp>
      <p:sp>
        <p:nvSpPr>
          <p:cNvPr id="19" name="date" descr="{&quot;templafy&quot;:{&quot;id&quot;:&quot;b451176b-5c0c-4d4d-9060-3837f3de11a8&quot;}}" title="Form.Date">
            <a:extLst>
              <a:ext uri="{FF2B5EF4-FFF2-40B4-BE49-F238E27FC236}">
                <a16:creationId xmlns:a16="http://schemas.microsoft.com/office/drawing/2014/main" id="{38150A77-BE4E-404D-B314-A1C41C791C1B}"/>
              </a:ext>
            </a:extLst>
          </p:cNvPr>
          <p:cNvSpPr/>
          <p:nvPr/>
        </p:nvSpPr>
        <p:spPr>
          <a:xfrm>
            <a:off x="9156032" y="6349384"/>
            <a:ext cx="2624806" cy="1800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r"/>
            <a:r>
              <a:rPr lang="en-GB" sz="1200" b="0" dirty="0">
                <a:solidFill>
                  <a:schemeClr val="tx1"/>
                </a:solidFill>
              </a:rPr>
              <a:t>September 2020</a:t>
            </a:r>
          </a:p>
        </p:txBody>
      </p:sp>
      <p:sp>
        <p:nvSpPr>
          <p:cNvPr id="15" name="text" descr="{&quot;templafy&quot;:{&quot;id&quot;:&quot;c68689c9-e668-4c96-a109-f982a524f861&quot;}}" title="UserProfile.Institut.InstituteDCU_{{DocumentLanguage}}">
            <a:extLst>
              <a:ext uri="{FF2B5EF4-FFF2-40B4-BE49-F238E27FC236}">
                <a16:creationId xmlns:a16="http://schemas.microsoft.com/office/drawing/2014/main" id="{964E632B-B9F2-4547-AC03-2C579124053E}"/>
              </a:ext>
            </a:extLst>
          </p:cNvPr>
          <p:cNvSpPr txBox="1">
            <a:spLocks/>
          </p:cNvSpPr>
          <p:nvPr/>
        </p:nvSpPr>
        <p:spPr>
          <a:xfrm>
            <a:off x="411163" y="450893"/>
            <a:ext cx="5684837" cy="284778"/>
          </a:xfrm>
          <a:prstGeom prst="rect">
            <a:avLst/>
          </a:prstGeom>
          <a:noFill/>
        </p:spPr>
        <p:txBody>
          <a:bodyPr wrap="square" lIns="10800" tIns="0" rIns="0" bIns="90000" anchor="b" anchorCtr="0">
            <a:spAutoFit/>
          </a:bodyPr>
          <a:lstStyle>
            <a:lvl1pPr marL="0" indent="0" algn="l" defTabSz="914400" rtl="0" eaLnBrk="1" latinLnBrk="0" hangingPunct="1">
              <a:lnSpc>
                <a:spcPct val="90000"/>
              </a:lnSpc>
              <a:spcBef>
                <a:spcPts val="0"/>
              </a:spcBef>
              <a:buFont typeface="Arial" panose="020B0604020202020204" pitchFamily="34" charset="0"/>
              <a:buNone/>
              <a:defRPr sz="1400" b="1"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GB" dirty="0"/>
              <a:t>The Maersk Mc-Kinney Moller Institute</a:t>
            </a:r>
          </a:p>
        </p:txBody>
      </p:sp>
      <p:cxnSp>
        <p:nvCxnSpPr>
          <p:cNvPr id="21" name="Straight Connector 20">
            <a:extLst>
              <a:ext uri="{FF2B5EF4-FFF2-40B4-BE49-F238E27FC236}">
                <a16:creationId xmlns:a16="http://schemas.microsoft.com/office/drawing/2014/main" id="{5D6B1FAA-D7ED-4C71-8DC4-E5439F01BCEB}"/>
              </a:ext>
            </a:extLst>
          </p:cNvPr>
          <p:cNvCxnSpPr>
            <a:cxnSpLocks/>
          </p:cNvCxnSpPr>
          <p:nvPr/>
        </p:nvCxnSpPr>
        <p:spPr>
          <a:xfrm>
            <a:off x="410400" y="715665"/>
            <a:ext cx="699211"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pic>
        <p:nvPicPr>
          <p:cNvPr id="22" name="Logo black">
            <a:extLst>
              <a:ext uri="{FF2B5EF4-FFF2-40B4-BE49-F238E27FC236}">
                <a16:creationId xmlns:a16="http://schemas.microsoft.com/office/drawing/2014/main" id="{CAAF367F-3818-457C-9EE1-320E9050AEB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3346" y="6294893"/>
            <a:ext cx="784800" cy="211840"/>
          </a:xfrm>
          <a:prstGeom prst="rect">
            <a:avLst/>
          </a:prstGeom>
        </p:spPr>
      </p:pic>
      <p:sp>
        <p:nvSpPr>
          <p:cNvPr id="3" name="Date Placeholder 2">
            <a:extLst>
              <a:ext uri="{FF2B5EF4-FFF2-40B4-BE49-F238E27FC236}">
                <a16:creationId xmlns:a16="http://schemas.microsoft.com/office/drawing/2014/main" id="{C0F779A9-E4FE-4412-9D9E-BF5BF84D02AB}"/>
              </a:ext>
            </a:extLst>
          </p:cNvPr>
          <p:cNvSpPr>
            <a:spLocks noGrp="1"/>
          </p:cNvSpPr>
          <p:nvPr>
            <p:ph type="dt" sz="half" idx="20"/>
          </p:nvPr>
        </p:nvSpPr>
        <p:spPr/>
        <p:txBody>
          <a:bodyPr/>
          <a:lstStyle/>
          <a:p>
            <a:fld id="{1D8BD707-D9CF-40AE-B4C6-C98DA3205C09}" type="datetimeFigureOut">
              <a:rPr lang="en-US" smtClean="0"/>
              <a:t>2/26/24</a:t>
            </a:fld>
            <a:endParaRPr lang="en-US"/>
          </a:p>
        </p:txBody>
      </p:sp>
      <p:sp>
        <p:nvSpPr>
          <p:cNvPr id="4" name="Footer Placeholder 3">
            <a:extLst>
              <a:ext uri="{FF2B5EF4-FFF2-40B4-BE49-F238E27FC236}">
                <a16:creationId xmlns:a16="http://schemas.microsoft.com/office/drawing/2014/main" id="{496ECF2D-BB4C-4004-9F8E-08239A46461C}"/>
              </a:ext>
            </a:extLst>
          </p:cNvPr>
          <p:cNvSpPr>
            <a:spLocks noGrp="1"/>
          </p:cNvSpPr>
          <p:nvPr>
            <p:ph type="ftr" sz="quarter" idx="21"/>
          </p:nvPr>
        </p:nvSpPr>
        <p:spPr/>
        <p:txBody>
          <a:bodyPr/>
          <a:lstStyle/>
          <a:p>
            <a:endParaRPr lang="da-DK"/>
          </a:p>
        </p:txBody>
      </p:sp>
      <p:sp>
        <p:nvSpPr>
          <p:cNvPr id="5" name="Slide Number Placeholder 4">
            <a:extLst>
              <a:ext uri="{FF2B5EF4-FFF2-40B4-BE49-F238E27FC236}">
                <a16:creationId xmlns:a16="http://schemas.microsoft.com/office/drawing/2014/main" id="{FB5949DE-6D77-480D-A4A9-E2E53BE1CE80}"/>
              </a:ext>
            </a:extLst>
          </p:cNvPr>
          <p:cNvSpPr>
            <a:spLocks noGrp="1"/>
          </p:cNvSpPr>
          <p:nvPr>
            <p:ph type="sldNum" sz="quarter" idx="22"/>
          </p:nvPr>
        </p:nvSpPr>
        <p:spPr/>
        <p:txBody>
          <a:bodyPr/>
          <a:lstStyle/>
          <a:p>
            <a:fld id="{B6F15528-21DE-4FAA-801E-634DDDAF4B2B}" type="slidenum">
              <a:rPr lang="da-DK" smtClean="0"/>
              <a:t>‹nr.›</a:t>
            </a:fld>
            <a:endParaRPr lang="da-DK"/>
          </a:p>
        </p:txBody>
      </p:sp>
      <p:sp>
        <p:nvSpPr>
          <p:cNvPr id="20" name="TextBox 19">
            <a:extLst>
              <a:ext uri="{FF2B5EF4-FFF2-40B4-BE49-F238E27FC236}">
                <a16:creationId xmlns:a16="http://schemas.microsoft.com/office/drawing/2014/main" id="{E75150F5-CFA6-40F1-B2B7-79337C2232BB}"/>
              </a:ext>
            </a:extLst>
          </p:cNvPr>
          <p:cNvSpPr txBox="1"/>
          <p:nvPr/>
        </p:nvSpPr>
        <p:spPr>
          <a:xfrm>
            <a:off x="0" y="-349741"/>
            <a:ext cx="11457183" cy="323165"/>
          </a:xfrm>
          <a:prstGeom prst="rect">
            <a:avLst/>
          </a:prstGeom>
          <a:noFill/>
        </p:spPr>
        <p:txBody>
          <a:bodyPr wrap="square" lIns="0" tIns="0" rIns="0" bIns="0" rtlCol="0">
            <a:spAutoFit/>
          </a:bodyPr>
          <a:lstStyle/>
          <a:p>
            <a:r>
              <a:rPr lang="en-GB" sz="1050" b="1" noProof="1"/>
              <a:t>Skift baggrundsfarve. </a:t>
            </a:r>
            <a:r>
              <a:rPr lang="en-GB" sz="1050" noProof="1"/>
              <a:t>Højreklik på slidet og vælg </a:t>
            </a:r>
            <a:r>
              <a:rPr lang="en-GB" sz="1050" b="1" noProof="1"/>
              <a:t>Formatér baggrund</a:t>
            </a:r>
            <a:r>
              <a:rPr lang="en-GB" sz="1050" noProof="1"/>
              <a:t>. Klik på </a:t>
            </a:r>
            <a:r>
              <a:rPr lang="en-GB" sz="1050" b="1" noProof="1"/>
              <a:t>Fyld farve </a:t>
            </a:r>
            <a:r>
              <a:rPr lang="en-GB" sz="1050" noProof="1"/>
              <a:t>i Formater baggrund vinduet og vælg farve fra øverste række i SDU’s farve palette eller fra den brugerdefinerede farvepalette</a:t>
            </a:r>
            <a:endParaRPr lang="en-GB"/>
          </a:p>
        </p:txBody>
      </p:sp>
    </p:spTree>
    <p:extLst>
      <p:ext uri="{BB962C8B-B14F-4D97-AF65-F5344CB8AC3E}">
        <p14:creationId xmlns:p14="http://schemas.microsoft.com/office/powerpoint/2010/main" val="248688811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Overskrift og indhold C">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14696" y="999173"/>
            <a:ext cx="10952579" cy="701040"/>
          </a:xfrm>
        </p:spPr>
        <p:txBody>
          <a:bodyPr anchor="t" anchorCtr="0"/>
          <a:lstStyle>
            <a:lvl1pPr algn="l">
              <a:lnSpc>
                <a:spcPct val="100000"/>
              </a:lnSpc>
              <a:defRPr sz="3600">
                <a:solidFill>
                  <a:schemeClr val="tx1"/>
                </a:solidFill>
              </a:defRPr>
            </a:lvl1pPr>
          </a:lstStyle>
          <a:p>
            <a:r>
              <a:rPr lang="en-GB" dirty="0"/>
              <a:t>Klik for at tilføje overskrift</a:t>
            </a:r>
            <a:endParaRPr lang="en-GB"/>
          </a:p>
        </p:txBody>
      </p:sp>
      <p:sp>
        <p:nvSpPr>
          <p:cNvPr id="7" name="Content Placeholder 6">
            <a:extLst>
              <a:ext uri="{FF2B5EF4-FFF2-40B4-BE49-F238E27FC236}">
                <a16:creationId xmlns:a16="http://schemas.microsoft.com/office/drawing/2014/main" id="{A9D41ADC-5992-4476-8E55-8A709AA1B4B5}"/>
              </a:ext>
            </a:extLst>
          </p:cNvPr>
          <p:cNvSpPr>
            <a:spLocks noGrp="1"/>
          </p:cNvSpPr>
          <p:nvPr>
            <p:ph sz="quarter" idx="13" hasCustomPrompt="1"/>
          </p:nvPr>
        </p:nvSpPr>
        <p:spPr>
          <a:xfrm>
            <a:off x="414696" y="1989138"/>
            <a:ext cx="10952580" cy="3852862"/>
          </a:xfrm>
        </p:spPr>
        <p:txBody>
          <a:bodyPr/>
          <a:lstStyle>
            <a:lvl1pPr>
              <a:defRPr/>
            </a:lvl1pPr>
          </a:lstStyle>
          <a:p>
            <a:pPr lvl="0"/>
            <a:r>
              <a:rPr lang="en-GB" dirty="0"/>
              <a:t>Klik for at tilføje tekst, klik ikon for at tilføje graf/tabel</a:t>
            </a:r>
            <a:endParaRPr lang="en-GB"/>
          </a:p>
          <a:p>
            <a:pPr lvl="1"/>
            <a:r>
              <a:rPr lang="en-GB" dirty="0"/>
              <a:t>Second </a:t>
            </a:r>
            <a:r>
              <a:rPr lang="en-GB" dirty="0" err="1"/>
              <a:t>level</a:t>
            </a:r>
            <a:endParaRPr lang="en-GB" dirty="0"/>
          </a:p>
          <a:p>
            <a:pPr lvl="2"/>
            <a:r>
              <a:rPr lang="en-GB" dirty="0"/>
              <a:t>Third </a:t>
            </a:r>
            <a:r>
              <a:rPr lang="en-GB" dirty="0" err="1"/>
              <a:t>level</a:t>
            </a:r>
            <a:endParaRPr lang="en-GB" dirty="0"/>
          </a:p>
          <a:p>
            <a:pPr lvl="3"/>
            <a:r>
              <a:rPr lang="en-GB" dirty="0" err="1"/>
              <a:t>Fourth</a:t>
            </a:r>
            <a:r>
              <a:rPr lang="en-GB" dirty="0"/>
              <a:t> </a:t>
            </a:r>
            <a:r>
              <a:rPr lang="en-GB" dirty="0" err="1"/>
              <a:t>level</a:t>
            </a:r>
            <a:endParaRPr lang="en-GB" dirty="0"/>
          </a:p>
          <a:p>
            <a:pPr lvl="4"/>
            <a:r>
              <a:rPr lang="en-GB" dirty="0"/>
              <a:t>Fifth </a:t>
            </a:r>
            <a:r>
              <a:rPr lang="en-GB" dirty="0" err="1"/>
              <a:t>level</a:t>
            </a:r>
            <a:endParaRPr lang="en-GB" dirty="0"/>
          </a:p>
        </p:txBody>
      </p:sp>
      <p:sp>
        <p:nvSpPr>
          <p:cNvPr id="10" name="Date Placeholder 14">
            <a:extLst>
              <a:ext uri="{FF2B5EF4-FFF2-40B4-BE49-F238E27FC236}">
                <a16:creationId xmlns:a16="http://schemas.microsoft.com/office/drawing/2014/main" id="{BBCDE8CE-8147-4B12-B358-7B7ACA92FFF2}"/>
              </a:ext>
            </a:extLst>
          </p:cNvPr>
          <p:cNvSpPr>
            <a:spLocks noGrp="1"/>
          </p:cNvSpPr>
          <p:nvPr>
            <p:ph type="dt" sz="half" idx="2"/>
          </p:nvPr>
        </p:nvSpPr>
        <p:spPr>
          <a:xfrm>
            <a:off x="0" y="6912000"/>
            <a:ext cx="0" cy="0"/>
          </a:xfrm>
          <a:prstGeom prst="rect">
            <a:avLst/>
          </a:prstGeom>
        </p:spPr>
        <p:txBody>
          <a:bodyPr vert="horz" lIns="91440" tIns="45720" rIns="91440" bIns="45720" rtlCol="0" anchor="ctr"/>
          <a:lstStyle>
            <a:lvl1pPr algn="l">
              <a:defRPr sz="100">
                <a:noFill/>
              </a:defRPr>
            </a:lvl1pPr>
          </a:lstStyle>
          <a:p>
            <a:fld id="{1D8BD707-D9CF-40AE-B4C6-C98DA3205C09}" type="datetimeFigureOut">
              <a:rPr lang="en-US" smtClean="0"/>
              <a:t>2/26/24</a:t>
            </a:fld>
            <a:endParaRPr lang="en-US"/>
          </a:p>
        </p:txBody>
      </p:sp>
      <p:sp>
        <p:nvSpPr>
          <p:cNvPr id="11" name="Date Placeholder 14">
            <a:extLst>
              <a:ext uri="{FF2B5EF4-FFF2-40B4-BE49-F238E27FC236}">
                <a16:creationId xmlns:a16="http://schemas.microsoft.com/office/drawing/2014/main" id="{7ACE2053-07AA-42FA-A789-E1430CAF7988}"/>
              </a:ext>
            </a:extLst>
          </p:cNvPr>
          <p:cNvSpPr txBox="1">
            <a:spLocks/>
          </p:cNvSpPr>
          <p:nvPr/>
        </p:nvSpPr>
        <p:spPr>
          <a:xfrm>
            <a:off x="0" y="6912000"/>
            <a:ext cx="0" cy="0"/>
          </a:xfrm>
          <a:prstGeom prst="rect">
            <a:avLst/>
          </a:prstGeom>
        </p:spPr>
        <p:txBody>
          <a:bodyPr vert="horz" lIns="91440" tIns="45720" rIns="91440" bIns="45720" rtlCol="0" anchor="ctr"/>
          <a:lstStyle>
            <a:defPPr>
              <a:defRPr lang="en-US"/>
            </a:defPPr>
            <a:lvl1pPr marL="0" algn="l" defTabSz="914400" rtl="0" eaLnBrk="1" latinLnBrk="0" hangingPunct="1">
              <a:defRPr sz="100"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1A13B18-F5ED-4611-8DBB-F05123AFBA22}" type="datetimeFigureOut">
              <a:rPr lang="en-GB" smtClean="0"/>
              <a:pPr/>
              <a:t>26/02/2024</a:t>
            </a:fld>
            <a:endParaRPr lang="en-GB" dirty="0"/>
          </a:p>
        </p:txBody>
      </p:sp>
      <p:sp>
        <p:nvSpPr>
          <p:cNvPr id="3" name="Footer Placeholder 2">
            <a:extLst>
              <a:ext uri="{FF2B5EF4-FFF2-40B4-BE49-F238E27FC236}">
                <a16:creationId xmlns:a16="http://schemas.microsoft.com/office/drawing/2014/main" id="{2BD490B9-04D5-4C98-9BAE-36CAE61DE349}"/>
              </a:ext>
            </a:extLst>
          </p:cNvPr>
          <p:cNvSpPr>
            <a:spLocks noGrp="1"/>
          </p:cNvSpPr>
          <p:nvPr>
            <p:ph type="ftr" sz="quarter" idx="14"/>
          </p:nvPr>
        </p:nvSpPr>
        <p:spPr/>
        <p:txBody>
          <a:bodyPr/>
          <a:lstStyle/>
          <a:p>
            <a:endParaRPr lang="da-DK"/>
          </a:p>
        </p:txBody>
      </p:sp>
      <p:sp>
        <p:nvSpPr>
          <p:cNvPr id="4" name="Slide Number Placeholder 3">
            <a:extLst>
              <a:ext uri="{FF2B5EF4-FFF2-40B4-BE49-F238E27FC236}">
                <a16:creationId xmlns:a16="http://schemas.microsoft.com/office/drawing/2014/main" id="{DBDCBB1C-1FE3-42F2-ACED-70B0664062BD}"/>
              </a:ext>
            </a:extLst>
          </p:cNvPr>
          <p:cNvSpPr>
            <a:spLocks noGrp="1"/>
          </p:cNvSpPr>
          <p:nvPr>
            <p:ph type="sldNum" sz="quarter" idx="15"/>
          </p:nvPr>
        </p:nvSpPr>
        <p:spPr/>
        <p:txBody>
          <a:bodyPr/>
          <a:lstStyle/>
          <a:p>
            <a:fld id="{B6F15528-21DE-4FAA-801E-634DDDAF4B2B}" type="slidenum">
              <a:rPr lang="da-DK" smtClean="0"/>
              <a:t>‹nr.›</a:t>
            </a:fld>
            <a:endParaRPr lang="da-DK"/>
          </a:p>
        </p:txBody>
      </p:sp>
    </p:spTree>
    <p:extLst>
      <p:ext uri="{BB962C8B-B14F-4D97-AF65-F5344CB8AC3E}">
        <p14:creationId xmlns:p14="http://schemas.microsoft.com/office/powerpoint/2010/main" val="332921819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Indhold og tekst">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692202" y="1006605"/>
            <a:ext cx="4680000" cy="1938338"/>
          </a:xfrm>
        </p:spPr>
        <p:txBody>
          <a:bodyPr anchor="t" anchorCtr="0"/>
          <a:lstStyle>
            <a:lvl1pPr algn="l">
              <a:lnSpc>
                <a:spcPct val="100000"/>
              </a:lnSpc>
              <a:defRPr sz="3600">
                <a:solidFill>
                  <a:schemeClr val="tx1"/>
                </a:solidFill>
              </a:defRPr>
            </a:lvl1pPr>
          </a:lstStyle>
          <a:p>
            <a:r>
              <a:rPr lang="en-GB" dirty="0"/>
              <a:t>Klik for at tilføje overskrift</a:t>
            </a:r>
            <a:endParaRPr lang="en-GB"/>
          </a:p>
        </p:txBody>
      </p:sp>
      <p:sp>
        <p:nvSpPr>
          <p:cNvPr id="5" name="Text Placeholder 4">
            <a:extLst>
              <a:ext uri="{FF2B5EF4-FFF2-40B4-BE49-F238E27FC236}">
                <a16:creationId xmlns:a16="http://schemas.microsoft.com/office/drawing/2014/main" id="{BCB99C08-64C3-4ADA-9CD2-FBE2ED8551F6}"/>
              </a:ext>
            </a:extLst>
          </p:cNvPr>
          <p:cNvSpPr>
            <a:spLocks noGrp="1"/>
          </p:cNvSpPr>
          <p:nvPr>
            <p:ph type="body" sz="quarter" idx="13" hasCustomPrompt="1"/>
          </p:nvPr>
        </p:nvSpPr>
        <p:spPr>
          <a:xfrm>
            <a:off x="6692202" y="3387600"/>
            <a:ext cx="4680000" cy="2466000"/>
          </a:xfrm>
        </p:spPr>
        <p:txBody>
          <a:bodyPr/>
          <a:lstStyle>
            <a:lvl1pPr>
              <a:defRPr/>
            </a:lvl1pPr>
          </a:lstStyle>
          <a:p>
            <a:pPr lvl="0"/>
            <a:r>
              <a:rPr lang="en-GB" dirty="0"/>
              <a:t>Klik for at tilføje tekst</a:t>
            </a:r>
            <a:endParaRPr lang="en-GB"/>
          </a:p>
          <a:p>
            <a:pPr lvl="1"/>
            <a:r>
              <a:rPr lang="en-GB" dirty="0"/>
              <a:t>Second </a:t>
            </a:r>
            <a:r>
              <a:rPr lang="en-GB" dirty="0" err="1"/>
              <a:t>level</a:t>
            </a:r>
            <a:endParaRPr lang="en-GB" dirty="0"/>
          </a:p>
          <a:p>
            <a:pPr lvl="2"/>
            <a:r>
              <a:rPr lang="en-GB" dirty="0"/>
              <a:t>Third </a:t>
            </a:r>
            <a:r>
              <a:rPr lang="en-GB" dirty="0" err="1"/>
              <a:t>level</a:t>
            </a:r>
            <a:endParaRPr lang="en-GB" dirty="0"/>
          </a:p>
          <a:p>
            <a:pPr lvl="3"/>
            <a:r>
              <a:rPr lang="en-GB" dirty="0" err="1"/>
              <a:t>Fourth</a:t>
            </a:r>
            <a:r>
              <a:rPr lang="en-GB" dirty="0"/>
              <a:t> </a:t>
            </a:r>
            <a:r>
              <a:rPr lang="en-GB" dirty="0" err="1"/>
              <a:t>level</a:t>
            </a:r>
            <a:endParaRPr lang="en-GB" dirty="0"/>
          </a:p>
          <a:p>
            <a:pPr lvl="4"/>
            <a:r>
              <a:rPr lang="en-GB" dirty="0"/>
              <a:t>Fifth </a:t>
            </a:r>
            <a:r>
              <a:rPr lang="en-GB" dirty="0" err="1"/>
              <a:t>level</a:t>
            </a:r>
            <a:endParaRPr lang="en-GB" dirty="0"/>
          </a:p>
        </p:txBody>
      </p:sp>
      <p:sp>
        <p:nvSpPr>
          <p:cNvPr id="19" name="text" descr="{&quot;templafy&quot;:{&quot;id&quot;:&quot;f39ab476-473e-4cbc-a735-08e8467cfb7b&quot;}}" title="UserProfile.Institut.InstituteDCU_{{DocumentLanguage}}">
            <a:extLst>
              <a:ext uri="{FF2B5EF4-FFF2-40B4-BE49-F238E27FC236}">
                <a16:creationId xmlns:a16="http://schemas.microsoft.com/office/drawing/2014/main" id="{610DD8E7-635C-4517-8E21-65C3CB025FFE}"/>
              </a:ext>
            </a:extLst>
          </p:cNvPr>
          <p:cNvSpPr txBox="1">
            <a:spLocks/>
          </p:cNvSpPr>
          <p:nvPr/>
        </p:nvSpPr>
        <p:spPr>
          <a:xfrm>
            <a:off x="411163" y="450893"/>
            <a:ext cx="5684837" cy="284778"/>
          </a:xfrm>
          <a:prstGeom prst="rect">
            <a:avLst/>
          </a:prstGeom>
          <a:noFill/>
        </p:spPr>
        <p:txBody>
          <a:bodyPr wrap="square" lIns="10800" tIns="0" rIns="0" bIns="90000" anchor="b" anchorCtr="0">
            <a:spAutoFit/>
          </a:bodyPr>
          <a:lstStyle>
            <a:lvl1pPr marL="0" indent="0" algn="l" defTabSz="914400" rtl="0" eaLnBrk="1" latinLnBrk="0" hangingPunct="1">
              <a:lnSpc>
                <a:spcPct val="90000"/>
              </a:lnSpc>
              <a:spcBef>
                <a:spcPts val="0"/>
              </a:spcBef>
              <a:buFont typeface="Arial" panose="020B0604020202020204" pitchFamily="34" charset="0"/>
              <a:buNone/>
              <a:defRPr sz="1400" b="1"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GB" dirty="0"/>
              <a:t>The Maersk Mc-Kinney Moller Institute</a:t>
            </a:r>
          </a:p>
        </p:txBody>
      </p:sp>
      <p:sp>
        <p:nvSpPr>
          <p:cNvPr id="20" name="sdu.dk">
            <a:extLst>
              <a:ext uri="{FF2B5EF4-FFF2-40B4-BE49-F238E27FC236}">
                <a16:creationId xmlns:a16="http://schemas.microsoft.com/office/drawing/2014/main" id="{4B84D86E-3D20-4505-8DAD-8EB1F3E63B0A}"/>
              </a:ext>
            </a:extLst>
          </p:cNvPr>
          <p:cNvSpPr/>
          <p:nvPr/>
        </p:nvSpPr>
        <p:spPr>
          <a:xfrm rot="5400000">
            <a:off x="11480800" y="721379"/>
            <a:ext cx="914400" cy="3765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1100" b="1" noProof="1">
                <a:solidFill>
                  <a:schemeClr val="tx1"/>
                </a:solidFill>
              </a:rPr>
              <a:t>sdu.dk</a:t>
            </a:r>
            <a:endParaRPr lang="en-GB"/>
          </a:p>
        </p:txBody>
      </p:sp>
      <p:sp>
        <p:nvSpPr>
          <p:cNvPr id="21" name="#sdudk">
            <a:extLst>
              <a:ext uri="{FF2B5EF4-FFF2-40B4-BE49-F238E27FC236}">
                <a16:creationId xmlns:a16="http://schemas.microsoft.com/office/drawing/2014/main" id="{B58A6A9A-5E98-43AC-8CA5-F6C4B0573364}"/>
              </a:ext>
            </a:extLst>
          </p:cNvPr>
          <p:cNvSpPr/>
          <p:nvPr/>
        </p:nvSpPr>
        <p:spPr>
          <a:xfrm rot="5400000">
            <a:off x="11482792" y="2027544"/>
            <a:ext cx="914400" cy="3765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1100" b="1" noProof="1">
                <a:solidFill>
                  <a:schemeClr val="tx1"/>
                </a:solidFill>
              </a:rPr>
              <a:t>#sdudk</a:t>
            </a:r>
            <a:endParaRPr lang="en-GB"/>
          </a:p>
        </p:txBody>
      </p:sp>
      <p:cxnSp>
        <p:nvCxnSpPr>
          <p:cNvPr id="12" name="Straight Connector 11">
            <a:extLst>
              <a:ext uri="{FF2B5EF4-FFF2-40B4-BE49-F238E27FC236}">
                <a16:creationId xmlns:a16="http://schemas.microsoft.com/office/drawing/2014/main" id="{ECEA2A3A-0B73-49AA-824B-85FAE9B16B10}"/>
              </a:ext>
            </a:extLst>
          </p:cNvPr>
          <p:cNvCxnSpPr>
            <a:cxnSpLocks/>
          </p:cNvCxnSpPr>
          <p:nvPr/>
        </p:nvCxnSpPr>
        <p:spPr>
          <a:xfrm>
            <a:off x="410400" y="715665"/>
            <a:ext cx="699211"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date" descr="{&quot;templafy&quot;:{&quot;id&quot;:&quot;8f4f5ab2-38ae-4794-9556-95edf115af0a&quot;}}" title="Form.Date">
            <a:extLst>
              <a:ext uri="{FF2B5EF4-FFF2-40B4-BE49-F238E27FC236}">
                <a16:creationId xmlns:a16="http://schemas.microsoft.com/office/drawing/2014/main" id="{6189AE65-D68D-4102-AA1D-2A3BCB6F21BF}"/>
              </a:ext>
            </a:extLst>
          </p:cNvPr>
          <p:cNvSpPr/>
          <p:nvPr/>
        </p:nvSpPr>
        <p:spPr>
          <a:xfrm>
            <a:off x="9156032" y="6349384"/>
            <a:ext cx="2624806" cy="1800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r"/>
            <a:r>
              <a:rPr lang="en-GB" sz="1200" b="0" dirty="0">
                <a:solidFill>
                  <a:schemeClr val="tx1"/>
                </a:solidFill>
              </a:rPr>
              <a:t>September 2020</a:t>
            </a:r>
          </a:p>
        </p:txBody>
      </p:sp>
      <p:pic>
        <p:nvPicPr>
          <p:cNvPr id="16" name="Logo black">
            <a:extLst>
              <a:ext uri="{FF2B5EF4-FFF2-40B4-BE49-F238E27FC236}">
                <a16:creationId xmlns:a16="http://schemas.microsoft.com/office/drawing/2014/main" id="{B52757AD-346A-4AA0-A5D6-36F8B1FE487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3346" y="6294893"/>
            <a:ext cx="784800" cy="211840"/>
          </a:xfrm>
          <a:prstGeom prst="rect">
            <a:avLst/>
          </a:prstGeom>
        </p:spPr>
      </p:pic>
      <p:sp>
        <p:nvSpPr>
          <p:cNvPr id="18" name="Date Placeholder 14">
            <a:extLst>
              <a:ext uri="{FF2B5EF4-FFF2-40B4-BE49-F238E27FC236}">
                <a16:creationId xmlns:a16="http://schemas.microsoft.com/office/drawing/2014/main" id="{A09FC7B4-885C-4F9D-BD71-AE2FBDB38698}"/>
              </a:ext>
            </a:extLst>
          </p:cNvPr>
          <p:cNvSpPr txBox="1">
            <a:spLocks/>
          </p:cNvSpPr>
          <p:nvPr/>
        </p:nvSpPr>
        <p:spPr>
          <a:xfrm>
            <a:off x="0" y="6912000"/>
            <a:ext cx="0" cy="0"/>
          </a:xfrm>
          <a:prstGeom prst="rect">
            <a:avLst/>
          </a:prstGeom>
        </p:spPr>
        <p:txBody>
          <a:bodyPr vert="horz" lIns="91440" tIns="45720" rIns="91440" bIns="45720" rtlCol="0" anchor="ctr"/>
          <a:lstStyle>
            <a:defPPr>
              <a:defRPr lang="en-US"/>
            </a:defPPr>
            <a:lvl1pPr marL="0" algn="l" defTabSz="914400" rtl="0" eaLnBrk="1" latinLnBrk="0" hangingPunct="1">
              <a:defRPr sz="100"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1A13B18-F5ED-4611-8DBB-F05123AFBA22}" type="datetimeFigureOut">
              <a:rPr lang="en-GB" smtClean="0"/>
              <a:pPr/>
              <a:t>26/02/2024</a:t>
            </a:fld>
            <a:endParaRPr lang="en-GB" dirty="0"/>
          </a:p>
        </p:txBody>
      </p:sp>
      <p:sp>
        <p:nvSpPr>
          <p:cNvPr id="6" name="Content Placeholder 5">
            <a:extLst>
              <a:ext uri="{FF2B5EF4-FFF2-40B4-BE49-F238E27FC236}">
                <a16:creationId xmlns:a16="http://schemas.microsoft.com/office/drawing/2014/main" id="{2B8FEE58-0FE9-4218-904C-188D46CD214D}"/>
              </a:ext>
            </a:extLst>
          </p:cNvPr>
          <p:cNvSpPr>
            <a:spLocks noGrp="1"/>
          </p:cNvSpPr>
          <p:nvPr>
            <p:ph sz="quarter" idx="15" hasCustomPrompt="1"/>
          </p:nvPr>
        </p:nvSpPr>
        <p:spPr>
          <a:xfrm>
            <a:off x="422432" y="1000443"/>
            <a:ext cx="5077365" cy="4853157"/>
          </a:xfrm>
        </p:spPr>
        <p:txBody>
          <a:bodyPr/>
          <a:lstStyle>
            <a:lvl1pPr>
              <a:defRPr/>
            </a:lvl1pPr>
          </a:lstStyle>
          <a:p>
            <a:pPr lvl="0"/>
            <a:r>
              <a:rPr lang="en-GB" dirty="0"/>
              <a:t>Klik for at tilføje tekst, klik ikon for at tilføje graf/tabel</a:t>
            </a:r>
            <a:endParaRPr lang="en-GB"/>
          </a:p>
          <a:p>
            <a:pPr lvl="1"/>
            <a:r>
              <a:rPr lang="en-GB" dirty="0"/>
              <a:t>Second </a:t>
            </a:r>
            <a:r>
              <a:rPr lang="en-GB" dirty="0" err="1"/>
              <a:t>level</a:t>
            </a:r>
            <a:endParaRPr lang="en-GB" dirty="0"/>
          </a:p>
          <a:p>
            <a:pPr lvl="2"/>
            <a:r>
              <a:rPr lang="en-GB" dirty="0"/>
              <a:t>Third </a:t>
            </a:r>
            <a:r>
              <a:rPr lang="en-GB" dirty="0" err="1"/>
              <a:t>level</a:t>
            </a:r>
            <a:endParaRPr lang="en-GB" dirty="0"/>
          </a:p>
          <a:p>
            <a:pPr lvl="3"/>
            <a:r>
              <a:rPr lang="en-GB" dirty="0" err="1"/>
              <a:t>Fourth</a:t>
            </a:r>
            <a:r>
              <a:rPr lang="en-GB" dirty="0"/>
              <a:t> </a:t>
            </a:r>
            <a:r>
              <a:rPr lang="en-GB" dirty="0" err="1"/>
              <a:t>level</a:t>
            </a:r>
            <a:endParaRPr lang="en-GB" dirty="0"/>
          </a:p>
          <a:p>
            <a:pPr lvl="4"/>
            <a:r>
              <a:rPr lang="en-GB" dirty="0"/>
              <a:t>Fifth </a:t>
            </a:r>
            <a:r>
              <a:rPr lang="en-GB" dirty="0" err="1"/>
              <a:t>level</a:t>
            </a:r>
            <a:endParaRPr lang="en-GB" dirty="0"/>
          </a:p>
        </p:txBody>
      </p:sp>
      <p:sp>
        <p:nvSpPr>
          <p:cNvPr id="13" name="Date Placeholder 12">
            <a:extLst>
              <a:ext uri="{FF2B5EF4-FFF2-40B4-BE49-F238E27FC236}">
                <a16:creationId xmlns:a16="http://schemas.microsoft.com/office/drawing/2014/main" id="{3F302217-B569-449A-8422-B6650C9BB084}"/>
              </a:ext>
            </a:extLst>
          </p:cNvPr>
          <p:cNvSpPr>
            <a:spLocks noGrp="1"/>
          </p:cNvSpPr>
          <p:nvPr>
            <p:ph type="dt" sz="half" idx="16"/>
          </p:nvPr>
        </p:nvSpPr>
        <p:spPr/>
        <p:txBody>
          <a:bodyPr/>
          <a:lstStyle/>
          <a:p>
            <a:fld id="{1D8BD707-D9CF-40AE-B4C6-C98DA3205C09}" type="datetimeFigureOut">
              <a:rPr lang="en-US" smtClean="0"/>
              <a:t>2/26/24</a:t>
            </a:fld>
            <a:endParaRPr lang="en-US"/>
          </a:p>
        </p:txBody>
      </p:sp>
      <p:sp>
        <p:nvSpPr>
          <p:cNvPr id="14" name="Footer Placeholder 13">
            <a:extLst>
              <a:ext uri="{FF2B5EF4-FFF2-40B4-BE49-F238E27FC236}">
                <a16:creationId xmlns:a16="http://schemas.microsoft.com/office/drawing/2014/main" id="{DF36464C-AEF7-4BFD-9A97-813102BCA484}"/>
              </a:ext>
            </a:extLst>
          </p:cNvPr>
          <p:cNvSpPr>
            <a:spLocks noGrp="1"/>
          </p:cNvSpPr>
          <p:nvPr>
            <p:ph type="ftr" sz="quarter" idx="17"/>
          </p:nvPr>
        </p:nvSpPr>
        <p:spPr/>
        <p:txBody>
          <a:bodyPr/>
          <a:lstStyle/>
          <a:p>
            <a:endParaRPr lang="da-DK"/>
          </a:p>
        </p:txBody>
      </p:sp>
      <p:sp>
        <p:nvSpPr>
          <p:cNvPr id="24" name="Slide Number Placeholder 23">
            <a:extLst>
              <a:ext uri="{FF2B5EF4-FFF2-40B4-BE49-F238E27FC236}">
                <a16:creationId xmlns:a16="http://schemas.microsoft.com/office/drawing/2014/main" id="{58D7263E-B2E5-4CB9-9AAF-C0006E4A0400}"/>
              </a:ext>
            </a:extLst>
          </p:cNvPr>
          <p:cNvSpPr>
            <a:spLocks noGrp="1"/>
          </p:cNvSpPr>
          <p:nvPr>
            <p:ph type="sldNum" sz="quarter" idx="18"/>
          </p:nvPr>
        </p:nvSpPr>
        <p:spPr/>
        <p:txBody>
          <a:bodyPr/>
          <a:lstStyle/>
          <a:p>
            <a:fld id="{B6F15528-21DE-4FAA-801E-634DDDAF4B2B}" type="slidenum">
              <a:rPr lang="da-DK" smtClean="0"/>
              <a:t>‹nr.›</a:t>
            </a:fld>
            <a:endParaRPr lang="da-DK"/>
          </a:p>
        </p:txBody>
      </p:sp>
      <p:sp>
        <p:nvSpPr>
          <p:cNvPr id="17" name="TextBox 16">
            <a:extLst>
              <a:ext uri="{FF2B5EF4-FFF2-40B4-BE49-F238E27FC236}">
                <a16:creationId xmlns:a16="http://schemas.microsoft.com/office/drawing/2014/main" id="{1BBAA208-28D6-470D-B539-73F9AC20E86C}"/>
              </a:ext>
            </a:extLst>
          </p:cNvPr>
          <p:cNvSpPr txBox="1"/>
          <p:nvPr/>
        </p:nvSpPr>
        <p:spPr>
          <a:xfrm>
            <a:off x="0" y="-349741"/>
            <a:ext cx="11457183" cy="323165"/>
          </a:xfrm>
          <a:prstGeom prst="rect">
            <a:avLst/>
          </a:prstGeom>
          <a:noFill/>
        </p:spPr>
        <p:txBody>
          <a:bodyPr wrap="square" lIns="0" tIns="0" rIns="0" bIns="0" rtlCol="0">
            <a:spAutoFit/>
          </a:bodyPr>
          <a:lstStyle/>
          <a:p>
            <a:r>
              <a:rPr lang="en-GB" sz="1050" b="1" noProof="1"/>
              <a:t>Skift baggrundsfarve. </a:t>
            </a:r>
            <a:r>
              <a:rPr lang="en-GB" sz="1050" noProof="1"/>
              <a:t>Højreklik på slidet og vælg </a:t>
            </a:r>
            <a:r>
              <a:rPr lang="en-GB" sz="1050" b="1" noProof="1"/>
              <a:t>Formatér baggrund</a:t>
            </a:r>
            <a:r>
              <a:rPr lang="en-GB" sz="1050" noProof="1"/>
              <a:t>. Klik på </a:t>
            </a:r>
            <a:r>
              <a:rPr lang="en-GB" sz="1050" b="1" noProof="1"/>
              <a:t>Fyld farve </a:t>
            </a:r>
            <a:r>
              <a:rPr lang="en-GB" sz="1050" noProof="1"/>
              <a:t>i Formater baggrund vinduet og vælg farve fra øverste række i SDU’s farve palette eller fra den brugerdefinerede farvepalette</a:t>
            </a:r>
            <a:endParaRPr lang="en-GB"/>
          </a:p>
        </p:txBody>
      </p:sp>
    </p:spTree>
    <p:extLst>
      <p:ext uri="{BB962C8B-B14F-4D97-AF65-F5344CB8AC3E}">
        <p14:creationId xmlns:p14="http://schemas.microsoft.com/office/powerpoint/2010/main" val="289610756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Fire indho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B9A67-E62D-400C-BC42-A3A96AAED25F}"/>
              </a:ext>
            </a:extLst>
          </p:cNvPr>
          <p:cNvSpPr>
            <a:spLocks noGrp="1"/>
          </p:cNvSpPr>
          <p:nvPr>
            <p:ph type="title" hasCustomPrompt="1"/>
          </p:nvPr>
        </p:nvSpPr>
        <p:spPr>
          <a:xfrm>
            <a:off x="410401" y="1028247"/>
            <a:ext cx="2502000" cy="432000"/>
          </a:xfrm>
        </p:spPr>
        <p:txBody>
          <a:bodyPr/>
          <a:lstStyle>
            <a:lvl1pPr>
              <a:lnSpc>
                <a:spcPct val="110000"/>
              </a:lnSpc>
              <a:defRPr sz="1200"/>
            </a:lvl1pPr>
          </a:lstStyle>
          <a:p>
            <a:r>
              <a:rPr lang="en-GB" noProof="0" dirty="0"/>
              <a:t>Klik for at tilføje underoverskrift</a:t>
            </a:r>
            <a:endParaRPr lang="en-GB"/>
          </a:p>
        </p:txBody>
      </p:sp>
      <p:sp>
        <p:nvSpPr>
          <p:cNvPr id="14" name="Content Placeholder 13">
            <a:extLst>
              <a:ext uri="{FF2B5EF4-FFF2-40B4-BE49-F238E27FC236}">
                <a16:creationId xmlns:a16="http://schemas.microsoft.com/office/drawing/2014/main" id="{E60E8CAC-51BD-4862-8B6E-BD3E315677C4}"/>
              </a:ext>
            </a:extLst>
          </p:cNvPr>
          <p:cNvSpPr>
            <a:spLocks noGrp="1"/>
          </p:cNvSpPr>
          <p:nvPr>
            <p:ph sz="quarter" idx="13" hasCustomPrompt="1"/>
          </p:nvPr>
        </p:nvSpPr>
        <p:spPr>
          <a:xfrm>
            <a:off x="411163" y="1475354"/>
            <a:ext cx="2502000" cy="4366646"/>
          </a:xfrm>
        </p:spPr>
        <p:txBody>
          <a:bodyPr/>
          <a:lstStyle>
            <a:lvl1pPr>
              <a:defRPr sz="1200"/>
            </a:lvl1pPr>
            <a:lvl2pPr>
              <a:defRPr sz="1200"/>
            </a:lvl2pPr>
            <a:lvl4pPr>
              <a:defRPr sz="1200"/>
            </a:lvl4pPr>
            <a:lvl5pPr>
              <a:defRPr sz="1200"/>
            </a:lvl5pPr>
          </a:lstStyle>
          <a:p>
            <a:pPr lvl="0"/>
            <a:r>
              <a:rPr lang="en-GB" noProof="0" dirty="0"/>
              <a:t>Klik for at tilføje tekst</a:t>
            </a:r>
            <a:endParaRPr lang="en-GB"/>
          </a:p>
          <a:p>
            <a:pPr lvl="1"/>
            <a:r>
              <a:rPr lang="en-GB" noProof="0" dirty="0"/>
              <a:t>Second </a:t>
            </a:r>
            <a:r>
              <a:rPr lang="en-GB" noProof="0" dirty="0" err="1"/>
              <a:t>level</a:t>
            </a:r>
            <a:endParaRPr lang="en-GB" noProof="0" dirty="0"/>
          </a:p>
          <a:p>
            <a:pPr lvl="2"/>
            <a:r>
              <a:rPr lang="en-GB" noProof="0" dirty="0"/>
              <a:t>Third </a:t>
            </a:r>
            <a:r>
              <a:rPr lang="en-GB" noProof="0" dirty="0" err="1"/>
              <a:t>level</a:t>
            </a:r>
            <a:endParaRPr lang="en-GB" noProof="0" dirty="0"/>
          </a:p>
          <a:p>
            <a:pPr lvl="3"/>
            <a:r>
              <a:rPr lang="en-GB" noProof="0" dirty="0" err="1"/>
              <a:t>Fourth</a:t>
            </a:r>
            <a:r>
              <a:rPr lang="en-GB" noProof="0" dirty="0"/>
              <a:t> </a:t>
            </a:r>
            <a:r>
              <a:rPr lang="en-GB" noProof="0" dirty="0" err="1"/>
              <a:t>level</a:t>
            </a:r>
            <a:endParaRPr lang="en-GB" noProof="0" dirty="0"/>
          </a:p>
          <a:p>
            <a:pPr lvl="4"/>
            <a:r>
              <a:rPr lang="en-GB" noProof="0" dirty="0"/>
              <a:t>Fifth </a:t>
            </a:r>
            <a:r>
              <a:rPr lang="en-GB" noProof="0" dirty="0" err="1"/>
              <a:t>level</a:t>
            </a:r>
            <a:endParaRPr lang="en-GB" noProof="0" dirty="0"/>
          </a:p>
        </p:txBody>
      </p:sp>
      <p:sp>
        <p:nvSpPr>
          <p:cNvPr id="15" name="Subtitle 2">
            <a:extLst>
              <a:ext uri="{FF2B5EF4-FFF2-40B4-BE49-F238E27FC236}">
                <a16:creationId xmlns:a16="http://schemas.microsoft.com/office/drawing/2014/main" id="{25135A09-8F8A-4D87-8C43-B3A0A80BE2F5}"/>
              </a:ext>
            </a:extLst>
          </p:cNvPr>
          <p:cNvSpPr>
            <a:spLocks noGrp="1"/>
          </p:cNvSpPr>
          <p:nvPr>
            <p:ph type="subTitle" idx="1" hasCustomPrompt="1"/>
          </p:nvPr>
        </p:nvSpPr>
        <p:spPr>
          <a:xfrm>
            <a:off x="3273164" y="1028246"/>
            <a:ext cx="2502000" cy="432000"/>
          </a:xfrm>
        </p:spPr>
        <p:txBody>
          <a:bodyPr/>
          <a:lstStyle>
            <a:lvl1pPr marL="0" indent="0" algn="l">
              <a:buNone/>
              <a:defRPr sz="12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noProof="0" dirty="0"/>
              <a:t>Klik for at tilføje underoverskrift</a:t>
            </a:r>
            <a:endParaRPr lang="en-GB"/>
          </a:p>
        </p:txBody>
      </p:sp>
      <p:sp>
        <p:nvSpPr>
          <p:cNvPr id="17" name="Content Placeholder 16">
            <a:extLst>
              <a:ext uri="{FF2B5EF4-FFF2-40B4-BE49-F238E27FC236}">
                <a16:creationId xmlns:a16="http://schemas.microsoft.com/office/drawing/2014/main" id="{462D92C6-668E-491E-B394-72897FAB3085}"/>
              </a:ext>
            </a:extLst>
          </p:cNvPr>
          <p:cNvSpPr>
            <a:spLocks noGrp="1"/>
          </p:cNvSpPr>
          <p:nvPr>
            <p:ph sz="quarter" idx="14" hasCustomPrompt="1"/>
          </p:nvPr>
        </p:nvSpPr>
        <p:spPr>
          <a:xfrm>
            <a:off x="3273163" y="1475354"/>
            <a:ext cx="2502000" cy="4366646"/>
          </a:xfrm>
        </p:spPr>
        <p:txBody>
          <a:bodyPr/>
          <a:lstStyle>
            <a:lvl1pPr>
              <a:defRPr sz="1200"/>
            </a:lvl1pPr>
            <a:lvl2pPr>
              <a:defRPr sz="1200"/>
            </a:lvl2pPr>
            <a:lvl4pPr>
              <a:defRPr sz="1200"/>
            </a:lvl4pPr>
            <a:lvl5pPr>
              <a:defRPr sz="1200"/>
            </a:lvl5pPr>
          </a:lstStyle>
          <a:p>
            <a:pPr lvl="0"/>
            <a:r>
              <a:rPr lang="en-GB" noProof="0" dirty="0"/>
              <a:t>Klik for at tilføje tekst</a:t>
            </a:r>
            <a:endParaRPr lang="en-GB"/>
          </a:p>
          <a:p>
            <a:pPr lvl="1"/>
            <a:r>
              <a:rPr lang="en-GB" noProof="0" dirty="0"/>
              <a:t>Second </a:t>
            </a:r>
            <a:r>
              <a:rPr lang="en-GB" noProof="0" dirty="0" err="1"/>
              <a:t>level</a:t>
            </a:r>
            <a:endParaRPr lang="en-GB" noProof="0" dirty="0"/>
          </a:p>
          <a:p>
            <a:pPr lvl="2"/>
            <a:r>
              <a:rPr lang="en-GB" noProof="0" dirty="0"/>
              <a:t>Third </a:t>
            </a:r>
            <a:r>
              <a:rPr lang="en-GB" noProof="0" dirty="0" err="1"/>
              <a:t>level</a:t>
            </a:r>
            <a:endParaRPr lang="en-GB" noProof="0" dirty="0"/>
          </a:p>
          <a:p>
            <a:pPr lvl="3"/>
            <a:r>
              <a:rPr lang="en-GB" noProof="0" dirty="0" err="1"/>
              <a:t>Fourth</a:t>
            </a:r>
            <a:r>
              <a:rPr lang="en-GB" noProof="0" dirty="0"/>
              <a:t> </a:t>
            </a:r>
            <a:r>
              <a:rPr lang="en-GB" noProof="0" dirty="0" err="1"/>
              <a:t>level</a:t>
            </a:r>
            <a:endParaRPr lang="en-GB" noProof="0" dirty="0"/>
          </a:p>
          <a:p>
            <a:pPr lvl="4"/>
            <a:r>
              <a:rPr lang="en-GB" noProof="0" dirty="0"/>
              <a:t>Fifth </a:t>
            </a:r>
            <a:r>
              <a:rPr lang="en-GB" noProof="0" dirty="0" err="1"/>
              <a:t>level</a:t>
            </a:r>
            <a:endParaRPr lang="en-GB" noProof="0" dirty="0"/>
          </a:p>
        </p:txBody>
      </p:sp>
      <p:sp>
        <p:nvSpPr>
          <p:cNvPr id="19" name="Text Placeholder 18">
            <a:extLst>
              <a:ext uri="{FF2B5EF4-FFF2-40B4-BE49-F238E27FC236}">
                <a16:creationId xmlns:a16="http://schemas.microsoft.com/office/drawing/2014/main" id="{C0F1B1F1-CA40-4EA4-AB68-69DBBD61ED9D}"/>
              </a:ext>
            </a:extLst>
          </p:cNvPr>
          <p:cNvSpPr>
            <a:spLocks noGrp="1"/>
          </p:cNvSpPr>
          <p:nvPr>
            <p:ph type="body" sz="quarter" idx="15" hasCustomPrompt="1"/>
          </p:nvPr>
        </p:nvSpPr>
        <p:spPr>
          <a:xfrm>
            <a:off x="6135163" y="1028246"/>
            <a:ext cx="2502000" cy="432000"/>
          </a:xfrm>
        </p:spPr>
        <p:txBody>
          <a:bodyPr/>
          <a:lstStyle>
            <a:lvl1pPr marL="0" indent="0">
              <a:buNone/>
              <a:defRPr sz="1200" b="1"/>
            </a:lvl1pPr>
            <a:lvl2pPr marL="252000" indent="0">
              <a:buNone/>
              <a:defRPr/>
            </a:lvl2pPr>
          </a:lstStyle>
          <a:p>
            <a:pPr lvl="0"/>
            <a:r>
              <a:rPr lang="en-GB" noProof="0" dirty="0"/>
              <a:t>Klik for at tilføje underoverskrift</a:t>
            </a:r>
            <a:endParaRPr lang="en-GB"/>
          </a:p>
        </p:txBody>
      </p:sp>
      <p:sp>
        <p:nvSpPr>
          <p:cNvPr id="21" name="Content Placeholder 20">
            <a:extLst>
              <a:ext uri="{FF2B5EF4-FFF2-40B4-BE49-F238E27FC236}">
                <a16:creationId xmlns:a16="http://schemas.microsoft.com/office/drawing/2014/main" id="{3DBEE0FF-2C0E-499E-ACAF-B6F421AF13D5}"/>
              </a:ext>
            </a:extLst>
          </p:cNvPr>
          <p:cNvSpPr>
            <a:spLocks noGrp="1"/>
          </p:cNvSpPr>
          <p:nvPr>
            <p:ph sz="quarter" idx="16" hasCustomPrompt="1"/>
          </p:nvPr>
        </p:nvSpPr>
        <p:spPr>
          <a:xfrm>
            <a:off x="6135163" y="1475354"/>
            <a:ext cx="2502000" cy="4366646"/>
          </a:xfrm>
        </p:spPr>
        <p:txBody>
          <a:bodyPr/>
          <a:lstStyle>
            <a:lvl1pPr>
              <a:defRPr sz="1200"/>
            </a:lvl1pPr>
            <a:lvl2pPr>
              <a:defRPr sz="1200"/>
            </a:lvl2pPr>
            <a:lvl4pPr>
              <a:defRPr sz="1200"/>
            </a:lvl4pPr>
            <a:lvl5pPr>
              <a:defRPr sz="1200"/>
            </a:lvl5pPr>
          </a:lstStyle>
          <a:p>
            <a:pPr lvl="0"/>
            <a:r>
              <a:rPr lang="en-GB" noProof="0" dirty="0"/>
              <a:t>Klik for at tilføje tekst</a:t>
            </a:r>
            <a:endParaRPr lang="en-GB"/>
          </a:p>
          <a:p>
            <a:pPr lvl="1"/>
            <a:r>
              <a:rPr lang="en-GB" noProof="0" dirty="0"/>
              <a:t>Second </a:t>
            </a:r>
            <a:r>
              <a:rPr lang="en-GB" noProof="0" dirty="0" err="1"/>
              <a:t>level</a:t>
            </a:r>
            <a:endParaRPr lang="en-GB" noProof="0" dirty="0"/>
          </a:p>
          <a:p>
            <a:pPr lvl="2"/>
            <a:r>
              <a:rPr lang="en-GB" noProof="0" dirty="0"/>
              <a:t>Third </a:t>
            </a:r>
            <a:r>
              <a:rPr lang="en-GB" noProof="0" dirty="0" err="1"/>
              <a:t>level</a:t>
            </a:r>
            <a:endParaRPr lang="en-GB" noProof="0" dirty="0"/>
          </a:p>
          <a:p>
            <a:pPr lvl="3"/>
            <a:r>
              <a:rPr lang="en-GB" noProof="0" dirty="0" err="1"/>
              <a:t>Fourth</a:t>
            </a:r>
            <a:r>
              <a:rPr lang="en-GB" noProof="0" dirty="0"/>
              <a:t> </a:t>
            </a:r>
            <a:r>
              <a:rPr lang="en-GB" noProof="0" dirty="0" err="1"/>
              <a:t>level</a:t>
            </a:r>
            <a:endParaRPr lang="en-GB" noProof="0" dirty="0"/>
          </a:p>
          <a:p>
            <a:pPr lvl="4"/>
            <a:r>
              <a:rPr lang="en-GB" noProof="0" dirty="0"/>
              <a:t>Fifth </a:t>
            </a:r>
            <a:r>
              <a:rPr lang="en-GB" noProof="0" dirty="0" err="1"/>
              <a:t>level</a:t>
            </a:r>
            <a:endParaRPr lang="en-GB" noProof="0" dirty="0"/>
          </a:p>
        </p:txBody>
      </p:sp>
      <p:sp>
        <p:nvSpPr>
          <p:cNvPr id="23" name="Text Placeholder 22">
            <a:extLst>
              <a:ext uri="{FF2B5EF4-FFF2-40B4-BE49-F238E27FC236}">
                <a16:creationId xmlns:a16="http://schemas.microsoft.com/office/drawing/2014/main" id="{F091117C-5AED-4416-88BA-F1C88ACD7A25}"/>
              </a:ext>
            </a:extLst>
          </p:cNvPr>
          <p:cNvSpPr>
            <a:spLocks noGrp="1"/>
          </p:cNvSpPr>
          <p:nvPr>
            <p:ph type="body" sz="quarter" idx="17" hasCustomPrompt="1"/>
          </p:nvPr>
        </p:nvSpPr>
        <p:spPr>
          <a:xfrm>
            <a:off x="8997162" y="1028247"/>
            <a:ext cx="2502000" cy="432000"/>
          </a:xfrm>
        </p:spPr>
        <p:txBody>
          <a:bodyPr/>
          <a:lstStyle>
            <a:lvl1pPr marL="0" indent="0">
              <a:buNone/>
              <a:defRPr sz="1200" b="1"/>
            </a:lvl1pPr>
            <a:lvl2pPr marL="252000" indent="0">
              <a:buNone/>
              <a:defRPr/>
            </a:lvl2pPr>
          </a:lstStyle>
          <a:p>
            <a:pPr lvl="0"/>
            <a:r>
              <a:rPr lang="en-GB" noProof="0" dirty="0"/>
              <a:t>Klik for at tilføje underoverskrift</a:t>
            </a:r>
            <a:endParaRPr lang="en-GB"/>
          </a:p>
        </p:txBody>
      </p:sp>
      <p:sp>
        <p:nvSpPr>
          <p:cNvPr id="25" name="Content Placeholder 24">
            <a:extLst>
              <a:ext uri="{FF2B5EF4-FFF2-40B4-BE49-F238E27FC236}">
                <a16:creationId xmlns:a16="http://schemas.microsoft.com/office/drawing/2014/main" id="{C66F31E1-769E-4E9A-9DCC-2C64321A89C1}"/>
              </a:ext>
            </a:extLst>
          </p:cNvPr>
          <p:cNvSpPr>
            <a:spLocks noGrp="1"/>
          </p:cNvSpPr>
          <p:nvPr>
            <p:ph sz="quarter" idx="18" hasCustomPrompt="1"/>
          </p:nvPr>
        </p:nvSpPr>
        <p:spPr>
          <a:xfrm>
            <a:off x="8997161" y="1475354"/>
            <a:ext cx="2501999" cy="4366646"/>
          </a:xfrm>
        </p:spPr>
        <p:txBody>
          <a:bodyPr/>
          <a:lstStyle>
            <a:lvl1pPr>
              <a:defRPr sz="1200"/>
            </a:lvl1pPr>
            <a:lvl2pPr>
              <a:defRPr sz="1200"/>
            </a:lvl2pPr>
            <a:lvl4pPr>
              <a:defRPr sz="1200"/>
            </a:lvl4pPr>
            <a:lvl5pPr>
              <a:defRPr sz="1200"/>
            </a:lvl5pPr>
          </a:lstStyle>
          <a:p>
            <a:pPr lvl="0"/>
            <a:r>
              <a:rPr lang="en-GB" noProof="0" dirty="0"/>
              <a:t>Klik for at tilføje tekst</a:t>
            </a:r>
            <a:endParaRPr lang="en-GB"/>
          </a:p>
          <a:p>
            <a:pPr lvl="1"/>
            <a:r>
              <a:rPr lang="en-GB" noProof="0" dirty="0"/>
              <a:t>Second </a:t>
            </a:r>
            <a:r>
              <a:rPr lang="en-GB" noProof="0" dirty="0" err="1"/>
              <a:t>level</a:t>
            </a:r>
            <a:endParaRPr lang="en-GB" noProof="0" dirty="0"/>
          </a:p>
          <a:p>
            <a:pPr lvl="2"/>
            <a:r>
              <a:rPr lang="en-GB" noProof="0" dirty="0"/>
              <a:t>Third </a:t>
            </a:r>
            <a:r>
              <a:rPr lang="en-GB" noProof="0" dirty="0" err="1"/>
              <a:t>level</a:t>
            </a:r>
            <a:endParaRPr lang="en-GB" noProof="0" dirty="0"/>
          </a:p>
          <a:p>
            <a:pPr lvl="3"/>
            <a:r>
              <a:rPr lang="en-GB" noProof="0" dirty="0" err="1"/>
              <a:t>Fourth</a:t>
            </a:r>
            <a:r>
              <a:rPr lang="en-GB" noProof="0" dirty="0"/>
              <a:t> </a:t>
            </a:r>
            <a:r>
              <a:rPr lang="en-GB" noProof="0" dirty="0" err="1"/>
              <a:t>level</a:t>
            </a:r>
            <a:endParaRPr lang="en-GB" noProof="0" dirty="0"/>
          </a:p>
          <a:p>
            <a:pPr lvl="4"/>
            <a:r>
              <a:rPr lang="en-GB" noProof="0" dirty="0"/>
              <a:t>Fifth </a:t>
            </a:r>
            <a:r>
              <a:rPr lang="en-GB" noProof="0" dirty="0" err="1"/>
              <a:t>level</a:t>
            </a:r>
            <a:endParaRPr lang="en-GB" noProof="0" dirty="0"/>
          </a:p>
        </p:txBody>
      </p:sp>
      <p:sp>
        <p:nvSpPr>
          <p:cNvPr id="28" name="Date Placeholder 14">
            <a:extLst>
              <a:ext uri="{FF2B5EF4-FFF2-40B4-BE49-F238E27FC236}">
                <a16:creationId xmlns:a16="http://schemas.microsoft.com/office/drawing/2014/main" id="{1DCD95D8-07B6-42C0-8767-A640B7CA8534}"/>
              </a:ext>
            </a:extLst>
          </p:cNvPr>
          <p:cNvSpPr txBox="1">
            <a:spLocks/>
          </p:cNvSpPr>
          <p:nvPr/>
        </p:nvSpPr>
        <p:spPr>
          <a:xfrm>
            <a:off x="0" y="6912000"/>
            <a:ext cx="0" cy="0"/>
          </a:xfrm>
          <a:prstGeom prst="rect">
            <a:avLst/>
          </a:prstGeom>
        </p:spPr>
        <p:txBody>
          <a:bodyPr vert="horz" lIns="91440" tIns="45720" rIns="91440" bIns="45720" rtlCol="0" anchor="ctr"/>
          <a:lstStyle>
            <a:defPPr>
              <a:defRPr lang="en-US"/>
            </a:defPPr>
            <a:lvl1pPr marL="0" algn="l" defTabSz="914400" rtl="0" eaLnBrk="1" latinLnBrk="0" hangingPunct="1">
              <a:defRPr sz="100"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1A13B18-F5ED-4611-8DBB-F05123AFBA22}" type="datetimeFigureOut">
              <a:rPr lang="en-GB" smtClean="0"/>
              <a:pPr/>
              <a:t>26/02/2024</a:t>
            </a:fld>
            <a:endParaRPr lang="en-GB" dirty="0"/>
          </a:p>
        </p:txBody>
      </p:sp>
      <p:sp>
        <p:nvSpPr>
          <p:cNvPr id="5" name="Date Placeholder 4">
            <a:extLst>
              <a:ext uri="{FF2B5EF4-FFF2-40B4-BE49-F238E27FC236}">
                <a16:creationId xmlns:a16="http://schemas.microsoft.com/office/drawing/2014/main" id="{8E588C40-671D-463C-8463-D77B96C28D88}"/>
              </a:ext>
            </a:extLst>
          </p:cNvPr>
          <p:cNvSpPr>
            <a:spLocks noGrp="1"/>
          </p:cNvSpPr>
          <p:nvPr>
            <p:ph type="dt" sz="half" idx="19"/>
          </p:nvPr>
        </p:nvSpPr>
        <p:spPr/>
        <p:txBody>
          <a:bodyPr/>
          <a:lstStyle/>
          <a:p>
            <a:fld id="{1D8BD707-D9CF-40AE-B4C6-C98DA3205C09}" type="datetimeFigureOut">
              <a:rPr lang="en-US" smtClean="0"/>
              <a:t>2/26/24</a:t>
            </a:fld>
            <a:endParaRPr lang="en-US"/>
          </a:p>
        </p:txBody>
      </p:sp>
      <p:sp>
        <p:nvSpPr>
          <p:cNvPr id="6" name="Footer Placeholder 5">
            <a:extLst>
              <a:ext uri="{FF2B5EF4-FFF2-40B4-BE49-F238E27FC236}">
                <a16:creationId xmlns:a16="http://schemas.microsoft.com/office/drawing/2014/main" id="{2846E2E0-2E23-491A-B165-353CDF3F79E2}"/>
              </a:ext>
            </a:extLst>
          </p:cNvPr>
          <p:cNvSpPr>
            <a:spLocks noGrp="1"/>
          </p:cNvSpPr>
          <p:nvPr>
            <p:ph type="ftr" sz="quarter" idx="20"/>
          </p:nvPr>
        </p:nvSpPr>
        <p:spPr/>
        <p:txBody>
          <a:bodyPr/>
          <a:lstStyle/>
          <a:p>
            <a:endParaRPr lang="da-DK"/>
          </a:p>
        </p:txBody>
      </p:sp>
      <p:sp>
        <p:nvSpPr>
          <p:cNvPr id="7" name="Slide Number Placeholder 6">
            <a:extLst>
              <a:ext uri="{FF2B5EF4-FFF2-40B4-BE49-F238E27FC236}">
                <a16:creationId xmlns:a16="http://schemas.microsoft.com/office/drawing/2014/main" id="{35B93800-6F51-413B-BA21-0A9967FF3386}"/>
              </a:ext>
            </a:extLst>
          </p:cNvPr>
          <p:cNvSpPr>
            <a:spLocks noGrp="1"/>
          </p:cNvSpPr>
          <p:nvPr>
            <p:ph type="sldNum" sz="quarter" idx="21"/>
          </p:nvPr>
        </p:nvSpPr>
        <p:spPr/>
        <p:txBody>
          <a:bodyPr/>
          <a:lstStyle/>
          <a:p>
            <a:fld id="{B6F15528-21DE-4FAA-801E-634DDDAF4B2B}" type="slidenum">
              <a:rPr lang="da-DK" smtClean="0"/>
              <a:t>‹nr.›</a:t>
            </a:fld>
            <a:endParaRPr lang="da-DK"/>
          </a:p>
        </p:txBody>
      </p:sp>
    </p:spTree>
    <p:extLst>
      <p:ext uri="{BB962C8B-B14F-4D97-AF65-F5344CB8AC3E}">
        <p14:creationId xmlns:p14="http://schemas.microsoft.com/office/powerpoint/2010/main" val="323568908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Billede og indhold">
    <p:spTree>
      <p:nvGrpSpPr>
        <p:cNvPr id="1" name=""/>
        <p:cNvGrpSpPr/>
        <p:nvPr/>
      </p:nvGrpSpPr>
      <p:grpSpPr>
        <a:xfrm>
          <a:off x="0" y="0"/>
          <a:ext cx="0" cy="0"/>
          <a:chOff x="0" y="0"/>
          <a:chExt cx="0" cy="0"/>
        </a:xfrm>
      </p:grpSpPr>
      <p:sp>
        <p:nvSpPr>
          <p:cNvPr id="10" name="Pladsholder til billede 3"/>
          <p:cNvSpPr>
            <a:spLocks noGrp="1"/>
          </p:cNvSpPr>
          <p:nvPr>
            <p:ph type="pic" sz="quarter" idx="13" hasCustomPrompt="1"/>
          </p:nvPr>
        </p:nvSpPr>
        <p:spPr>
          <a:xfrm>
            <a:off x="0" y="0"/>
            <a:ext cx="6099300" cy="6858000"/>
          </a:xfrm>
          <a:solidFill>
            <a:schemeClr val="bg1"/>
          </a:solidFill>
        </p:spPr>
        <p:txBody>
          <a:bodyPr/>
          <a:lstStyle>
            <a:lvl1pPr marL="0" indent="0" algn="ctr">
              <a:buNone/>
              <a:defRPr sz="1200"/>
            </a:lvl1pPr>
          </a:lstStyle>
          <a:p>
            <a:r>
              <a:rPr lang="en-GB" dirty="0"/>
              <a:t>Vælg pladsholderen og indsæt billede via Templafy/Skyfish eller ikon eller logo via Templafy/Billeder</a:t>
            </a:r>
            <a:endParaRPr lang="en-GB"/>
          </a:p>
        </p:txBody>
      </p:sp>
      <p:sp>
        <p:nvSpPr>
          <p:cNvPr id="8" name="Titel 1"/>
          <p:cNvSpPr>
            <a:spLocks noGrp="1"/>
          </p:cNvSpPr>
          <p:nvPr>
            <p:ph type="title" hasCustomPrompt="1"/>
          </p:nvPr>
        </p:nvSpPr>
        <p:spPr>
          <a:xfrm>
            <a:off x="6692401" y="1076109"/>
            <a:ext cx="4680000" cy="1822734"/>
          </a:xfrm>
        </p:spPr>
        <p:txBody>
          <a:bodyPr/>
          <a:lstStyle>
            <a:lvl1pPr>
              <a:defRPr/>
            </a:lvl1pPr>
          </a:lstStyle>
          <a:p>
            <a:r>
              <a:rPr lang="en-GB" dirty="0"/>
              <a:t>Klik for at tilføje overskrift, maksimalt 3 linjer</a:t>
            </a:r>
            <a:endParaRPr lang="en-GB"/>
          </a:p>
        </p:txBody>
      </p:sp>
      <p:sp>
        <p:nvSpPr>
          <p:cNvPr id="6" name="Content Placeholder 5">
            <a:extLst>
              <a:ext uri="{FF2B5EF4-FFF2-40B4-BE49-F238E27FC236}">
                <a16:creationId xmlns:a16="http://schemas.microsoft.com/office/drawing/2014/main" id="{C4256969-981A-4869-9324-B595DF89D12E}"/>
              </a:ext>
            </a:extLst>
          </p:cNvPr>
          <p:cNvSpPr>
            <a:spLocks noGrp="1"/>
          </p:cNvSpPr>
          <p:nvPr>
            <p:ph sz="quarter" idx="19" hasCustomPrompt="1"/>
          </p:nvPr>
        </p:nvSpPr>
        <p:spPr>
          <a:xfrm>
            <a:off x="6692400" y="3387600"/>
            <a:ext cx="4680000" cy="2466000"/>
          </a:xfrm>
        </p:spPr>
        <p:txBody>
          <a:bodyPr/>
          <a:lstStyle>
            <a:lvl1pPr>
              <a:defRPr/>
            </a:lvl1pPr>
          </a:lstStyle>
          <a:p>
            <a:pPr lvl="0"/>
            <a:r>
              <a:rPr lang="en-GB" dirty="0"/>
              <a:t>Klik for at tilføje tekst</a:t>
            </a:r>
            <a:endParaRPr lang="en-GB"/>
          </a:p>
          <a:p>
            <a:pPr lvl="1"/>
            <a:r>
              <a:rPr lang="en-GB" dirty="0"/>
              <a:t>Second </a:t>
            </a:r>
            <a:r>
              <a:rPr lang="en-GB" dirty="0" err="1"/>
              <a:t>level</a:t>
            </a:r>
            <a:endParaRPr lang="en-GB" dirty="0"/>
          </a:p>
          <a:p>
            <a:pPr lvl="2"/>
            <a:r>
              <a:rPr lang="en-GB" dirty="0"/>
              <a:t>Third </a:t>
            </a:r>
            <a:r>
              <a:rPr lang="en-GB" dirty="0" err="1"/>
              <a:t>level</a:t>
            </a:r>
            <a:endParaRPr lang="en-GB" dirty="0"/>
          </a:p>
          <a:p>
            <a:pPr lvl="3"/>
            <a:r>
              <a:rPr lang="en-GB" dirty="0" err="1"/>
              <a:t>Fourth</a:t>
            </a:r>
            <a:r>
              <a:rPr lang="en-GB" dirty="0"/>
              <a:t> </a:t>
            </a:r>
            <a:r>
              <a:rPr lang="en-GB" dirty="0" err="1"/>
              <a:t>level</a:t>
            </a:r>
            <a:endParaRPr lang="en-GB" dirty="0"/>
          </a:p>
          <a:p>
            <a:pPr lvl="4"/>
            <a:r>
              <a:rPr lang="en-GB" dirty="0"/>
              <a:t>Fifth </a:t>
            </a:r>
            <a:r>
              <a:rPr lang="en-GB" dirty="0" err="1"/>
              <a:t>level</a:t>
            </a:r>
            <a:endParaRPr lang="en-GB" dirty="0"/>
          </a:p>
        </p:txBody>
      </p:sp>
      <p:sp>
        <p:nvSpPr>
          <p:cNvPr id="14" name="text" descr="{&quot;templafy&quot;:{&quot;id&quot;:&quot;19392b15-c614-4755-aea8-28d38b6bbe91&quot;}}" title="UserProfile.Institut.InstituteDCU_{{DocumentLanguage}}">
            <a:extLst>
              <a:ext uri="{FF2B5EF4-FFF2-40B4-BE49-F238E27FC236}">
                <a16:creationId xmlns:a16="http://schemas.microsoft.com/office/drawing/2014/main" id="{060969B2-E177-4704-95D4-119A98BB90C5}"/>
              </a:ext>
            </a:extLst>
          </p:cNvPr>
          <p:cNvSpPr txBox="1">
            <a:spLocks/>
          </p:cNvSpPr>
          <p:nvPr/>
        </p:nvSpPr>
        <p:spPr>
          <a:xfrm>
            <a:off x="6692400" y="249585"/>
            <a:ext cx="4680000" cy="478677"/>
          </a:xfrm>
          <a:prstGeom prst="rect">
            <a:avLst/>
          </a:prstGeom>
          <a:noFill/>
        </p:spPr>
        <p:txBody>
          <a:bodyPr wrap="square" lIns="10800" tIns="0" rIns="0" bIns="90000" anchor="b" anchorCtr="0">
            <a:noAutofit/>
          </a:bodyPr>
          <a:lstStyle>
            <a:lvl1pPr marL="0" indent="0" algn="l" defTabSz="914400" rtl="0" eaLnBrk="1" latinLnBrk="0" hangingPunct="1">
              <a:lnSpc>
                <a:spcPct val="90000"/>
              </a:lnSpc>
              <a:spcBef>
                <a:spcPts val="0"/>
              </a:spcBef>
              <a:buFont typeface="Arial" panose="020B0604020202020204" pitchFamily="34" charset="0"/>
              <a:buNone/>
              <a:defRPr sz="1400" b="1"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GB" dirty="0"/>
              <a:t>The Maersk Mc-Kinney Moller Institute</a:t>
            </a:r>
          </a:p>
        </p:txBody>
      </p:sp>
      <p:sp>
        <p:nvSpPr>
          <p:cNvPr id="16" name="sdu.dk">
            <a:extLst>
              <a:ext uri="{FF2B5EF4-FFF2-40B4-BE49-F238E27FC236}">
                <a16:creationId xmlns:a16="http://schemas.microsoft.com/office/drawing/2014/main" id="{406E07B7-D9E4-488D-BA7B-56AC0D1DDD05}"/>
              </a:ext>
            </a:extLst>
          </p:cNvPr>
          <p:cNvSpPr/>
          <p:nvPr/>
        </p:nvSpPr>
        <p:spPr>
          <a:xfrm rot="5400000">
            <a:off x="11480800" y="721379"/>
            <a:ext cx="914400" cy="3765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1100" b="1" noProof="1">
                <a:solidFill>
                  <a:schemeClr val="tx1"/>
                </a:solidFill>
              </a:rPr>
              <a:t>sdu.dk</a:t>
            </a:r>
            <a:endParaRPr lang="en-GB"/>
          </a:p>
        </p:txBody>
      </p:sp>
      <p:sp>
        <p:nvSpPr>
          <p:cNvPr id="17" name="#sdudk">
            <a:extLst>
              <a:ext uri="{FF2B5EF4-FFF2-40B4-BE49-F238E27FC236}">
                <a16:creationId xmlns:a16="http://schemas.microsoft.com/office/drawing/2014/main" id="{CD1A1828-0ED2-4AFE-8C5E-683996CBAF9D}"/>
              </a:ext>
            </a:extLst>
          </p:cNvPr>
          <p:cNvSpPr/>
          <p:nvPr/>
        </p:nvSpPr>
        <p:spPr>
          <a:xfrm rot="5400000">
            <a:off x="11482792" y="2027544"/>
            <a:ext cx="914400" cy="3765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1100" b="1" noProof="1">
                <a:solidFill>
                  <a:schemeClr val="tx1"/>
                </a:solidFill>
              </a:rPr>
              <a:t>#sdudk</a:t>
            </a:r>
            <a:endParaRPr lang="en-GB"/>
          </a:p>
        </p:txBody>
      </p:sp>
      <p:cxnSp>
        <p:nvCxnSpPr>
          <p:cNvPr id="18" name="Straight Connector 17">
            <a:extLst>
              <a:ext uri="{FF2B5EF4-FFF2-40B4-BE49-F238E27FC236}">
                <a16:creationId xmlns:a16="http://schemas.microsoft.com/office/drawing/2014/main" id="{B68D6574-D545-4AC1-804C-76EBF3BEC544}"/>
              </a:ext>
            </a:extLst>
          </p:cNvPr>
          <p:cNvCxnSpPr>
            <a:cxnSpLocks/>
          </p:cNvCxnSpPr>
          <p:nvPr/>
        </p:nvCxnSpPr>
        <p:spPr>
          <a:xfrm>
            <a:off x="6691637" y="715665"/>
            <a:ext cx="699211"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date" descr="{&quot;templafy&quot;:{&quot;id&quot;:&quot;7c8a4e8f-f1eb-4af7-b254-c88f4a86ec48&quot;}}" title="Form.Date">
            <a:extLst>
              <a:ext uri="{FF2B5EF4-FFF2-40B4-BE49-F238E27FC236}">
                <a16:creationId xmlns:a16="http://schemas.microsoft.com/office/drawing/2014/main" id="{38150A77-BE4E-404D-B314-A1C41C791C1B}"/>
              </a:ext>
            </a:extLst>
          </p:cNvPr>
          <p:cNvSpPr/>
          <p:nvPr/>
        </p:nvSpPr>
        <p:spPr>
          <a:xfrm>
            <a:off x="9156032" y="6349384"/>
            <a:ext cx="2624806" cy="1800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r"/>
            <a:r>
              <a:rPr lang="en-GB" sz="1200" b="0" dirty="0">
                <a:solidFill>
                  <a:schemeClr val="tx1"/>
                </a:solidFill>
              </a:rPr>
              <a:t>September 2020</a:t>
            </a:r>
          </a:p>
        </p:txBody>
      </p:sp>
      <p:pic>
        <p:nvPicPr>
          <p:cNvPr id="20" name="Logo black">
            <a:extLst>
              <a:ext uri="{FF2B5EF4-FFF2-40B4-BE49-F238E27FC236}">
                <a16:creationId xmlns:a16="http://schemas.microsoft.com/office/drawing/2014/main" id="{1421C492-A651-4EE4-BB8B-C6886E7B5C1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92400" y="6294893"/>
            <a:ext cx="784800" cy="211840"/>
          </a:xfrm>
          <a:prstGeom prst="rect">
            <a:avLst/>
          </a:prstGeom>
        </p:spPr>
      </p:pic>
      <p:sp>
        <p:nvSpPr>
          <p:cNvPr id="30" name="Date Placeholder 14">
            <a:extLst>
              <a:ext uri="{FF2B5EF4-FFF2-40B4-BE49-F238E27FC236}">
                <a16:creationId xmlns:a16="http://schemas.microsoft.com/office/drawing/2014/main" id="{2C4B35A0-F8F7-420F-9E06-CC0AAAA0B84F}"/>
              </a:ext>
            </a:extLst>
          </p:cNvPr>
          <p:cNvSpPr txBox="1">
            <a:spLocks/>
          </p:cNvSpPr>
          <p:nvPr/>
        </p:nvSpPr>
        <p:spPr>
          <a:xfrm>
            <a:off x="0" y="6912000"/>
            <a:ext cx="0" cy="0"/>
          </a:xfrm>
          <a:prstGeom prst="rect">
            <a:avLst/>
          </a:prstGeom>
        </p:spPr>
        <p:txBody>
          <a:bodyPr vert="horz" lIns="91440" tIns="45720" rIns="91440" bIns="45720" rtlCol="0" anchor="ctr"/>
          <a:lstStyle>
            <a:defPPr>
              <a:defRPr lang="en-US"/>
            </a:defPPr>
            <a:lvl1pPr marL="0" algn="l" defTabSz="914400" rtl="0" eaLnBrk="1" latinLnBrk="0" hangingPunct="1">
              <a:defRPr sz="100"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1A13B18-F5ED-4611-8DBB-F05123AFBA22}" type="datetimeFigureOut">
              <a:rPr lang="en-GB" smtClean="0"/>
              <a:pPr/>
              <a:t>26/02/2024</a:t>
            </a:fld>
            <a:endParaRPr lang="en-GB" dirty="0"/>
          </a:p>
        </p:txBody>
      </p:sp>
      <p:sp>
        <p:nvSpPr>
          <p:cNvPr id="22" name="TextBox 21">
            <a:extLst>
              <a:ext uri="{FF2B5EF4-FFF2-40B4-BE49-F238E27FC236}">
                <a16:creationId xmlns:a16="http://schemas.microsoft.com/office/drawing/2014/main" id="{7C94981C-CC58-4018-9B19-5053EFA6B6A9}"/>
              </a:ext>
            </a:extLst>
          </p:cNvPr>
          <p:cNvSpPr txBox="1"/>
          <p:nvPr/>
        </p:nvSpPr>
        <p:spPr>
          <a:xfrm>
            <a:off x="0" y="-349741"/>
            <a:ext cx="11457183" cy="323165"/>
          </a:xfrm>
          <a:prstGeom prst="rect">
            <a:avLst/>
          </a:prstGeom>
          <a:noFill/>
        </p:spPr>
        <p:txBody>
          <a:bodyPr wrap="square" lIns="0" tIns="0" rIns="0" bIns="0" rtlCol="0">
            <a:spAutoFit/>
          </a:bodyPr>
          <a:lstStyle/>
          <a:p>
            <a:r>
              <a:rPr lang="en-GB" sz="1050" b="1" noProof="1"/>
              <a:t>Skift baggrundsfarve. </a:t>
            </a:r>
            <a:r>
              <a:rPr lang="en-GB" sz="1050" noProof="1"/>
              <a:t>Højreklik på slidet og vælg </a:t>
            </a:r>
            <a:r>
              <a:rPr lang="en-GB" sz="1050" b="1" noProof="1"/>
              <a:t>Formatér baggrund</a:t>
            </a:r>
            <a:r>
              <a:rPr lang="en-GB" sz="1050" noProof="1"/>
              <a:t>. Klik på </a:t>
            </a:r>
            <a:r>
              <a:rPr lang="en-GB" sz="1050" b="1" noProof="1"/>
              <a:t>Fyld farve </a:t>
            </a:r>
            <a:r>
              <a:rPr lang="en-GB" sz="1050" noProof="1"/>
              <a:t>i Formater baggrund vinduet og vælg farve fra øverste række i SDU’s farve palette eller fra den brugerdefinerede farvepalette</a:t>
            </a:r>
            <a:endParaRPr lang="en-GB"/>
          </a:p>
        </p:txBody>
      </p:sp>
    </p:spTree>
    <p:extLst>
      <p:ext uri="{BB962C8B-B14F-4D97-AF65-F5344CB8AC3E}">
        <p14:creationId xmlns:p14="http://schemas.microsoft.com/office/powerpoint/2010/main" val="191230012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Billede og tekst (CV)">
    <p:spTree>
      <p:nvGrpSpPr>
        <p:cNvPr id="1" name=""/>
        <p:cNvGrpSpPr/>
        <p:nvPr/>
      </p:nvGrpSpPr>
      <p:grpSpPr>
        <a:xfrm>
          <a:off x="0" y="0"/>
          <a:ext cx="0" cy="0"/>
          <a:chOff x="0" y="0"/>
          <a:chExt cx="0" cy="0"/>
        </a:xfrm>
      </p:grpSpPr>
      <p:sp>
        <p:nvSpPr>
          <p:cNvPr id="7" name="Titel 1"/>
          <p:cNvSpPr>
            <a:spLocks noGrp="1"/>
          </p:cNvSpPr>
          <p:nvPr>
            <p:ph type="title" hasCustomPrompt="1"/>
          </p:nvPr>
        </p:nvSpPr>
        <p:spPr>
          <a:xfrm>
            <a:off x="6710399" y="1700213"/>
            <a:ext cx="4677070" cy="1436392"/>
          </a:xfrm>
        </p:spPr>
        <p:txBody>
          <a:bodyPr/>
          <a:lstStyle>
            <a:lvl1pPr>
              <a:defRPr sz="4800"/>
            </a:lvl1pPr>
          </a:lstStyle>
          <a:p>
            <a:r>
              <a:rPr lang="en-GB" dirty="0"/>
              <a:t>Overskrift i </a:t>
            </a:r>
            <a:r>
              <a:rPr lang="en-GB" dirty="0" err="1"/>
              <a:t>maks</a:t>
            </a:r>
            <a:r>
              <a:rPr lang="en-GB" dirty="0"/>
              <a:t> 2 linjer</a:t>
            </a:r>
            <a:endParaRPr lang="en-GB"/>
          </a:p>
        </p:txBody>
      </p:sp>
      <p:sp>
        <p:nvSpPr>
          <p:cNvPr id="15" name="Text Placeholder 4">
            <a:extLst>
              <a:ext uri="{FF2B5EF4-FFF2-40B4-BE49-F238E27FC236}">
                <a16:creationId xmlns:a16="http://schemas.microsoft.com/office/drawing/2014/main" id="{6FAAEFF0-FCE4-48D6-A0D1-A458F3CD3EB3}"/>
              </a:ext>
            </a:extLst>
          </p:cNvPr>
          <p:cNvSpPr>
            <a:spLocks noGrp="1"/>
          </p:cNvSpPr>
          <p:nvPr>
            <p:ph type="body" sz="quarter" idx="19" hasCustomPrompt="1"/>
          </p:nvPr>
        </p:nvSpPr>
        <p:spPr>
          <a:xfrm>
            <a:off x="6692202" y="3387600"/>
            <a:ext cx="4680000" cy="2466000"/>
          </a:xfrm>
        </p:spPr>
        <p:txBody>
          <a:bodyPr/>
          <a:lstStyle>
            <a:lvl1pPr>
              <a:defRPr/>
            </a:lvl1pPr>
          </a:lstStyle>
          <a:p>
            <a:pPr lvl="0"/>
            <a:r>
              <a:rPr lang="en-GB" dirty="0"/>
              <a:t>Klik for at tilføje tekst</a:t>
            </a:r>
            <a:endParaRPr lang="en-GB"/>
          </a:p>
          <a:p>
            <a:pPr lvl="1"/>
            <a:r>
              <a:rPr lang="en-GB" dirty="0"/>
              <a:t>Second </a:t>
            </a:r>
            <a:r>
              <a:rPr lang="en-GB" dirty="0" err="1"/>
              <a:t>level</a:t>
            </a:r>
            <a:endParaRPr lang="en-GB" dirty="0"/>
          </a:p>
          <a:p>
            <a:pPr lvl="2"/>
            <a:r>
              <a:rPr lang="en-GB" dirty="0"/>
              <a:t>Third </a:t>
            </a:r>
            <a:r>
              <a:rPr lang="en-GB" dirty="0" err="1"/>
              <a:t>level</a:t>
            </a:r>
            <a:endParaRPr lang="en-GB" dirty="0"/>
          </a:p>
          <a:p>
            <a:pPr lvl="3"/>
            <a:r>
              <a:rPr lang="en-GB" dirty="0" err="1"/>
              <a:t>Fourth</a:t>
            </a:r>
            <a:r>
              <a:rPr lang="en-GB" dirty="0"/>
              <a:t> </a:t>
            </a:r>
            <a:r>
              <a:rPr lang="en-GB" dirty="0" err="1"/>
              <a:t>level</a:t>
            </a:r>
            <a:endParaRPr lang="en-GB" dirty="0"/>
          </a:p>
          <a:p>
            <a:pPr lvl="4"/>
            <a:r>
              <a:rPr lang="en-GB" dirty="0"/>
              <a:t>Fifth </a:t>
            </a:r>
            <a:r>
              <a:rPr lang="en-GB" dirty="0" err="1"/>
              <a:t>level</a:t>
            </a:r>
            <a:endParaRPr lang="en-GB" dirty="0"/>
          </a:p>
        </p:txBody>
      </p:sp>
      <p:sp>
        <p:nvSpPr>
          <p:cNvPr id="6" name="Text Placeholder 5">
            <a:extLst>
              <a:ext uri="{FF2B5EF4-FFF2-40B4-BE49-F238E27FC236}">
                <a16:creationId xmlns:a16="http://schemas.microsoft.com/office/drawing/2014/main" id="{2F21E6D3-406B-4DA0-9B5A-6A2F208BAF71}"/>
              </a:ext>
            </a:extLst>
          </p:cNvPr>
          <p:cNvSpPr>
            <a:spLocks noGrp="1"/>
          </p:cNvSpPr>
          <p:nvPr>
            <p:ph type="body" sz="quarter" idx="18" hasCustomPrompt="1"/>
          </p:nvPr>
        </p:nvSpPr>
        <p:spPr>
          <a:xfrm>
            <a:off x="6710399" y="452437"/>
            <a:ext cx="4659277" cy="790493"/>
          </a:xfrm>
        </p:spPr>
        <p:txBody>
          <a:bodyPr anchor="b" anchorCtr="0"/>
          <a:lstStyle>
            <a:lvl1pPr marL="0" indent="0">
              <a:buFont typeface="Arial" panose="020B0604020202020204" pitchFamily="34" charset="0"/>
              <a:buNone/>
              <a:defRPr/>
            </a:lvl1pPr>
          </a:lstStyle>
          <a:p>
            <a:pPr lvl="0"/>
            <a:r>
              <a:rPr lang="en-GB" dirty="0"/>
              <a:t>Klik for at indsætte tekst (f.eks. job titel)</a:t>
            </a:r>
            <a:endParaRPr lang="en-GB"/>
          </a:p>
        </p:txBody>
      </p:sp>
      <p:sp>
        <p:nvSpPr>
          <p:cNvPr id="10" name="Pladsholder til billede 3"/>
          <p:cNvSpPr>
            <a:spLocks noGrp="1"/>
          </p:cNvSpPr>
          <p:nvPr>
            <p:ph type="pic" sz="quarter" idx="13" hasCustomPrompt="1"/>
          </p:nvPr>
        </p:nvSpPr>
        <p:spPr>
          <a:xfrm>
            <a:off x="411163" y="1016000"/>
            <a:ext cx="4043879" cy="4804038"/>
          </a:xfrm>
          <a:noFill/>
        </p:spPr>
        <p:txBody>
          <a:bodyPr/>
          <a:lstStyle>
            <a:lvl1pPr marL="0" indent="0" algn="ctr">
              <a:buNone/>
              <a:defRPr sz="1100"/>
            </a:lvl1pPr>
          </a:lstStyle>
          <a:p>
            <a:r>
              <a:rPr lang="en-GB" dirty="0"/>
              <a:t>Vælg pladsholderen og indsæt billede via Templafy/Skyfish eller ikon eller logo via Templafy/Billeder</a:t>
            </a:r>
            <a:endParaRPr lang="en-GB"/>
          </a:p>
        </p:txBody>
      </p:sp>
      <p:sp>
        <p:nvSpPr>
          <p:cNvPr id="18" name="Date Placeholder 14">
            <a:extLst>
              <a:ext uri="{FF2B5EF4-FFF2-40B4-BE49-F238E27FC236}">
                <a16:creationId xmlns:a16="http://schemas.microsoft.com/office/drawing/2014/main" id="{4AC2696B-BD55-4932-A36E-BCC4318F22B0}"/>
              </a:ext>
            </a:extLst>
          </p:cNvPr>
          <p:cNvSpPr txBox="1">
            <a:spLocks/>
          </p:cNvSpPr>
          <p:nvPr/>
        </p:nvSpPr>
        <p:spPr>
          <a:xfrm>
            <a:off x="0" y="6912000"/>
            <a:ext cx="0" cy="0"/>
          </a:xfrm>
          <a:prstGeom prst="rect">
            <a:avLst/>
          </a:prstGeom>
        </p:spPr>
        <p:txBody>
          <a:bodyPr vert="horz" lIns="91440" tIns="45720" rIns="91440" bIns="45720" rtlCol="0" anchor="ctr"/>
          <a:lstStyle>
            <a:defPPr>
              <a:defRPr lang="en-US"/>
            </a:defPPr>
            <a:lvl1pPr marL="0" algn="l" defTabSz="914400" rtl="0" eaLnBrk="1" latinLnBrk="0" hangingPunct="1">
              <a:defRPr sz="100"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1A13B18-F5ED-4611-8DBB-F05123AFBA22}" type="datetimeFigureOut">
              <a:rPr lang="en-GB" smtClean="0"/>
              <a:pPr/>
              <a:t>26/02/2024</a:t>
            </a:fld>
            <a:endParaRPr lang="en-GB" dirty="0"/>
          </a:p>
        </p:txBody>
      </p:sp>
      <p:sp>
        <p:nvSpPr>
          <p:cNvPr id="4" name="Date Placeholder 3">
            <a:extLst>
              <a:ext uri="{FF2B5EF4-FFF2-40B4-BE49-F238E27FC236}">
                <a16:creationId xmlns:a16="http://schemas.microsoft.com/office/drawing/2014/main" id="{01591D0A-163E-46D9-B4AE-DA2791457328}"/>
              </a:ext>
            </a:extLst>
          </p:cNvPr>
          <p:cNvSpPr>
            <a:spLocks noGrp="1"/>
          </p:cNvSpPr>
          <p:nvPr>
            <p:ph type="dt" sz="half" idx="20"/>
          </p:nvPr>
        </p:nvSpPr>
        <p:spPr/>
        <p:txBody>
          <a:bodyPr/>
          <a:lstStyle/>
          <a:p>
            <a:fld id="{1D8BD707-D9CF-40AE-B4C6-C98DA3205C09}" type="datetimeFigureOut">
              <a:rPr lang="en-US" smtClean="0"/>
              <a:t>2/26/24</a:t>
            </a:fld>
            <a:endParaRPr lang="en-US"/>
          </a:p>
        </p:txBody>
      </p:sp>
      <p:sp>
        <p:nvSpPr>
          <p:cNvPr id="5" name="Footer Placeholder 4">
            <a:extLst>
              <a:ext uri="{FF2B5EF4-FFF2-40B4-BE49-F238E27FC236}">
                <a16:creationId xmlns:a16="http://schemas.microsoft.com/office/drawing/2014/main" id="{CD31645F-3EEE-4ACC-9DE8-38B996FFAD12}"/>
              </a:ext>
            </a:extLst>
          </p:cNvPr>
          <p:cNvSpPr>
            <a:spLocks noGrp="1"/>
          </p:cNvSpPr>
          <p:nvPr>
            <p:ph type="ftr" sz="quarter" idx="21"/>
          </p:nvPr>
        </p:nvSpPr>
        <p:spPr/>
        <p:txBody>
          <a:bodyPr/>
          <a:lstStyle/>
          <a:p>
            <a:endParaRPr lang="da-DK"/>
          </a:p>
        </p:txBody>
      </p:sp>
      <p:sp>
        <p:nvSpPr>
          <p:cNvPr id="11" name="Slide Number Placeholder 10">
            <a:extLst>
              <a:ext uri="{FF2B5EF4-FFF2-40B4-BE49-F238E27FC236}">
                <a16:creationId xmlns:a16="http://schemas.microsoft.com/office/drawing/2014/main" id="{DA9685AE-678B-466E-B97B-590BC795CFDA}"/>
              </a:ext>
            </a:extLst>
          </p:cNvPr>
          <p:cNvSpPr>
            <a:spLocks noGrp="1"/>
          </p:cNvSpPr>
          <p:nvPr>
            <p:ph type="sldNum" sz="quarter" idx="22"/>
          </p:nvPr>
        </p:nvSpPr>
        <p:spPr/>
        <p:txBody>
          <a:bodyPr/>
          <a:lstStyle/>
          <a:p>
            <a:fld id="{B6F15528-21DE-4FAA-801E-634DDDAF4B2B}" type="slidenum">
              <a:rPr lang="da-DK" smtClean="0"/>
              <a:t>‹nr.›</a:t>
            </a:fld>
            <a:endParaRPr lang="da-DK"/>
          </a:p>
        </p:txBody>
      </p:sp>
      <p:sp>
        <p:nvSpPr>
          <p:cNvPr id="12" name="TextBox 11">
            <a:extLst>
              <a:ext uri="{FF2B5EF4-FFF2-40B4-BE49-F238E27FC236}">
                <a16:creationId xmlns:a16="http://schemas.microsoft.com/office/drawing/2014/main" id="{4E308762-F27B-4C02-A3F6-050482784129}"/>
              </a:ext>
            </a:extLst>
          </p:cNvPr>
          <p:cNvSpPr txBox="1"/>
          <p:nvPr/>
        </p:nvSpPr>
        <p:spPr>
          <a:xfrm>
            <a:off x="0" y="-349741"/>
            <a:ext cx="11457183" cy="323165"/>
          </a:xfrm>
          <a:prstGeom prst="rect">
            <a:avLst/>
          </a:prstGeom>
          <a:noFill/>
        </p:spPr>
        <p:txBody>
          <a:bodyPr wrap="square" lIns="0" tIns="0" rIns="0" bIns="0" rtlCol="0">
            <a:spAutoFit/>
          </a:bodyPr>
          <a:lstStyle/>
          <a:p>
            <a:r>
              <a:rPr lang="en-GB" sz="1050" b="1" noProof="1"/>
              <a:t>Skift baggrundsfarve. </a:t>
            </a:r>
            <a:r>
              <a:rPr lang="en-GB" sz="1050" noProof="1"/>
              <a:t>Højreklik på slidet og vælg </a:t>
            </a:r>
            <a:r>
              <a:rPr lang="en-GB" sz="1050" b="1" noProof="1"/>
              <a:t>Formatér baggrund</a:t>
            </a:r>
            <a:r>
              <a:rPr lang="en-GB" sz="1050" noProof="1"/>
              <a:t>. Klik på </a:t>
            </a:r>
            <a:r>
              <a:rPr lang="en-GB" sz="1050" b="1" noProof="1"/>
              <a:t>Fyld farve </a:t>
            </a:r>
            <a:r>
              <a:rPr lang="en-GB" sz="1050" noProof="1"/>
              <a:t>i Formater baggrund vinduet og vælg farve fra øverste række i SDU’s farve palette eller fra den brugerdefinerede farvepalette</a:t>
            </a:r>
            <a:endParaRPr lang="en-GB"/>
          </a:p>
        </p:txBody>
      </p:sp>
      <p:pic>
        <p:nvPicPr>
          <p:cNvPr id="13" name="Logo black">
            <a:extLst>
              <a:ext uri="{FF2B5EF4-FFF2-40B4-BE49-F238E27FC236}">
                <a16:creationId xmlns:a16="http://schemas.microsoft.com/office/drawing/2014/main" id="{16CDF92D-C78F-4CBE-853B-4E3CD39D2A5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3346" y="6294893"/>
            <a:ext cx="784800" cy="211840"/>
          </a:xfrm>
          <a:prstGeom prst="rect">
            <a:avLst/>
          </a:prstGeom>
        </p:spPr>
      </p:pic>
      <p:sp>
        <p:nvSpPr>
          <p:cNvPr id="14" name="text" descr="{&quot;templafy&quot;:{&quot;id&quot;:&quot;c5e3364f-695b-4164-8ae0-df0baedf3be1&quot;}}" title="UserProfile.Institut.InstituteDCU_{{DocumentLanguage}}">
            <a:extLst>
              <a:ext uri="{FF2B5EF4-FFF2-40B4-BE49-F238E27FC236}">
                <a16:creationId xmlns:a16="http://schemas.microsoft.com/office/drawing/2014/main" id="{DF6D8BC8-E65A-425F-8A88-41B507F8A632}"/>
              </a:ext>
            </a:extLst>
          </p:cNvPr>
          <p:cNvSpPr txBox="1">
            <a:spLocks/>
          </p:cNvSpPr>
          <p:nvPr/>
        </p:nvSpPr>
        <p:spPr>
          <a:xfrm>
            <a:off x="411160" y="442422"/>
            <a:ext cx="6027347" cy="284778"/>
          </a:xfrm>
          <a:prstGeom prst="rect">
            <a:avLst/>
          </a:prstGeom>
          <a:noFill/>
        </p:spPr>
        <p:txBody>
          <a:bodyPr wrap="square" lIns="10800" tIns="0" rIns="0" bIns="90000" anchor="b" anchorCtr="0">
            <a:spAutoFit/>
          </a:bodyPr>
          <a:lstStyle>
            <a:lvl1pPr marL="0" indent="0" algn="l" defTabSz="914400" rtl="0" eaLnBrk="1" latinLnBrk="0" hangingPunct="1">
              <a:lnSpc>
                <a:spcPct val="90000"/>
              </a:lnSpc>
              <a:spcBef>
                <a:spcPts val="0"/>
              </a:spcBef>
              <a:buFont typeface="Arial" panose="020B0604020202020204" pitchFamily="34" charset="0"/>
              <a:buNone/>
              <a:defRPr sz="1400" b="1"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GB"/>
              <a:t>The Maersk Mc-Kinney Moller Institute</a:t>
            </a:r>
          </a:p>
        </p:txBody>
      </p:sp>
      <p:cxnSp>
        <p:nvCxnSpPr>
          <p:cNvPr id="16" name="Straight Connector 15">
            <a:extLst>
              <a:ext uri="{FF2B5EF4-FFF2-40B4-BE49-F238E27FC236}">
                <a16:creationId xmlns:a16="http://schemas.microsoft.com/office/drawing/2014/main" id="{07D7BB8A-9FF7-4F5F-964E-11BE0AD89A9E}"/>
              </a:ext>
            </a:extLst>
          </p:cNvPr>
          <p:cNvCxnSpPr>
            <a:cxnSpLocks/>
          </p:cNvCxnSpPr>
          <p:nvPr/>
        </p:nvCxnSpPr>
        <p:spPr>
          <a:xfrm>
            <a:off x="410400" y="715665"/>
            <a:ext cx="699211"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EA0D29C7-1B08-47AE-80F0-21F12DFA77CE}"/>
              </a:ext>
            </a:extLst>
          </p:cNvPr>
          <p:cNvSpPr/>
          <p:nvPr/>
        </p:nvSpPr>
        <p:spPr>
          <a:xfrm rot="5400000">
            <a:off x="11480800" y="721379"/>
            <a:ext cx="914400" cy="3765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1100" b="1" noProof="1">
                <a:solidFill>
                  <a:schemeClr val="tx1"/>
                </a:solidFill>
              </a:rPr>
              <a:t>sdu.dk</a:t>
            </a:r>
            <a:endParaRPr lang="en-GB"/>
          </a:p>
        </p:txBody>
      </p:sp>
      <p:sp>
        <p:nvSpPr>
          <p:cNvPr id="19" name="Rectangle 18">
            <a:extLst>
              <a:ext uri="{FF2B5EF4-FFF2-40B4-BE49-F238E27FC236}">
                <a16:creationId xmlns:a16="http://schemas.microsoft.com/office/drawing/2014/main" id="{BBE87218-65BF-484A-9BC3-CFE3F6FD4ECC}"/>
              </a:ext>
            </a:extLst>
          </p:cNvPr>
          <p:cNvSpPr/>
          <p:nvPr/>
        </p:nvSpPr>
        <p:spPr>
          <a:xfrm rot="5400000">
            <a:off x="11482792" y="2027544"/>
            <a:ext cx="914400" cy="3765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1100" b="1" noProof="1">
                <a:solidFill>
                  <a:schemeClr val="tx1"/>
                </a:solidFill>
              </a:rPr>
              <a:t>#sdudk</a:t>
            </a:r>
            <a:endParaRPr lang="en-GB"/>
          </a:p>
        </p:txBody>
      </p:sp>
    </p:spTree>
    <p:extLst>
      <p:ext uri="{BB962C8B-B14F-4D97-AF65-F5344CB8AC3E}">
        <p14:creationId xmlns:p14="http://schemas.microsoft.com/office/powerpoint/2010/main" val="408739775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Overskrift og bille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14697" y="1700212"/>
            <a:ext cx="5367600" cy="4141787"/>
          </a:xfrm>
        </p:spPr>
        <p:txBody>
          <a:bodyPr anchor="t" anchorCtr="0"/>
          <a:lstStyle>
            <a:lvl1pPr algn="l">
              <a:lnSpc>
                <a:spcPct val="100000"/>
              </a:lnSpc>
              <a:defRPr sz="3600">
                <a:solidFill>
                  <a:schemeClr val="tx1"/>
                </a:solidFill>
              </a:defRPr>
            </a:lvl1pPr>
          </a:lstStyle>
          <a:p>
            <a:r>
              <a:rPr lang="en-GB" dirty="0"/>
              <a:t>Klik for at tilføje overskrift</a:t>
            </a:r>
            <a:endParaRPr lang="en-GB"/>
          </a:p>
        </p:txBody>
      </p:sp>
      <p:sp>
        <p:nvSpPr>
          <p:cNvPr id="14" name="Picture Placeholder 3">
            <a:extLst>
              <a:ext uri="{FF2B5EF4-FFF2-40B4-BE49-F238E27FC236}">
                <a16:creationId xmlns:a16="http://schemas.microsoft.com/office/drawing/2014/main" id="{BAC5FF5C-5A1F-4EF8-85A8-E1370E4FA7C5}"/>
              </a:ext>
            </a:extLst>
          </p:cNvPr>
          <p:cNvSpPr>
            <a:spLocks noGrp="1"/>
          </p:cNvSpPr>
          <p:nvPr>
            <p:ph type="pic" sz="quarter" idx="14" hasCustomPrompt="1"/>
          </p:nvPr>
        </p:nvSpPr>
        <p:spPr>
          <a:xfrm>
            <a:off x="6415848" y="1000443"/>
            <a:ext cx="4951428" cy="4841557"/>
          </a:xfrm>
        </p:spPr>
        <p:txBody>
          <a:bodyPr/>
          <a:lstStyle>
            <a:lvl1pPr marL="0" indent="0" algn="ctr">
              <a:buNone/>
              <a:defRPr sz="1400"/>
            </a:lvl1pPr>
          </a:lstStyle>
          <a:p>
            <a:r>
              <a:rPr lang="en-GB" dirty="0"/>
              <a:t>Vælg pladsholderen og indsæt billede via Templafy/Skyfish eller ikon eller logo via Templafy/Billeder</a:t>
            </a:r>
            <a:endParaRPr lang="en-GB"/>
          </a:p>
        </p:txBody>
      </p:sp>
      <p:sp>
        <p:nvSpPr>
          <p:cNvPr id="17" name="Date Placeholder 14">
            <a:extLst>
              <a:ext uri="{FF2B5EF4-FFF2-40B4-BE49-F238E27FC236}">
                <a16:creationId xmlns:a16="http://schemas.microsoft.com/office/drawing/2014/main" id="{360EC57D-D72D-43A3-90BC-3ACC9F8BC95A}"/>
              </a:ext>
            </a:extLst>
          </p:cNvPr>
          <p:cNvSpPr>
            <a:spLocks noGrp="1"/>
          </p:cNvSpPr>
          <p:nvPr>
            <p:ph type="dt" sz="half" idx="2"/>
          </p:nvPr>
        </p:nvSpPr>
        <p:spPr>
          <a:xfrm>
            <a:off x="0" y="6912000"/>
            <a:ext cx="0" cy="0"/>
          </a:xfrm>
          <a:prstGeom prst="rect">
            <a:avLst/>
          </a:prstGeom>
        </p:spPr>
        <p:txBody>
          <a:bodyPr vert="horz" lIns="91440" tIns="45720" rIns="91440" bIns="45720" rtlCol="0" anchor="ctr"/>
          <a:lstStyle>
            <a:lvl1pPr algn="l">
              <a:defRPr sz="100">
                <a:noFill/>
              </a:defRPr>
            </a:lvl1pPr>
          </a:lstStyle>
          <a:p>
            <a:fld id="{1D8BD707-D9CF-40AE-B4C6-C98DA3205C09}" type="datetimeFigureOut">
              <a:rPr lang="en-US" smtClean="0"/>
              <a:t>2/26/24</a:t>
            </a:fld>
            <a:endParaRPr lang="en-US"/>
          </a:p>
        </p:txBody>
      </p:sp>
      <p:sp>
        <p:nvSpPr>
          <p:cNvPr id="18" name="Date Placeholder 14">
            <a:extLst>
              <a:ext uri="{FF2B5EF4-FFF2-40B4-BE49-F238E27FC236}">
                <a16:creationId xmlns:a16="http://schemas.microsoft.com/office/drawing/2014/main" id="{36B2A848-B2AD-472A-AC10-0002D162D52D}"/>
              </a:ext>
            </a:extLst>
          </p:cNvPr>
          <p:cNvSpPr txBox="1">
            <a:spLocks/>
          </p:cNvSpPr>
          <p:nvPr/>
        </p:nvSpPr>
        <p:spPr>
          <a:xfrm>
            <a:off x="0" y="6912000"/>
            <a:ext cx="0" cy="0"/>
          </a:xfrm>
          <a:prstGeom prst="rect">
            <a:avLst/>
          </a:prstGeom>
        </p:spPr>
        <p:txBody>
          <a:bodyPr vert="horz" lIns="91440" tIns="45720" rIns="91440" bIns="45720" rtlCol="0" anchor="ctr"/>
          <a:lstStyle>
            <a:defPPr>
              <a:defRPr lang="en-US"/>
            </a:defPPr>
            <a:lvl1pPr marL="0" algn="l" defTabSz="914400" rtl="0" eaLnBrk="1" latinLnBrk="0" hangingPunct="1">
              <a:defRPr sz="100"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1A13B18-F5ED-4611-8DBB-F05123AFBA22}" type="datetimeFigureOut">
              <a:rPr lang="en-GB" smtClean="0"/>
              <a:pPr/>
              <a:t>26/02/2024</a:t>
            </a:fld>
            <a:endParaRPr lang="en-GB" dirty="0"/>
          </a:p>
        </p:txBody>
      </p:sp>
      <p:sp>
        <p:nvSpPr>
          <p:cNvPr id="3" name="Footer Placeholder 2">
            <a:extLst>
              <a:ext uri="{FF2B5EF4-FFF2-40B4-BE49-F238E27FC236}">
                <a16:creationId xmlns:a16="http://schemas.microsoft.com/office/drawing/2014/main" id="{2920C039-324F-433E-90A2-B9FAD2872EC2}"/>
              </a:ext>
            </a:extLst>
          </p:cNvPr>
          <p:cNvSpPr>
            <a:spLocks noGrp="1"/>
          </p:cNvSpPr>
          <p:nvPr>
            <p:ph type="ftr" sz="quarter" idx="15"/>
          </p:nvPr>
        </p:nvSpPr>
        <p:spPr/>
        <p:txBody>
          <a:bodyPr/>
          <a:lstStyle/>
          <a:p>
            <a:endParaRPr lang="da-DK"/>
          </a:p>
        </p:txBody>
      </p:sp>
      <p:sp>
        <p:nvSpPr>
          <p:cNvPr id="4" name="Slide Number Placeholder 3">
            <a:extLst>
              <a:ext uri="{FF2B5EF4-FFF2-40B4-BE49-F238E27FC236}">
                <a16:creationId xmlns:a16="http://schemas.microsoft.com/office/drawing/2014/main" id="{417D6F82-73FC-4F13-BFEC-9200E77E1527}"/>
              </a:ext>
            </a:extLst>
          </p:cNvPr>
          <p:cNvSpPr>
            <a:spLocks noGrp="1"/>
          </p:cNvSpPr>
          <p:nvPr>
            <p:ph type="sldNum" sz="quarter" idx="16"/>
          </p:nvPr>
        </p:nvSpPr>
        <p:spPr/>
        <p:txBody>
          <a:bodyPr/>
          <a:lstStyle/>
          <a:p>
            <a:fld id="{B6F15528-21DE-4FAA-801E-634DDDAF4B2B}" type="slidenum">
              <a:rPr lang="da-DK" smtClean="0"/>
              <a:t>‹nr.›</a:t>
            </a:fld>
            <a:endParaRPr lang="da-DK"/>
          </a:p>
        </p:txBody>
      </p:sp>
    </p:spTree>
    <p:extLst>
      <p:ext uri="{BB962C8B-B14F-4D97-AF65-F5344CB8AC3E}">
        <p14:creationId xmlns:p14="http://schemas.microsoft.com/office/powerpoint/2010/main" val="49052424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Fire ikoner">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2FA71C01-3350-42F9-9392-0F3379095A93}"/>
              </a:ext>
            </a:extLst>
          </p:cNvPr>
          <p:cNvSpPr>
            <a:spLocks noGrp="1"/>
          </p:cNvSpPr>
          <p:nvPr>
            <p:ph sz="quarter" idx="13" hasCustomPrompt="1"/>
          </p:nvPr>
        </p:nvSpPr>
        <p:spPr>
          <a:xfrm>
            <a:off x="2932902" y="1700213"/>
            <a:ext cx="936000" cy="936000"/>
          </a:xfrm>
        </p:spPr>
        <p:txBody>
          <a:bodyPr wrap="none"/>
          <a:lstStyle>
            <a:lvl1pPr marL="0" indent="0">
              <a:buNone/>
              <a:defRPr sz="1000"/>
            </a:lvl1pPr>
          </a:lstStyle>
          <a:p>
            <a:pPr lvl="0"/>
            <a:r>
              <a:rPr lang="en-GB" dirty="0"/>
              <a:t>Indsæt logo: Vælg pladsholderen, indsæt logo via Templafy/Billeder</a:t>
            </a:r>
            <a:endParaRPr lang="en-GB"/>
          </a:p>
        </p:txBody>
      </p:sp>
      <p:sp>
        <p:nvSpPr>
          <p:cNvPr id="11" name="Text Placeholder 10">
            <a:extLst>
              <a:ext uri="{FF2B5EF4-FFF2-40B4-BE49-F238E27FC236}">
                <a16:creationId xmlns:a16="http://schemas.microsoft.com/office/drawing/2014/main" id="{C0A09C85-3CCC-44AB-A808-AA96845B1281}"/>
              </a:ext>
            </a:extLst>
          </p:cNvPr>
          <p:cNvSpPr>
            <a:spLocks noGrp="1"/>
          </p:cNvSpPr>
          <p:nvPr>
            <p:ph type="body" sz="quarter" idx="14" hasCustomPrompt="1"/>
          </p:nvPr>
        </p:nvSpPr>
        <p:spPr>
          <a:xfrm>
            <a:off x="2932902" y="2733129"/>
            <a:ext cx="3564000" cy="756000"/>
          </a:xfrm>
        </p:spPr>
        <p:txBody>
          <a:bodyPr/>
          <a:lstStyle>
            <a:lvl1pPr marL="0" indent="0">
              <a:buFont typeface="Arial" panose="020B0604020202020204" pitchFamily="34" charset="0"/>
              <a:buChar char="​"/>
              <a:defRPr sz="2100" b="1"/>
            </a:lvl1pPr>
            <a:lvl2pPr marL="252000">
              <a:defRPr/>
            </a:lvl2pPr>
            <a:lvl3pPr marL="504000">
              <a:defRPr/>
            </a:lvl3pPr>
          </a:lstStyle>
          <a:p>
            <a:pPr lvl="0"/>
            <a:r>
              <a:rPr lang="en-GB"/>
              <a:t>Klik for at tilføje overskrift</a:t>
            </a:r>
          </a:p>
          <a:p>
            <a:pPr lvl="1"/>
            <a:r>
              <a:rPr lang="en-GB"/>
              <a:t>Second level</a:t>
            </a:r>
          </a:p>
          <a:p>
            <a:pPr lvl="2"/>
            <a:endParaRPr lang="en-GB" dirty="0"/>
          </a:p>
        </p:txBody>
      </p:sp>
      <p:sp>
        <p:nvSpPr>
          <p:cNvPr id="13" name="Content Placeholder 12">
            <a:extLst>
              <a:ext uri="{FF2B5EF4-FFF2-40B4-BE49-F238E27FC236}">
                <a16:creationId xmlns:a16="http://schemas.microsoft.com/office/drawing/2014/main" id="{3F35B7FD-E0E2-4581-BAC7-8858E530AFEA}"/>
              </a:ext>
            </a:extLst>
          </p:cNvPr>
          <p:cNvSpPr>
            <a:spLocks noGrp="1"/>
          </p:cNvSpPr>
          <p:nvPr>
            <p:ph sz="quarter" idx="15" hasCustomPrompt="1"/>
          </p:nvPr>
        </p:nvSpPr>
        <p:spPr>
          <a:xfrm>
            <a:off x="2934000" y="4012975"/>
            <a:ext cx="936000" cy="936000"/>
          </a:xfrm>
        </p:spPr>
        <p:txBody>
          <a:bodyPr wrap="none"/>
          <a:lstStyle>
            <a:lvl1pPr marL="0" indent="0">
              <a:buNone/>
              <a:defRPr sz="1000"/>
            </a:lvl1pPr>
          </a:lstStyle>
          <a:p>
            <a:pPr lvl="0"/>
            <a:r>
              <a:rPr lang="en-GB" dirty="0"/>
              <a:t>Indsæt logo: Vælg pladsholderen, indsæt logo via Templafy/Billeder</a:t>
            </a:r>
            <a:endParaRPr lang="en-GB"/>
          </a:p>
        </p:txBody>
      </p:sp>
      <p:sp>
        <p:nvSpPr>
          <p:cNvPr id="15" name="Text Placeholder 14">
            <a:extLst>
              <a:ext uri="{FF2B5EF4-FFF2-40B4-BE49-F238E27FC236}">
                <a16:creationId xmlns:a16="http://schemas.microsoft.com/office/drawing/2014/main" id="{52C92166-E723-47D5-9A87-3354EB28C43E}"/>
              </a:ext>
            </a:extLst>
          </p:cNvPr>
          <p:cNvSpPr>
            <a:spLocks noGrp="1"/>
          </p:cNvSpPr>
          <p:nvPr>
            <p:ph type="body" sz="quarter" idx="16" hasCustomPrompt="1"/>
          </p:nvPr>
        </p:nvSpPr>
        <p:spPr>
          <a:xfrm>
            <a:off x="2932112" y="5093240"/>
            <a:ext cx="3564000" cy="756000"/>
          </a:xfrm>
        </p:spPr>
        <p:txBody>
          <a:bodyPr/>
          <a:lstStyle>
            <a:lvl1pPr marL="0" indent="0">
              <a:buFont typeface="Arial" panose="020B0604020202020204" pitchFamily="34" charset="0"/>
              <a:buChar char="​"/>
              <a:defRPr sz="2000" b="1"/>
            </a:lvl1pPr>
            <a:lvl2pPr marL="252000">
              <a:defRPr/>
            </a:lvl2pPr>
            <a:lvl3pPr marL="252000" indent="0">
              <a:buNone/>
              <a:defRPr/>
            </a:lvl3pPr>
          </a:lstStyle>
          <a:p>
            <a:pPr lvl="0"/>
            <a:r>
              <a:rPr lang="en-GB" dirty="0"/>
              <a:t>Klik for at </a:t>
            </a:r>
            <a:r>
              <a:rPr lang="en-GB"/>
              <a:t>tilføje overskrift</a:t>
            </a:r>
          </a:p>
          <a:p>
            <a:pPr lvl="1"/>
            <a:r>
              <a:rPr lang="en-GB"/>
              <a:t>Second level</a:t>
            </a:r>
            <a:endParaRPr lang="en-GB" dirty="0"/>
          </a:p>
        </p:txBody>
      </p:sp>
      <p:sp>
        <p:nvSpPr>
          <p:cNvPr id="17" name="Content Placeholder 16">
            <a:extLst>
              <a:ext uri="{FF2B5EF4-FFF2-40B4-BE49-F238E27FC236}">
                <a16:creationId xmlns:a16="http://schemas.microsoft.com/office/drawing/2014/main" id="{AE23DA26-37CC-4CA7-8253-FD9AB459D2EF}"/>
              </a:ext>
            </a:extLst>
          </p:cNvPr>
          <p:cNvSpPr>
            <a:spLocks noGrp="1"/>
          </p:cNvSpPr>
          <p:nvPr>
            <p:ph sz="quarter" idx="17" hasCustomPrompt="1"/>
          </p:nvPr>
        </p:nvSpPr>
        <p:spPr>
          <a:xfrm>
            <a:off x="7474740" y="1700213"/>
            <a:ext cx="936000" cy="936000"/>
          </a:xfrm>
        </p:spPr>
        <p:txBody>
          <a:bodyPr wrap="none"/>
          <a:lstStyle>
            <a:lvl1pPr marL="0" indent="0">
              <a:buNone/>
              <a:defRPr sz="1000"/>
            </a:lvl1pPr>
            <a:lvl2pPr marL="252000" indent="0">
              <a:buNone/>
              <a:defRPr sz="1000"/>
            </a:lvl2pPr>
          </a:lstStyle>
          <a:p>
            <a:pPr lvl="0"/>
            <a:r>
              <a:rPr lang="en-GB" dirty="0"/>
              <a:t>Indsæt logo: Vælg pladsholderen, indsæt logo via Templafy/Billeder</a:t>
            </a:r>
            <a:endParaRPr lang="en-GB"/>
          </a:p>
        </p:txBody>
      </p:sp>
      <p:sp>
        <p:nvSpPr>
          <p:cNvPr id="19" name="Text Placeholder 18">
            <a:extLst>
              <a:ext uri="{FF2B5EF4-FFF2-40B4-BE49-F238E27FC236}">
                <a16:creationId xmlns:a16="http://schemas.microsoft.com/office/drawing/2014/main" id="{62682726-03AB-4490-8664-993881FA0BB1}"/>
              </a:ext>
            </a:extLst>
          </p:cNvPr>
          <p:cNvSpPr>
            <a:spLocks noGrp="1"/>
          </p:cNvSpPr>
          <p:nvPr>
            <p:ph type="body" sz="quarter" idx="18" hasCustomPrompt="1"/>
          </p:nvPr>
        </p:nvSpPr>
        <p:spPr>
          <a:xfrm>
            <a:off x="7459663" y="2732400"/>
            <a:ext cx="3564000" cy="756000"/>
          </a:xfrm>
        </p:spPr>
        <p:txBody>
          <a:bodyPr/>
          <a:lstStyle>
            <a:lvl1pPr marL="0" indent="0">
              <a:buFont typeface="Arial" panose="020B0604020202020204" pitchFamily="34" charset="0"/>
              <a:buChar char="​"/>
              <a:defRPr sz="2000" b="1"/>
            </a:lvl1pPr>
            <a:lvl2pPr marL="252000">
              <a:defRPr/>
            </a:lvl2pPr>
            <a:lvl3pPr marL="504000">
              <a:defRPr/>
            </a:lvl3pPr>
          </a:lstStyle>
          <a:p>
            <a:pPr lvl="0"/>
            <a:r>
              <a:rPr lang="en-GB" dirty="0"/>
              <a:t>Klik for at </a:t>
            </a:r>
            <a:r>
              <a:rPr lang="en-GB"/>
              <a:t>tilføje overskrift</a:t>
            </a:r>
          </a:p>
          <a:p>
            <a:pPr lvl="1"/>
            <a:r>
              <a:rPr lang="en-GB"/>
              <a:t>Second level</a:t>
            </a:r>
          </a:p>
          <a:p>
            <a:pPr lvl="2"/>
            <a:endParaRPr lang="en-GB" dirty="0"/>
          </a:p>
        </p:txBody>
      </p:sp>
      <p:sp>
        <p:nvSpPr>
          <p:cNvPr id="21" name="Content Placeholder 20">
            <a:extLst>
              <a:ext uri="{FF2B5EF4-FFF2-40B4-BE49-F238E27FC236}">
                <a16:creationId xmlns:a16="http://schemas.microsoft.com/office/drawing/2014/main" id="{762625AB-198B-4F37-9382-C78FD9118D5A}"/>
              </a:ext>
            </a:extLst>
          </p:cNvPr>
          <p:cNvSpPr>
            <a:spLocks noGrp="1"/>
          </p:cNvSpPr>
          <p:nvPr>
            <p:ph sz="quarter" idx="19" hasCustomPrompt="1"/>
          </p:nvPr>
        </p:nvSpPr>
        <p:spPr>
          <a:xfrm>
            <a:off x="7459663" y="4012975"/>
            <a:ext cx="936000" cy="936000"/>
          </a:xfrm>
        </p:spPr>
        <p:txBody>
          <a:bodyPr wrap="none"/>
          <a:lstStyle>
            <a:lvl1pPr marL="0" indent="0">
              <a:buNone/>
              <a:defRPr sz="1000"/>
            </a:lvl1pPr>
          </a:lstStyle>
          <a:p>
            <a:pPr lvl="0"/>
            <a:r>
              <a:rPr lang="en-GB" dirty="0"/>
              <a:t>Indsæt logo: Vælg pladsholderen, indsæt logo via Templafy/Billeder</a:t>
            </a:r>
            <a:endParaRPr lang="en-GB"/>
          </a:p>
        </p:txBody>
      </p:sp>
      <p:sp>
        <p:nvSpPr>
          <p:cNvPr id="23" name="Text Placeholder 22">
            <a:extLst>
              <a:ext uri="{FF2B5EF4-FFF2-40B4-BE49-F238E27FC236}">
                <a16:creationId xmlns:a16="http://schemas.microsoft.com/office/drawing/2014/main" id="{D8AE7F93-F2C6-4199-8D16-CFB4D977F63E}"/>
              </a:ext>
            </a:extLst>
          </p:cNvPr>
          <p:cNvSpPr>
            <a:spLocks noGrp="1"/>
          </p:cNvSpPr>
          <p:nvPr>
            <p:ph type="body" sz="quarter" idx="20" hasCustomPrompt="1"/>
          </p:nvPr>
        </p:nvSpPr>
        <p:spPr>
          <a:xfrm>
            <a:off x="7473948" y="5093240"/>
            <a:ext cx="3564000" cy="756000"/>
          </a:xfrm>
        </p:spPr>
        <p:txBody>
          <a:bodyPr/>
          <a:lstStyle>
            <a:lvl1pPr marL="0" indent="0">
              <a:buFont typeface="Arial" panose="020B0604020202020204" pitchFamily="34" charset="0"/>
              <a:buChar char="​"/>
              <a:defRPr sz="2000" b="1"/>
            </a:lvl1pPr>
            <a:lvl2pPr marL="252000">
              <a:defRPr/>
            </a:lvl2pPr>
            <a:lvl3pPr marL="504000">
              <a:defRPr/>
            </a:lvl3pPr>
          </a:lstStyle>
          <a:p>
            <a:pPr lvl="0"/>
            <a:r>
              <a:rPr lang="en-GB" dirty="0"/>
              <a:t>Klik for at </a:t>
            </a:r>
            <a:r>
              <a:rPr lang="en-GB"/>
              <a:t>tilføje overskrift</a:t>
            </a:r>
          </a:p>
          <a:p>
            <a:pPr lvl="1"/>
            <a:r>
              <a:rPr lang="en-GB"/>
              <a:t>Second level</a:t>
            </a:r>
            <a:endParaRPr lang="en-GB" dirty="0"/>
          </a:p>
        </p:txBody>
      </p:sp>
      <p:sp>
        <p:nvSpPr>
          <p:cNvPr id="3" name="Footer Placeholder 2">
            <a:extLst>
              <a:ext uri="{FF2B5EF4-FFF2-40B4-BE49-F238E27FC236}">
                <a16:creationId xmlns:a16="http://schemas.microsoft.com/office/drawing/2014/main" id="{0C4D261F-AFF9-422D-9FB3-5AE92F19507E}"/>
              </a:ext>
            </a:extLst>
          </p:cNvPr>
          <p:cNvSpPr>
            <a:spLocks noGrp="1"/>
          </p:cNvSpPr>
          <p:nvPr>
            <p:ph type="ftr" sz="quarter" idx="10"/>
          </p:nvPr>
        </p:nvSpPr>
        <p:spPr/>
        <p:txBody>
          <a:bodyPr/>
          <a:lstStyle/>
          <a:p>
            <a:endParaRPr lang="da-DK"/>
          </a:p>
        </p:txBody>
      </p:sp>
      <p:sp>
        <p:nvSpPr>
          <p:cNvPr id="4" name="Date Placeholder 3">
            <a:extLst>
              <a:ext uri="{FF2B5EF4-FFF2-40B4-BE49-F238E27FC236}">
                <a16:creationId xmlns:a16="http://schemas.microsoft.com/office/drawing/2014/main" id="{21133E6A-A4F4-491B-846E-1DACC83D9BB7}"/>
              </a:ext>
            </a:extLst>
          </p:cNvPr>
          <p:cNvSpPr>
            <a:spLocks noGrp="1"/>
          </p:cNvSpPr>
          <p:nvPr>
            <p:ph type="dt" sz="half" idx="11"/>
          </p:nvPr>
        </p:nvSpPr>
        <p:spPr/>
        <p:txBody>
          <a:bodyPr/>
          <a:lstStyle/>
          <a:p>
            <a:fld id="{1D8BD707-D9CF-40AE-B4C6-C98DA3205C09}" type="datetimeFigureOut">
              <a:rPr lang="en-US" smtClean="0"/>
              <a:t>2/26/24</a:t>
            </a:fld>
            <a:endParaRPr lang="en-US"/>
          </a:p>
        </p:txBody>
      </p:sp>
      <p:sp>
        <p:nvSpPr>
          <p:cNvPr id="5" name="Slide Number Placeholder 4">
            <a:extLst>
              <a:ext uri="{FF2B5EF4-FFF2-40B4-BE49-F238E27FC236}">
                <a16:creationId xmlns:a16="http://schemas.microsoft.com/office/drawing/2014/main" id="{6C38E8B2-EC82-4BE1-85C6-8F272596913A}"/>
              </a:ext>
            </a:extLst>
          </p:cNvPr>
          <p:cNvSpPr>
            <a:spLocks noGrp="1"/>
          </p:cNvSpPr>
          <p:nvPr>
            <p:ph type="sldNum" sz="quarter" idx="12"/>
          </p:nvPr>
        </p:nvSpPr>
        <p:spPr/>
        <p:txBody>
          <a:bodyPr/>
          <a:lstStyle/>
          <a:p>
            <a:fld id="{B6F15528-21DE-4FAA-801E-634DDDAF4B2B}" type="slidenum">
              <a:rPr lang="da-DK" smtClean="0"/>
              <a:t>‹nr.›</a:t>
            </a:fld>
            <a:endParaRPr lang="da-DK"/>
          </a:p>
        </p:txBody>
      </p:sp>
    </p:spTree>
    <p:extLst>
      <p:ext uri="{BB962C8B-B14F-4D97-AF65-F5344CB8AC3E}">
        <p14:creationId xmlns:p14="http://schemas.microsoft.com/office/powerpoint/2010/main" val="378205503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Overskrift og logo">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56F8A6A9-890A-4EA2-8FA4-EA834B1A12F4}"/>
              </a:ext>
            </a:extLst>
          </p:cNvPr>
          <p:cNvSpPr>
            <a:spLocks noGrp="1"/>
          </p:cNvSpPr>
          <p:nvPr>
            <p:ph type="ctrTitle" hasCustomPrompt="1"/>
          </p:nvPr>
        </p:nvSpPr>
        <p:spPr>
          <a:xfrm>
            <a:off x="414697" y="1700212"/>
            <a:ext cx="5367600" cy="4141787"/>
          </a:xfrm>
        </p:spPr>
        <p:txBody>
          <a:bodyPr anchor="t" anchorCtr="0"/>
          <a:lstStyle>
            <a:lvl1pPr algn="l">
              <a:lnSpc>
                <a:spcPct val="100000"/>
              </a:lnSpc>
              <a:defRPr sz="3600">
                <a:solidFill>
                  <a:schemeClr val="tx1"/>
                </a:solidFill>
              </a:defRPr>
            </a:lvl1pPr>
          </a:lstStyle>
          <a:p>
            <a:r>
              <a:rPr lang="en-GB" dirty="0"/>
              <a:t>Klik for at tilføje overskrift</a:t>
            </a:r>
            <a:endParaRPr lang="en-GB"/>
          </a:p>
        </p:txBody>
      </p:sp>
      <p:sp>
        <p:nvSpPr>
          <p:cNvPr id="11" name="Date Placeholder 14">
            <a:extLst>
              <a:ext uri="{FF2B5EF4-FFF2-40B4-BE49-F238E27FC236}">
                <a16:creationId xmlns:a16="http://schemas.microsoft.com/office/drawing/2014/main" id="{705F52FC-7E26-46C0-8E8B-4445D500B9C7}"/>
              </a:ext>
            </a:extLst>
          </p:cNvPr>
          <p:cNvSpPr txBox="1">
            <a:spLocks/>
          </p:cNvSpPr>
          <p:nvPr/>
        </p:nvSpPr>
        <p:spPr>
          <a:xfrm>
            <a:off x="0" y="6912000"/>
            <a:ext cx="0" cy="0"/>
          </a:xfrm>
          <a:prstGeom prst="rect">
            <a:avLst/>
          </a:prstGeom>
        </p:spPr>
        <p:txBody>
          <a:bodyPr vert="horz" lIns="91440" tIns="45720" rIns="91440" bIns="45720" rtlCol="0" anchor="ctr"/>
          <a:lstStyle>
            <a:defPPr>
              <a:defRPr lang="en-US"/>
            </a:defPPr>
            <a:lvl1pPr marL="0" algn="l" defTabSz="914400" rtl="0" eaLnBrk="1" latinLnBrk="0" hangingPunct="1">
              <a:defRPr sz="100"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1A13B18-F5ED-4611-8DBB-F05123AFBA22}" type="datetimeFigureOut">
              <a:rPr lang="en-GB" smtClean="0"/>
              <a:pPr/>
              <a:t>26/02/2024</a:t>
            </a:fld>
            <a:endParaRPr lang="en-GB" dirty="0"/>
          </a:p>
        </p:txBody>
      </p:sp>
      <p:sp>
        <p:nvSpPr>
          <p:cNvPr id="7" name="Date Placeholder 6">
            <a:extLst>
              <a:ext uri="{FF2B5EF4-FFF2-40B4-BE49-F238E27FC236}">
                <a16:creationId xmlns:a16="http://schemas.microsoft.com/office/drawing/2014/main" id="{D01B1D99-4B52-4731-AEC4-C722464A7D1B}"/>
              </a:ext>
            </a:extLst>
          </p:cNvPr>
          <p:cNvSpPr>
            <a:spLocks noGrp="1"/>
          </p:cNvSpPr>
          <p:nvPr>
            <p:ph type="dt" sz="half" idx="10"/>
          </p:nvPr>
        </p:nvSpPr>
        <p:spPr/>
        <p:txBody>
          <a:bodyPr/>
          <a:lstStyle/>
          <a:p>
            <a:fld id="{1D8BD707-D9CF-40AE-B4C6-C98DA3205C09}" type="datetimeFigureOut">
              <a:rPr lang="en-US" smtClean="0"/>
              <a:t>2/26/24</a:t>
            </a:fld>
            <a:endParaRPr lang="en-US"/>
          </a:p>
        </p:txBody>
      </p:sp>
      <p:sp>
        <p:nvSpPr>
          <p:cNvPr id="9" name="Footer Placeholder 8">
            <a:extLst>
              <a:ext uri="{FF2B5EF4-FFF2-40B4-BE49-F238E27FC236}">
                <a16:creationId xmlns:a16="http://schemas.microsoft.com/office/drawing/2014/main" id="{F5FCEDFC-AE26-4F9F-9153-1837190678EF}"/>
              </a:ext>
            </a:extLst>
          </p:cNvPr>
          <p:cNvSpPr>
            <a:spLocks noGrp="1"/>
          </p:cNvSpPr>
          <p:nvPr>
            <p:ph type="ftr" sz="quarter" idx="11"/>
          </p:nvPr>
        </p:nvSpPr>
        <p:spPr/>
        <p:txBody>
          <a:bodyPr/>
          <a:lstStyle/>
          <a:p>
            <a:endParaRPr lang="da-DK"/>
          </a:p>
        </p:txBody>
      </p:sp>
      <p:sp>
        <p:nvSpPr>
          <p:cNvPr id="12" name="Slide Number Placeholder 11">
            <a:extLst>
              <a:ext uri="{FF2B5EF4-FFF2-40B4-BE49-F238E27FC236}">
                <a16:creationId xmlns:a16="http://schemas.microsoft.com/office/drawing/2014/main" id="{4B452C39-88DE-4155-8ED8-643714B1A9FE}"/>
              </a:ext>
            </a:extLst>
          </p:cNvPr>
          <p:cNvSpPr>
            <a:spLocks noGrp="1"/>
          </p:cNvSpPr>
          <p:nvPr>
            <p:ph type="sldNum" sz="quarter" idx="12"/>
          </p:nvPr>
        </p:nvSpPr>
        <p:spPr/>
        <p:txBody>
          <a:bodyPr/>
          <a:lstStyle/>
          <a:p>
            <a:fld id="{B6F15528-21DE-4FAA-801E-634DDDAF4B2B}" type="slidenum">
              <a:rPr lang="da-DK" smtClean="0"/>
              <a:t>‹nr.›</a:t>
            </a:fld>
            <a:endParaRPr lang="da-DK"/>
          </a:p>
        </p:txBody>
      </p:sp>
    </p:spTree>
    <p:extLst>
      <p:ext uri="{BB962C8B-B14F-4D97-AF65-F5344CB8AC3E}">
        <p14:creationId xmlns:p14="http://schemas.microsoft.com/office/powerpoint/2010/main" val="88381576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
  <p:cSld name="Titel og indholdsobjek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a-DK"/>
              <a:t>Klik for at redigere titeltypografien i masteren</a:t>
            </a:r>
          </a:p>
        </p:txBody>
      </p:sp>
      <p:sp>
        <p:nvSpPr>
          <p:cNvPr id="3" name="Pladsholder til indhold 2"/>
          <p:cNvSpPr>
            <a:spLocks noGrp="1"/>
          </p:cNvSpPr>
          <p:nvPr>
            <p:ph idx="1"/>
          </p:nvPr>
        </p:nvSpPr>
        <p:spPr/>
        <p:txBody>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p>
        </p:txBody>
      </p:sp>
      <p:sp>
        <p:nvSpPr>
          <p:cNvPr id="4" name="Pladsholder til dato 3">
            <a:extLst>
              <a:ext uri="{FF2B5EF4-FFF2-40B4-BE49-F238E27FC236}">
                <a16:creationId xmlns:a16="http://schemas.microsoft.com/office/drawing/2014/main" id="{614E5A14-E0AA-4E22-8E61-563C67FA3B45}"/>
              </a:ext>
            </a:extLst>
          </p:cNvPr>
          <p:cNvSpPr>
            <a:spLocks noGrp="1"/>
          </p:cNvSpPr>
          <p:nvPr>
            <p:ph type="dt" sz="half" idx="10"/>
          </p:nvPr>
        </p:nvSpPr>
        <p:spPr/>
        <p:txBody>
          <a:bodyPr/>
          <a:lstStyle>
            <a:lvl1pPr>
              <a:defRPr/>
            </a:lvl1pPr>
          </a:lstStyle>
          <a:p>
            <a:fld id="{1D8BD707-D9CF-40AE-B4C6-C98DA3205C09}" type="datetimeFigureOut">
              <a:rPr lang="en-US" smtClean="0"/>
              <a:t>2/26/24</a:t>
            </a:fld>
            <a:endParaRPr lang="en-US"/>
          </a:p>
        </p:txBody>
      </p:sp>
      <p:sp>
        <p:nvSpPr>
          <p:cNvPr id="5" name="Pladsholder til sidefod 4">
            <a:extLst>
              <a:ext uri="{FF2B5EF4-FFF2-40B4-BE49-F238E27FC236}">
                <a16:creationId xmlns:a16="http://schemas.microsoft.com/office/drawing/2014/main" id="{94EE5819-95D1-4E74-9283-5A05B6C41C86}"/>
              </a:ext>
            </a:extLst>
          </p:cNvPr>
          <p:cNvSpPr>
            <a:spLocks noGrp="1"/>
          </p:cNvSpPr>
          <p:nvPr>
            <p:ph type="ftr" sz="quarter" idx="11"/>
          </p:nvPr>
        </p:nvSpPr>
        <p:spPr/>
        <p:txBody>
          <a:bodyPr/>
          <a:lstStyle>
            <a:lvl1pPr>
              <a:defRPr/>
            </a:lvl1pPr>
          </a:lstStyle>
          <a:p>
            <a:endParaRPr lang="da-DK"/>
          </a:p>
        </p:txBody>
      </p:sp>
      <p:sp>
        <p:nvSpPr>
          <p:cNvPr id="6" name="Pladsholder til diasnummer 5">
            <a:extLst>
              <a:ext uri="{FF2B5EF4-FFF2-40B4-BE49-F238E27FC236}">
                <a16:creationId xmlns:a16="http://schemas.microsoft.com/office/drawing/2014/main" id="{15D49A8F-07DB-48A1-BB54-71B77DFCFFC8}"/>
              </a:ext>
            </a:extLst>
          </p:cNvPr>
          <p:cNvSpPr>
            <a:spLocks noGrp="1"/>
          </p:cNvSpPr>
          <p:nvPr>
            <p:ph type="sldNum" sz="quarter" idx="12"/>
          </p:nvPr>
        </p:nvSpPr>
        <p:spPr/>
        <p:txBody>
          <a:bodyPr/>
          <a:lstStyle>
            <a:lvl1pPr>
              <a:defRPr/>
            </a:lvl1pPr>
          </a:lstStyle>
          <a:p>
            <a:fld id="{B6F15528-21DE-4FAA-801E-634DDDAF4B2B}" type="slidenum">
              <a:rPr lang="da-DK" smtClean="0"/>
              <a:t>‹nr.›</a:t>
            </a:fld>
            <a:endParaRPr lang="da-DK"/>
          </a:p>
        </p:txBody>
      </p:sp>
    </p:spTree>
    <p:extLst>
      <p:ext uri="{BB962C8B-B14F-4D97-AF65-F5344CB8AC3E}">
        <p14:creationId xmlns:p14="http://schemas.microsoft.com/office/powerpoint/2010/main" val="8383062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rgbClr val="44536A"/>
                </a:solidFill>
                <a:latin typeface="Calibri Light"/>
                <a:cs typeface="Calibri Light"/>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2/26/24</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‹nr.›</a:t>
            </a:fld>
            <a:endParaRPr/>
          </a:p>
        </p:txBody>
      </p:sp>
    </p:spTree>
    <p:extLst>
      <p:ext uri="{BB962C8B-B14F-4D97-AF65-F5344CB8AC3E}">
        <p14:creationId xmlns:p14="http://schemas.microsoft.com/office/powerpoint/2010/main" val="385832631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p:cSld name="Sort forside">
    <p:spTree>
      <p:nvGrpSpPr>
        <p:cNvPr id="1" name=""/>
        <p:cNvGrpSpPr/>
        <p:nvPr/>
      </p:nvGrpSpPr>
      <p:grpSpPr>
        <a:xfrm>
          <a:off x="0" y="0"/>
          <a:ext cx="0" cy="0"/>
          <a:chOff x="0" y="0"/>
          <a:chExt cx="0" cy="0"/>
        </a:xfrm>
      </p:grpSpPr>
      <p:sp>
        <p:nvSpPr>
          <p:cNvPr id="3" name="Background">
            <a:extLst>
              <a:ext uri="{FF2B5EF4-FFF2-40B4-BE49-F238E27FC236}">
                <a16:creationId xmlns:a16="http://schemas.microsoft.com/office/drawing/2014/main" id="{BBCAF46D-9983-4AEE-9B8A-24654CDEDDB0}"/>
              </a:ext>
            </a:extLst>
          </p:cNvPr>
          <p:cNvSpPr/>
          <p:nvPr/>
        </p:nvSpPr>
        <p:spPr>
          <a:xfrm>
            <a:off x="0" y="0"/>
            <a:ext cx="121896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600" dirty="0" err="1"/>
          </a:p>
        </p:txBody>
      </p:sp>
      <p:sp>
        <p:nvSpPr>
          <p:cNvPr id="2" name="Title 1"/>
          <p:cNvSpPr>
            <a:spLocks noGrp="1"/>
          </p:cNvSpPr>
          <p:nvPr>
            <p:ph type="ctrTitle" hasCustomPrompt="1"/>
          </p:nvPr>
        </p:nvSpPr>
        <p:spPr>
          <a:xfrm>
            <a:off x="349384" y="1760373"/>
            <a:ext cx="10069011" cy="4070408"/>
          </a:xfrm>
        </p:spPr>
        <p:txBody>
          <a:bodyPr anchor="t" anchorCtr="0"/>
          <a:lstStyle>
            <a:lvl1pPr algn="l">
              <a:lnSpc>
                <a:spcPct val="90000"/>
              </a:lnSpc>
              <a:defRPr sz="9400">
                <a:solidFill>
                  <a:schemeClr val="bg1"/>
                </a:solidFill>
              </a:defRPr>
            </a:lvl1pPr>
          </a:lstStyle>
          <a:p>
            <a:r>
              <a:rPr lang="en-GB" dirty="0"/>
              <a:t>Klik for at tilføje overskrift</a:t>
            </a:r>
            <a:endParaRPr lang="en-GB"/>
          </a:p>
        </p:txBody>
      </p:sp>
      <p:sp>
        <p:nvSpPr>
          <p:cNvPr id="19" name="text" descr="{&quot;templafy&quot;:{&quot;id&quot;:&quot;9e66ba45-e00c-4751-bf02-a4956d240516&quot;}}" title="UserProfile.Institut.InstituteDCU_{{DocumentLanguage}}">
            <a:extLst>
              <a:ext uri="{FF2B5EF4-FFF2-40B4-BE49-F238E27FC236}">
                <a16:creationId xmlns:a16="http://schemas.microsoft.com/office/drawing/2014/main" id="{610DD8E7-635C-4517-8E21-65C3CB025FFE}"/>
              </a:ext>
            </a:extLst>
          </p:cNvPr>
          <p:cNvSpPr txBox="1">
            <a:spLocks/>
          </p:cNvSpPr>
          <p:nvPr/>
        </p:nvSpPr>
        <p:spPr>
          <a:xfrm>
            <a:off x="411163" y="450893"/>
            <a:ext cx="5684837" cy="284778"/>
          </a:xfrm>
          <a:prstGeom prst="rect">
            <a:avLst/>
          </a:prstGeom>
          <a:noFill/>
        </p:spPr>
        <p:txBody>
          <a:bodyPr wrap="square" lIns="10800" tIns="0" rIns="0" bIns="90000" anchor="b" anchorCtr="0">
            <a:noAutofit/>
          </a:bodyPr>
          <a:lstStyle>
            <a:lvl1pPr marL="0" indent="0" algn="l" defTabSz="914400" rtl="0" eaLnBrk="1" latinLnBrk="0" hangingPunct="1">
              <a:lnSpc>
                <a:spcPct val="90000"/>
              </a:lnSpc>
              <a:spcBef>
                <a:spcPts val="0"/>
              </a:spcBef>
              <a:buFont typeface="Arial" panose="020B0604020202020204" pitchFamily="34" charset="0"/>
              <a:buNone/>
              <a:defRPr sz="1400" b="1"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GB" dirty="0">
                <a:solidFill>
                  <a:schemeClr val="bg1"/>
                </a:solidFill>
              </a:rPr>
              <a:t>The Maersk Mc-Kinney Moller Institute</a:t>
            </a:r>
          </a:p>
        </p:txBody>
      </p:sp>
      <p:pic>
        <p:nvPicPr>
          <p:cNvPr id="7" name="Logo black">
            <a:extLst>
              <a:ext uri="{FF2B5EF4-FFF2-40B4-BE49-F238E27FC236}">
                <a16:creationId xmlns:a16="http://schemas.microsoft.com/office/drawing/2014/main" id="{E6E48129-FB3C-4F39-A5A1-63313B41D3C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3200" y="6296400"/>
            <a:ext cx="786874" cy="212400"/>
          </a:xfrm>
          <a:prstGeom prst="rect">
            <a:avLst/>
          </a:prstGeom>
        </p:spPr>
      </p:pic>
      <p:sp>
        <p:nvSpPr>
          <p:cNvPr id="20" name="sdu.dk">
            <a:extLst>
              <a:ext uri="{FF2B5EF4-FFF2-40B4-BE49-F238E27FC236}">
                <a16:creationId xmlns:a16="http://schemas.microsoft.com/office/drawing/2014/main" id="{4B84D86E-3D20-4505-8DAD-8EB1F3E63B0A}"/>
              </a:ext>
            </a:extLst>
          </p:cNvPr>
          <p:cNvSpPr/>
          <p:nvPr/>
        </p:nvSpPr>
        <p:spPr>
          <a:xfrm rot="5400000">
            <a:off x="11480800" y="721379"/>
            <a:ext cx="914400" cy="3765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1100" b="1" noProof="1">
                <a:solidFill>
                  <a:schemeClr val="bg1"/>
                </a:solidFill>
              </a:rPr>
              <a:t>sdu.dk</a:t>
            </a:r>
            <a:endParaRPr lang="en-GB"/>
          </a:p>
        </p:txBody>
      </p:sp>
      <p:sp>
        <p:nvSpPr>
          <p:cNvPr id="21" name="#sdudk">
            <a:extLst>
              <a:ext uri="{FF2B5EF4-FFF2-40B4-BE49-F238E27FC236}">
                <a16:creationId xmlns:a16="http://schemas.microsoft.com/office/drawing/2014/main" id="{B58A6A9A-5E98-43AC-8CA5-F6C4B0573364}"/>
              </a:ext>
            </a:extLst>
          </p:cNvPr>
          <p:cNvSpPr/>
          <p:nvPr/>
        </p:nvSpPr>
        <p:spPr>
          <a:xfrm rot="5400000">
            <a:off x="11482792" y="2027544"/>
            <a:ext cx="914400" cy="3765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1100" b="1" noProof="1">
                <a:solidFill>
                  <a:schemeClr val="bg1"/>
                </a:solidFill>
              </a:rPr>
              <a:t>#sdudk</a:t>
            </a:r>
            <a:endParaRPr lang="en-GB"/>
          </a:p>
        </p:txBody>
      </p:sp>
      <p:cxnSp>
        <p:nvCxnSpPr>
          <p:cNvPr id="12" name="Straight Connector 11">
            <a:extLst>
              <a:ext uri="{FF2B5EF4-FFF2-40B4-BE49-F238E27FC236}">
                <a16:creationId xmlns:a16="http://schemas.microsoft.com/office/drawing/2014/main" id="{0C739632-1CD3-47C1-98D9-4B1B2253C7C9}"/>
              </a:ext>
            </a:extLst>
          </p:cNvPr>
          <p:cNvCxnSpPr>
            <a:cxnSpLocks/>
          </p:cNvCxnSpPr>
          <p:nvPr/>
        </p:nvCxnSpPr>
        <p:spPr>
          <a:xfrm>
            <a:off x="410400" y="715665"/>
            <a:ext cx="699211"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date" descr="{&quot;templafy&quot;:{&quot;id&quot;:&quot;e93eeae9-b581-4184-9cc7-9a0f9897d348&quot;}}" title="Form.Date">
            <a:extLst>
              <a:ext uri="{FF2B5EF4-FFF2-40B4-BE49-F238E27FC236}">
                <a16:creationId xmlns:a16="http://schemas.microsoft.com/office/drawing/2014/main" id="{10301B40-E355-4D99-B296-A15FB5BC3A4C}"/>
              </a:ext>
            </a:extLst>
          </p:cNvPr>
          <p:cNvSpPr/>
          <p:nvPr/>
        </p:nvSpPr>
        <p:spPr>
          <a:xfrm>
            <a:off x="9156032" y="6349384"/>
            <a:ext cx="2624806" cy="1800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r"/>
            <a:r>
              <a:rPr lang="en-GB" sz="1200" b="0" dirty="0">
                <a:solidFill>
                  <a:schemeClr val="bg1"/>
                </a:solidFill>
              </a:rPr>
              <a:t>September 2020</a:t>
            </a:r>
          </a:p>
        </p:txBody>
      </p:sp>
      <p:sp>
        <p:nvSpPr>
          <p:cNvPr id="11" name="Date Placeholder 14">
            <a:extLst>
              <a:ext uri="{FF2B5EF4-FFF2-40B4-BE49-F238E27FC236}">
                <a16:creationId xmlns:a16="http://schemas.microsoft.com/office/drawing/2014/main" id="{D4E1389B-CA3B-4709-956D-F396D960BBC8}"/>
              </a:ext>
            </a:extLst>
          </p:cNvPr>
          <p:cNvSpPr>
            <a:spLocks noGrp="1"/>
          </p:cNvSpPr>
          <p:nvPr>
            <p:ph type="dt" sz="half" idx="2"/>
          </p:nvPr>
        </p:nvSpPr>
        <p:spPr>
          <a:xfrm>
            <a:off x="0" y="6912000"/>
            <a:ext cx="0" cy="0"/>
          </a:xfrm>
          <a:prstGeom prst="rect">
            <a:avLst/>
          </a:prstGeom>
        </p:spPr>
        <p:txBody>
          <a:bodyPr vert="horz" lIns="91440" tIns="45720" rIns="91440" bIns="45720" rtlCol="0" anchor="ctr"/>
          <a:lstStyle>
            <a:lvl1pPr algn="l">
              <a:defRPr sz="100">
                <a:noFill/>
              </a:defRPr>
            </a:lvl1pPr>
          </a:lstStyle>
          <a:p>
            <a:fld id="{1D8BD707-D9CF-40AE-B4C6-C98DA3205C09}" type="datetimeFigureOut">
              <a:rPr lang="en-US" smtClean="0"/>
              <a:t>2/26/24</a:t>
            </a:fld>
            <a:endParaRPr lang="en-US"/>
          </a:p>
        </p:txBody>
      </p:sp>
      <p:sp>
        <p:nvSpPr>
          <p:cNvPr id="14" name="Date Placeholder 14">
            <a:extLst>
              <a:ext uri="{FF2B5EF4-FFF2-40B4-BE49-F238E27FC236}">
                <a16:creationId xmlns:a16="http://schemas.microsoft.com/office/drawing/2014/main" id="{8A94F1C1-AE36-4BBA-B958-8FC614A9472A}"/>
              </a:ext>
            </a:extLst>
          </p:cNvPr>
          <p:cNvSpPr txBox="1">
            <a:spLocks/>
          </p:cNvSpPr>
          <p:nvPr/>
        </p:nvSpPr>
        <p:spPr>
          <a:xfrm>
            <a:off x="0" y="6912000"/>
            <a:ext cx="0" cy="0"/>
          </a:xfrm>
          <a:prstGeom prst="rect">
            <a:avLst/>
          </a:prstGeom>
        </p:spPr>
        <p:txBody>
          <a:bodyPr vert="horz" lIns="91440" tIns="45720" rIns="91440" bIns="45720" rtlCol="0" anchor="ctr"/>
          <a:lstStyle>
            <a:defPPr>
              <a:defRPr lang="en-US"/>
            </a:defPPr>
            <a:lvl1pPr marL="0" algn="l" defTabSz="914400" rtl="0" eaLnBrk="1" latinLnBrk="0" hangingPunct="1">
              <a:defRPr sz="100"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1A13B18-F5ED-4611-8DBB-F05123AFBA22}" type="datetimeFigureOut">
              <a:rPr lang="en-GB" smtClean="0"/>
              <a:pPr/>
              <a:t>26/02/2024</a:t>
            </a:fld>
            <a:endParaRPr lang="en-GB" dirty="0"/>
          </a:p>
        </p:txBody>
      </p:sp>
    </p:spTree>
    <p:extLst>
      <p:ext uri="{BB962C8B-B14F-4D97-AF65-F5344CB8AC3E}">
        <p14:creationId xmlns:p14="http://schemas.microsoft.com/office/powerpoint/2010/main" val="41367229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Hvid fors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49384" y="1760373"/>
            <a:ext cx="10069011" cy="4070408"/>
          </a:xfrm>
        </p:spPr>
        <p:txBody>
          <a:bodyPr anchor="t" anchorCtr="0"/>
          <a:lstStyle>
            <a:lvl1pPr algn="l">
              <a:lnSpc>
                <a:spcPct val="90000"/>
              </a:lnSpc>
              <a:defRPr sz="9400">
                <a:solidFill>
                  <a:schemeClr val="tx1"/>
                </a:solidFill>
              </a:defRPr>
            </a:lvl1pPr>
          </a:lstStyle>
          <a:p>
            <a:r>
              <a:rPr lang="en-GB" dirty="0"/>
              <a:t>Klik for at tilføje overskrift</a:t>
            </a:r>
            <a:endParaRPr lang="en-GB"/>
          </a:p>
        </p:txBody>
      </p:sp>
      <p:sp>
        <p:nvSpPr>
          <p:cNvPr id="13" name="Date Placeholder 14">
            <a:extLst>
              <a:ext uri="{FF2B5EF4-FFF2-40B4-BE49-F238E27FC236}">
                <a16:creationId xmlns:a16="http://schemas.microsoft.com/office/drawing/2014/main" id="{5161ABAB-6DB4-433A-ACC8-A0EC0AACAD0C}"/>
              </a:ext>
            </a:extLst>
          </p:cNvPr>
          <p:cNvSpPr>
            <a:spLocks noGrp="1"/>
          </p:cNvSpPr>
          <p:nvPr>
            <p:ph type="dt" sz="half" idx="2"/>
          </p:nvPr>
        </p:nvSpPr>
        <p:spPr>
          <a:xfrm>
            <a:off x="0" y="6912000"/>
            <a:ext cx="0" cy="0"/>
          </a:xfrm>
          <a:prstGeom prst="rect">
            <a:avLst/>
          </a:prstGeom>
        </p:spPr>
        <p:txBody>
          <a:bodyPr vert="horz" lIns="91440" tIns="45720" rIns="91440" bIns="45720" rtlCol="0" anchor="ctr"/>
          <a:lstStyle>
            <a:lvl1pPr algn="l">
              <a:defRPr sz="100">
                <a:noFill/>
              </a:defRPr>
            </a:lvl1pPr>
          </a:lstStyle>
          <a:p>
            <a:fld id="{1D8BD707-D9CF-40AE-B4C6-C98DA3205C09}" type="datetimeFigureOut">
              <a:rPr lang="en-US" smtClean="0"/>
              <a:t>2/26/24</a:t>
            </a:fld>
            <a:endParaRPr lang="en-US"/>
          </a:p>
        </p:txBody>
      </p:sp>
      <p:sp>
        <p:nvSpPr>
          <p:cNvPr id="14" name="Date Placeholder 14">
            <a:extLst>
              <a:ext uri="{FF2B5EF4-FFF2-40B4-BE49-F238E27FC236}">
                <a16:creationId xmlns:a16="http://schemas.microsoft.com/office/drawing/2014/main" id="{BC3A8B03-9EA5-416E-BD54-B87E6C4A6781}"/>
              </a:ext>
            </a:extLst>
          </p:cNvPr>
          <p:cNvSpPr txBox="1">
            <a:spLocks/>
          </p:cNvSpPr>
          <p:nvPr/>
        </p:nvSpPr>
        <p:spPr>
          <a:xfrm>
            <a:off x="0" y="6912000"/>
            <a:ext cx="0" cy="0"/>
          </a:xfrm>
          <a:prstGeom prst="rect">
            <a:avLst/>
          </a:prstGeom>
        </p:spPr>
        <p:txBody>
          <a:bodyPr vert="horz" lIns="91440" tIns="45720" rIns="91440" bIns="45720" rtlCol="0" anchor="ctr"/>
          <a:lstStyle>
            <a:defPPr>
              <a:defRPr lang="en-US"/>
            </a:defPPr>
            <a:lvl1pPr marL="0" algn="l" defTabSz="914400" rtl="0" eaLnBrk="1" latinLnBrk="0" hangingPunct="1">
              <a:defRPr sz="100"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1A13B18-F5ED-4611-8DBB-F05123AFBA22}" type="datetimeFigureOut">
              <a:rPr lang="en-GB" smtClean="0"/>
              <a:pPr/>
              <a:t>26/02/2024</a:t>
            </a:fld>
            <a:endParaRPr lang="en-GB" dirty="0"/>
          </a:p>
        </p:txBody>
      </p:sp>
    </p:spTree>
    <p:extLst>
      <p:ext uri="{BB962C8B-B14F-4D97-AF65-F5344CB8AC3E}">
        <p14:creationId xmlns:p14="http://schemas.microsoft.com/office/powerpoint/2010/main" val="301770808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p:cSld name="Breaker A">
    <p:bg>
      <p:bgPr>
        <a:solidFill>
          <a:schemeClr val="bg1"/>
        </a:solidFill>
        <a:effectLst/>
      </p:bgPr>
    </p:bg>
    <p:spTree>
      <p:nvGrpSpPr>
        <p:cNvPr id="1" name=""/>
        <p:cNvGrpSpPr/>
        <p:nvPr/>
      </p:nvGrpSpPr>
      <p:grpSpPr>
        <a:xfrm>
          <a:off x="0" y="0"/>
          <a:ext cx="0" cy="0"/>
          <a:chOff x="0" y="0"/>
          <a:chExt cx="0" cy="0"/>
        </a:xfrm>
      </p:grpSpPr>
      <p:sp>
        <p:nvSpPr>
          <p:cNvPr id="14" name="Picture Placeholder 3">
            <a:extLst>
              <a:ext uri="{FF2B5EF4-FFF2-40B4-BE49-F238E27FC236}">
                <a16:creationId xmlns:a16="http://schemas.microsoft.com/office/drawing/2014/main" id="{BAC5FF5C-5A1F-4EF8-85A8-E1370E4FA7C5}"/>
              </a:ext>
            </a:extLst>
          </p:cNvPr>
          <p:cNvSpPr>
            <a:spLocks noGrp="1"/>
          </p:cNvSpPr>
          <p:nvPr>
            <p:ph type="pic" sz="quarter" idx="14" hasCustomPrompt="1"/>
          </p:nvPr>
        </p:nvSpPr>
        <p:spPr>
          <a:xfrm>
            <a:off x="6415848" y="1000443"/>
            <a:ext cx="4951428" cy="4841557"/>
          </a:xfrm>
        </p:spPr>
        <p:txBody>
          <a:bodyPr/>
          <a:lstStyle>
            <a:lvl1pPr marL="0" indent="0" algn="ctr">
              <a:buNone/>
              <a:defRPr sz="1200"/>
            </a:lvl1pPr>
          </a:lstStyle>
          <a:p>
            <a:r>
              <a:rPr lang="en-GB" dirty="0"/>
              <a:t>Vælg pladsholderen og indsæt billede via Templafy/Skyfish eller ikon eller logo via Templafy/Billeder</a:t>
            </a:r>
            <a:endParaRPr lang="en-GB"/>
          </a:p>
        </p:txBody>
      </p:sp>
      <p:sp>
        <p:nvSpPr>
          <p:cNvPr id="2" name="Title 1"/>
          <p:cNvSpPr>
            <a:spLocks noGrp="1"/>
          </p:cNvSpPr>
          <p:nvPr>
            <p:ph type="ctrTitle" hasCustomPrompt="1"/>
          </p:nvPr>
        </p:nvSpPr>
        <p:spPr>
          <a:xfrm>
            <a:off x="414697" y="1700212"/>
            <a:ext cx="5367600" cy="4141787"/>
          </a:xfrm>
        </p:spPr>
        <p:txBody>
          <a:bodyPr anchor="t" anchorCtr="0"/>
          <a:lstStyle>
            <a:lvl1pPr algn="l">
              <a:lnSpc>
                <a:spcPct val="100000"/>
              </a:lnSpc>
              <a:defRPr sz="4400">
                <a:solidFill>
                  <a:schemeClr val="tx1"/>
                </a:solidFill>
              </a:defRPr>
            </a:lvl1pPr>
          </a:lstStyle>
          <a:p>
            <a:r>
              <a:rPr lang="en-GB" dirty="0"/>
              <a:t>Klik for at tilføje overskrift</a:t>
            </a:r>
            <a:endParaRPr lang="en-GB"/>
          </a:p>
        </p:txBody>
      </p:sp>
      <p:sp>
        <p:nvSpPr>
          <p:cNvPr id="19" name="text" descr="{&quot;templafy&quot;:{&quot;id&quot;:&quot;535c2e69-01e7-4dce-95a6-4de9d99d38ac&quot;}}" title="UserProfile.Institut.InstituteDCU_{{DocumentLanguage}}">
            <a:extLst>
              <a:ext uri="{FF2B5EF4-FFF2-40B4-BE49-F238E27FC236}">
                <a16:creationId xmlns:a16="http://schemas.microsoft.com/office/drawing/2014/main" id="{610DD8E7-635C-4517-8E21-65C3CB025FFE}"/>
              </a:ext>
            </a:extLst>
          </p:cNvPr>
          <p:cNvSpPr txBox="1">
            <a:spLocks/>
          </p:cNvSpPr>
          <p:nvPr/>
        </p:nvSpPr>
        <p:spPr>
          <a:xfrm>
            <a:off x="411163" y="450893"/>
            <a:ext cx="5684837" cy="284778"/>
          </a:xfrm>
          <a:prstGeom prst="rect">
            <a:avLst/>
          </a:prstGeom>
          <a:noFill/>
        </p:spPr>
        <p:txBody>
          <a:bodyPr wrap="square" lIns="10800" tIns="0" rIns="0" bIns="90000" anchor="b" anchorCtr="0">
            <a:spAutoFit/>
          </a:bodyPr>
          <a:lstStyle>
            <a:lvl1pPr marL="0" indent="0" algn="l" defTabSz="914400" rtl="0" eaLnBrk="1" latinLnBrk="0" hangingPunct="1">
              <a:lnSpc>
                <a:spcPct val="90000"/>
              </a:lnSpc>
              <a:spcBef>
                <a:spcPts val="0"/>
              </a:spcBef>
              <a:buFont typeface="Arial" panose="020B0604020202020204" pitchFamily="34" charset="0"/>
              <a:buNone/>
              <a:defRPr sz="1400" b="1"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GB" dirty="0"/>
              <a:t>The Maersk Mc-Kinney Moller Institute</a:t>
            </a:r>
          </a:p>
        </p:txBody>
      </p:sp>
      <p:sp>
        <p:nvSpPr>
          <p:cNvPr id="20" name="sdu.dk">
            <a:extLst>
              <a:ext uri="{FF2B5EF4-FFF2-40B4-BE49-F238E27FC236}">
                <a16:creationId xmlns:a16="http://schemas.microsoft.com/office/drawing/2014/main" id="{4B84D86E-3D20-4505-8DAD-8EB1F3E63B0A}"/>
              </a:ext>
            </a:extLst>
          </p:cNvPr>
          <p:cNvSpPr/>
          <p:nvPr/>
        </p:nvSpPr>
        <p:spPr>
          <a:xfrm rot="5400000">
            <a:off x="11480800" y="721379"/>
            <a:ext cx="914400" cy="3765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1100" b="1" noProof="1">
                <a:solidFill>
                  <a:schemeClr val="tx1"/>
                </a:solidFill>
              </a:rPr>
              <a:t>sdu.dk</a:t>
            </a:r>
            <a:endParaRPr lang="en-GB"/>
          </a:p>
        </p:txBody>
      </p:sp>
      <p:sp>
        <p:nvSpPr>
          <p:cNvPr id="21" name="#sdudk">
            <a:extLst>
              <a:ext uri="{FF2B5EF4-FFF2-40B4-BE49-F238E27FC236}">
                <a16:creationId xmlns:a16="http://schemas.microsoft.com/office/drawing/2014/main" id="{B58A6A9A-5E98-43AC-8CA5-F6C4B0573364}"/>
              </a:ext>
            </a:extLst>
          </p:cNvPr>
          <p:cNvSpPr/>
          <p:nvPr/>
        </p:nvSpPr>
        <p:spPr>
          <a:xfrm rot="5400000">
            <a:off x="11482792" y="2027544"/>
            <a:ext cx="914400" cy="3765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1100" b="1" noProof="1">
                <a:solidFill>
                  <a:schemeClr val="tx1"/>
                </a:solidFill>
              </a:rPr>
              <a:t>#sdudk</a:t>
            </a:r>
            <a:endParaRPr lang="en-GB"/>
          </a:p>
        </p:txBody>
      </p:sp>
      <p:cxnSp>
        <p:nvCxnSpPr>
          <p:cNvPr id="11" name="Straight Connector 10">
            <a:extLst>
              <a:ext uri="{FF2B5EF4-FFF2-40B4-BE49-F238E27FC236}">
                <a16:creationId xmlns:a16="http://schemas.microsoft.com/office/drawing/2014/main" id="{EEFBD90C-157B-45E5-8A90-9560C86CAB4C}"/>
              </a:ext>
            </a:extLst>
          </p:cNvPr>
          <p:cNvCxnSpPr>
            <a:cxnSpLocks/>
          </p:cNvCxnSpPr>
          <p:nvPr/>
        </p:nvCxnSpPr>
        <p:spPr>
          <a:xfrm>
            <a:off x="410400" y="715665"/>
            <a:ext cx="699211"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date" descr="{&quot;templafy&quot;:{&quot;id&quot;:&quot;4580039a-6a0b-47c3-8582-fb9e2e105f97&quot;}}" title="Form.Date">
            <a:extLst>
              <a:ext uri="{FF2B5EF4-FFF2-40B4-BE49-F238E27FC236}">
                <a16:creationId xmlns:a16="http://schemas.microsoft.com/office/drawing/2014/main" id="{508E925B-663E-4A1A-8916-BC4FCFEA746C}"/>
              </a:ext>
            </a:extLst>
          </p:cNvPr>
          <p:cNvSpPr/>
          <p:nvPr/>
        </p:nvSpPr>
        <p:spPr>
          <a:xfrm>
            <a:off x="9156032" y="6349384"/>
            <a:ext cx="2624806" cy="1800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r"/>
            <a:r>
              <a:rPr lang="en-GB" sz="1200" b="0" dirty="0">
                <a:solidFill>
                  <a:schemeClr val="tx1"/>
                </a:solidFill>
              </a:rPr>
              <a:t>September 2020</a:t>
            </a:r>
          </a:p>
        </p:txBody>
      </p:sp>
      <p:pic>
        <p:nvPicPr>
          <p:cNvPr id="13" name="Logo black">
            <a:extLst>
              <a:ext uri="{FF2B5EF4-FFF2-40B4-BE49-F238E27FC236}">
                <a16:creationId xmlns:a16="http://schemas.microsoft.com/office/drawing/2014/main" id="{8790A71A-B09B-4B5F-9D31-846A17201C9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3346" y="6294893"/>
            <a:ext cx="784800" cy="211840"/>
          </a:xfrm>
          <a:prstGeom prst="rect">
            <a:avLst/>
          </a:prstGeom>
        </p:spPr>
      </p:pic>
      <p:sp>
        <p:nvSpPr>
          <p:cNvPr id="17" name="Date Placeholder 14">
            <a:extLst>
              <a:ext uri="{FF2B5EF4-FFF2-40B4-BE49-F238E27FC236}">
                <a16:creationId xmlns:a16="http://schemas.microsoft.com/office/drawing/2014/main" id="{D63CFED0-47FC-4852-81C1-6B705FD6417D}"/>
              </a:ext>
            </a:extLst>
          </p:cNvPr>
          <p:cNvSpPr txBox="1">
            <a:spLocks/>
          </p:cNvSpPr>
          <p:nvPr/>
        </p:nvSpPr>
        <p:spPr>
          <a:xfrm>
            <a:off x="0" y="6912000"/>
            <a:ext cx="0" cy="0"/>
          </a:xfrm>
          <a:prstGeom prst="rect">
            <a:avLst/>
          </a:prstGeom>
        </p:spPr>
        <p:txBody>
          <a:bodyPr vert="horz" lIns="91440" tIns="45720" rIns="91440" bIns="45720" rtlCol="0" anchor="ctr"/>
          <a:lstStyle>
            <a:defPPr>
              <a:defRPr lang="en-US"/>
            </a:defPPr>
            <a:lvl1pPr marL="0" algn="l" defTabSz="914400" rtl="0" eaLnBrk="1" latinLnBrk="0" hangingPunct="1">
              <a:defRPr sz="100"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1A13B18-F5ED-4611-8DBB-F05123AFBA22}" type="datetimeFigureOut">
              <a:rPr lang="en-GB" smtClean="0"/>
              <a:pPr/>
              <a:t>26/02/2024</a:t>
            </a:fld>
            <a:endParaRPr lang="en-GB" dirty="0"/>
          </a:p>
        </p:txBody>
      </p:sp>
      <p:sp>
        <p:nvSpPr>
          <p:cNvPr id="3" name="TextBox 2">
            <a:extLst>
              <a:ext uri="{FF2B5EF4-FFF2-40B4-BE49-F238E27FC236}">
                <a16:creationId xmlns:a16="http://schemas.microsoft.com/office/drawing/2014/main" id="{2D2565F4-7FB3-4F2B-AED8-4859D42935AE}"/>
              </a:ext>
            </a:extLst>
          </p:cNvPr>
          <p:cNvSpPr txBox="1"/>
          <p:nvPr/>
        </p:nvSpPr>
        <p:spPr>
          <a:xfrm>
            <a:off x="0" y="-349741"/>
            <a:ext cx="11457183" cy="323165"/>
          </a:xfrm>
          <a:prstGeom prst="rect">
            <a:avLst/>
          </a:prstGeom>
          <a:noFill/>
        </p:spPr>
        <p:txBody>
          <a:bodyPr wrap="square" lIns="0" tIns="0" rIns="0" bIns="0" rtlCol="0">
            <a:spAutoFit/>
          </a:bodyPr>
          <a:lstStyle/>
          <a:p>
            <a:r>
              <a:rPr lang="en-GB" sz="1050" b="1" noProof="1"/>
              <a:t>Skift baggrundsfarve. </a:t>
            </a:r>
            <a:r>
              <a:rPr lang="en-GB" sz="1050" noProof="1"/>
              <a:t>Højreklik på slidet og vælg </a:t>
            </a:r>
            <a:r>
              <a:rPr lang="en-GB" sz="1050" b="1" noProof="1"/>
              <a:t>Formatér baggrund</a:t>
            </a:r>
            <a:r>
              <a:rPr lang="en-GB" sz="1050" noProof="1"/>
              <a:t>. Klik på </a:t>
            </a:r>
            <a:r>
              <a:rPr lang="en-GB" sz="1050" b="1" noProof="1"/>
              <a:t>Fyld farve </a:t>
            </a:r>
            <a:r>
              <a:rPr lang="en-GB" sz="1050" noProof="1"/>
              <a:t>i Formater baggrund vinduet og vælg farve fra øverste række i SDU’s farve palette eller fra den brugerdefinerede farvepalette</a:t>
            </a:r>
            <a:endParaRPr lang="en-GB"/>
          </a:p>
        </p:txBody>
      </p:sp>
    </p:spTree>
    <p:extLst>
      <p:ext uri="{BB962C8B-B14F-4D97-AF65-F5344CB8AC3E}">
        <p14:creationId xmlns:p14="http://schemas.microsoft.com/office/powerpoint/2010/main" val="291461810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Breaker B">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14697" y="1700212"/>
            <a:ext cx="5367600" cy="4141787"/>
          </a:xfrm>
        </p:spPr>
        <p:txBody>
          <a:bodyPr anchor="b" anchorCtr="0"/>
          <a:lstStyle>
            <a:lvl1pPr algn="l">
              <a:lnSpc>
                <a:spcPct val="100000"/>
              </a:lnSpc>
              <a:defRPr sz="4400">
                <a:solidFill>
                  <a:schemeClr val="tx1"/>
                </a:solidFill>
              </a:defRPr>
            </a:lvl1pPr>
          </a:lstStyle>
          <a:p>
            <a:r>
              <a:rPr lang="en-GB" dirty="0"/>
              <a:t>Klik for at tilføje overskrift</a:t>
            </a:r>
            <a:endParaRPr lang="en-GB"/>
          </a:p>
        </p:txBody>
      </p:sp>
      <p:sp>
        <p:nvSpPr>
          <p:cNvPr id="14" name="Picture Placeholder 3">
            <a:extLst>
              <a:ext uri="{FF2B5EF4-FFF2-40B4-BE49-F238E27FC236}">
                <a16:creationId xmlns:a16="http://schemas.microsoft.com/office/drawing/2014/main" id="{A915360E-F247-49FB-821B-5399F1326472}"/>
              </a:ext>
            </a:extLst>
          </p:cNvPr>
          <p:cNvSpPr>
            <a:spLocks noGrp="1"/>
          </p:cNvSpPr>
          <p:nvPr>
            <p:ph type="pic" sz="quarter" idx="14" hasCustomPrompt="1"/>
          </p:nvPr>
        </p:nvSpPr>
        <p:spPr>
          <a:xfrm>
            <a:off x="6415848" y="1000443"/>
            <a:ext cx="4951428" cy="4841557"/>
          </a:xfrm>
        </p:spPr>
        <p:txBody>
          <a:bodyPr/>
          <a:lstStyle>
            <a:lvl1pPr marL="0" indent="0" algn="ctr">
              <a:buNone/>
              <a:defRPr sz="1200"/>
            </a:lvl1pPr>
          </a:lstStyle>
          <a:p>
            <a:r>
              <a:rPr lang="en-GB" dirty="0"/>
              <a:t>Vælg pladsholderen og indsæt billede via Templafy/Skyfish eller ikon eller logo via Templafy/Billeder</a:t>
            </a:r>
            <a:endParaRPr lang="en-GB"/>
          </a:p>
        </p:txBody>
      </p:sp>
      <p:sp>
        <p:nvSpPr>
          <p:cNvPr id="7" name="Date Placeholder 14">
            <a:extLst>
              <a:ext uri="{FF2B5EF4-FFF2-40B4-BE49-F238E27FC236}">
                <a16:creationId xmlns:a16="http://schemas.microsoft.com/office/drawing/2014/main" id="{FB068F22-0263-44BB-8333-C5643293F39A}"/>
              </a:ext>
            </a:extLst>
          </p:cNvPr>
          <p:cNvSpPr>
            <a:spLocks noGrp="1"/>
          </p:cNvSpPr>
          <p:nvPr>
            <p:ph type="dt" sz="half" idx="2"/>
          </p:nvPr>
        </p:nvSpPr>
        <p:spPr>
          <a:xfrm>
            <a:off x="0" y="6912000"/>
            <a:ext cx="0" cy="0"/>
          </a:xfrm>
          <a:prstGeom prst="rect">
            <a:avLst/>
          </a:prstGeom>
        </p:spPr>
        <p:txBody>
          <a:bodyPr vert="horz" lIns="91440" tIns="45720" rIns="91440" bIns="45720" rtlCol="0" anchor="ctr"/>
          <a:lstStyle>
            <a:lvl1pPr algn="l">
              <a:defRPr sz="100">
                <a:noFill/>
              </a:defRPr>
            </a:lvl1pPr>
          </a:lstStyle>
          <a:p>
            <a:fld id="{1D8BD707-D9CF-40AE-B4C6-C98DA3205C09}" type="datetimeFigureOut">
              <a:rPr lang="en-US" smtClean="0"/>
              <a:t>2/26/24</a:t>
            </a:fld>
            <a:endParaRPr lang="en-US"/>
          </a:p>
        </p:txBody>
      </p:sp>
      <p:sp>
        <p:nvSpPr>
          <p:cNvPr id="8" name="Date Placeholder 14">
            <a:extLst>
              <a:ext uri="{FF2B5EF4-FFF2-40B4-BE49-F238E27FC236}">
                <a16:creationId xmlns:a16="http://schemas.microsoft.com/office/drawing/2014/main" id="{2D08A2CA-4B19-4B39-B540-F97244C446A4}"/>
              </a:ext>
            </a:extLst>
          </p:cNvPr>
          <p:cNvSpPr txBox="1">
            <a:spLocks/>
          </p:cNvSpPr>
          <p:nvPr/>
        </p:nvSpPr>
        <p:spPr>
          <a:xfrm>
            <a:off x="0" y="6912000"/>
            <a:ext cx="0" cy="0"/>
          </a:xfrm>
          <a:prstGeom prst="rect">
            <a:avLst/>
          </a:prstGeom>
        </p:spPr>
        <p:txBody>
          <a:bodyPr vert="horz" lIns="91440" tIns="45720" rIns="91440" bIns="45720" rtlCol="0" anchor="ctr"/>
          <a:lstStyle>
            <a:defPPr>
              <a:defRPr lang="en-US"/>
            </a:defPPr>
            <a:lvl1pPr marL="0" algn="l" defTabSz="914400" rtl="0" eaLnBrk="1" latinLnBrk="0" hangingPunct="1">
              <a:defRPr sz="100"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1A13B18-F5ED-4611-8DBB-F05123AFBA22}" type="datetimeFigureOut">
              <a:rPr lang="en-GB" smtClean="0"/>
              <a:pPr/>
              <a:t>26/02/2024</a:t>
            </a:fld>
            <a:endParaRPr lang="en-GB" dirty="0"/>
          </a:p>
        </p:txBody>
      </p:sp>
      <p:sp>
        <p:nvSpPr>
          <p:cNvPr id="10" name="TextBox 9">
            <a:extLst>
              <a:ext uri="{FF2B5EF4-FFF2-40B4-BE49-F238E27FC236}">
                <a16:creationId xmlns:a16="http://schemas.microsoft.com/office/drawing/2014/main" id="{7EB9F81D-3EAD-42E8-88EC-432C25D7A8F9}"/>
              </a:ext>
            </a:extLst>
          </p:cNvPr>
          <p:cNvSpPr txBox="1"/>
          <p:nvPr/>
        </p:nvSpPr>
        <p:spPr>
          <a:xfrm>
            <a:off x="0" y="-349741"/>
            <a:ext cx="11457183" cy="323165"/>
          </a:xfrm>
          <a:prstGeom prst="rect">
            <a:avLst/>
          </a:prstGeom>
          <a:noFill/>
        </p:spPr>
        <p:txBody>
          <a:bodyPr wrap="square" lIns="0" tIns="0" rIns="0" bIns="0" rtlCol="0">
            <a:spAutoFit/>
          </a:bodyPr>
          <a:lstStyle/>
          <a:p>
            <a:r>
              <a:rPr lang="en-GB" sz="1050" b="1" noProof="1"/>
              <a:t>Skift baggrundsfarve. </a:t>
            </a:r>
            <a:r>
              <a:rPr lang="en-GB" sz="1050" noProof="1"/>
              <a:t>Højreklik på slidet og vælg </a:t>
            </a:r>
            <a:r>
              <a:rPr lang="en-GB" sz="1050" b="1" noProof="1"/>
              <a:t>Formatér baggrund</a:t>
            </a:r>
            <a:r>
              <a:rPr lang="en-GB" sz="1050" noProof="1"/>
              <a:t>. Klik på </a:t>
            </a:r>
            <a:r>
              <a:rPr lang="en-GB" sz="1050" b="1" noProof="1"/>
              <a:t>Fyld farve </a:t>
            </a:r>
            <a:r>
              <a:rPr lang="en-GB" sz="1050" noProof="1"/>
              <a:t>i Formater baggrund vinduet og vælg farve fra øverste række i SDU’s farve palette eller fra den brugerdefinerede farvepalette</a:t>
            </a:r>
            <a:endParaRPr lang="en-GB"/>
          </a:p>
        </p:txBody>
      </p:sp>
    </p:spTree>
    <p:extLst>
      <p:ext uri="{BB962C8B-B14F-4D97-AF65-F5344CB8AC3E}">
        <p14:creationId xmlns:p14="http://schemas.microsoft.com/office/powerpoint/2010/main" val="413337445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Overskrift og indhold A">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14697" y="1700212"/>
            <a:ext cx="5367600" cy="4141787"/>
          </a:xfrm>
        </p:spPr>
        <p:txBody>
          <a:bodyPr anchor="t" anchorCtr="0"/>
          <a:lstStyle>
            <a:lvl1pPr algn="l">
              <a:lnSpc>
                <a:spcPct val="100000"/>
              </a:lnSpc>
              <a:defRPr sz="3600">
                <a:solidFill>
                  <a:schemeClr val="tx1"/>
                </a:solidFill>
              </a:defRPr>
            </a:lvl1pPr>
          </a:lstStyle>
          <a:p>
            <a:r>
              <a:rPr lang="en-GB" dirty="0"/>
              <a:t>Klik for at tilføje overskrift</a:t>
            </a:r>
            <a:endParaRPr lang="en-GB"/>
          </a:p>
        </p:txBody>
      </p:sp>
      <p:sp>
        <p:nvSpPr>
          <p:cNvPr id="7" name="Content Placeholder 6">
            <a:extLst>
              <a:ext uri="{FF2B5EF4-FFF2-40B4-BE49-F238E27FC236}">
                <a16:creationId xmlns:a16="http://schemas.microsoft.com/office/drawing/2014/main" id="{A9D41ADC-5992-4476-8E55-8A709AA1B4B5}"/>
              </a:ext>
            </a:extLst>
          </p:cNvPr>
          <p:cNvSpPr>
            <a:spLocks noGrp="1"/>
          </p:cNvSpPr>
          <p:nvPr>
            <p:ph sz="quarter" idx="13" hasCustomPrompt="1"/>
          </p:nvPr>
        </p:nvSpPr>
        <p:spPr>
          <a:xfrm>
            <a:off x="6673356" y="1700212"/>
            <a:ext cx="4693920" cy="4141788"/>
          </a:xfrm>
        </p:spPr>
        <p:txBody>
          <a:bodyPr/>
          <a:lstStyle>
            <a:lvl1pPr>
              <a:defRPr/>
            </a:lvl1pPr>
          </a:lstStyle>
          <a:p>
            <a:pPr lvl="0"/>
            <a:r>
              <a:rPr lang="en-GB" dirty="0"/>
              <a:t>Klik for at tilføje tekst, klik ikon for at tilføje graf/tabel</a:t>
            </a:r>
            <a:endParaRPr lang="en-GB"/>
          </a:p>
          <a:p>
            <a:pPr lvl="1"/>
            <a:r>
              <a:rPr lang="en-GB" dirty="0"/>
              <a:t>Second </a:t>
            </a:r>
            <a:r>
              <a:rPr lang="en-GB" dirty="0" err="1"/>
              <a:t>level</a:t>
            </a:r>
            <a:endParaRPr lang="en-GB" dirty="0"/>
          </a:p>
          <a:p>
            <a:pPr lvl="2"/>
            <a:r>
              <a:rPr lang="en-GB" dirty="0"/>
              <a:t>Third </a:t>
            </a:r>
            <a:r>
              <a:rPr lang="en-GB" dirty="0" err="1"/>
              <a:t>level</a:t>
            </a:r>
            <a:endParaRPr lang="en-GB" dirty="0"/>
          </a:p>
          <a:p>
            <a:pPr lvl="3"/>
            <a:r>
              <a:rPr lang="en-GB" dirty="0" err="1"/>
              <a:t>Fourth</a:t>
            </a:r>
            <a:r>
              <a:rPr lang="en-GB" dirty="0"/>
              <a:t> </a:t>
            </a:r>
            <a:r>
              <a:rPr lang="en-GB" dirty="0" err="1"/>
              <a:t>level</a:t>
            </a:r>
            <a:endParaRPr lang="en-GB" dirty="0"/>
          </a:p>
          <a:p>
            <a:pPr lvl="4"/>
            <a:r>
              <a:rPr lang="en-GB" dirty="0"/>
              <a:t>Fifth </a:t>
            </a:r>
            <a:r>
              <a:rPr lang="en-GB" dirty="0" err="1"/>
              <a:t>level</a:t>
            </a:r>
            <a:endParaRPr lang="en-GB" dirty="0"/>
          </a:p>
        </p:txBody>
      </p:sp>
      <p:sp>
        <p:nvSpPr>
          <p:cNvPr id="10" name="Date Placeholder 14">
            <a:extLst>
              <a:ext uri="{FF2B5EF4-FFF2-40B4-BE49-F238E27FC236}">
                <a16:creationId xmlns:a16="http://schemas.microsoft.com/office/drawing/2014/main" id="{BBCDE8CE-8147-4B12-B358-7B7ACA92FFF2}"/>
              </a:ext>
            </a:extLst>
          </p:cNvPr>
          <p:cNvSpPr>
            <a:spLocks noGrp="1"/>
          </p:cNvSpPr>
          <p:nvPr>
            <p:ph type="dt" sz="half" idx="2"/>
          </p:nvPr>
        </p:nvSpPr>
        <p:spPr>
          <a:xfrm>
            <a:off x="0" y="6912000"/>
            <a:ext cx="0" cy="0"/>
          </a:xfrm>
          <a:prstGeom prst="rect">
            <a:avLst/>
          </a:prstGeom>
        </p:spPr>
        <p:txBody>
          <a:bodyPr vert="horz" lIns="91440" tIns="45720" rIns="91440" bIns="45720" rtlCol="0" anchor="ctr"/>
          <a:lstStyle>
            <a:lvl1pPr algn="l">
              <a:defRPr sz="100">
                <a:noFill/>
              </a:defRPr>
            </a:lvl1pPr>
          </a:lstStyle>
          <a:p>
            <a:fld id="{1D8BD707-D9CF-40AE-B4C6-C98DA3205C09}" type="datetimeFigureOut">
              <a:rPr lang="en-US" smtClean="0"/>
              <a:t>2/26/24</a:t>
            </a:fld>
            <a:endParaRPr lang="en-US"/>
          </a:p>
        </p:txBody>
      </p:sp>
      <p:sp>
        <p:nvSpPr>
          <p:cNvPr id="11" name="Date Placeholder 14">
            <a:extLst>
              <a:ext uri="{FF2B5EF4-FFF2-40B4-BE49-F238E27FC236}">
                <a16:creationId xmlns:a16="http://schemas.microsoft.com/office/drawing/2014/main" id="{7ACE2053-07AA-42FA-A789-E1430CAF7988}"/>
              </a:ext>
            </a:extLst>
          </p:cNvPr>
          <p:cNvSpPr txBox="1">
            <a:spLocks/>
          </p:cNvSpPr>
          <p:nvPr/>
        </p:nvSpPr>
        <p:spPr>
          <a:xfrm>
            <a:off x="0" y="6912000"/>
            <a:ext cx="0" cy="0"/>
          </a:xfrm>
          <a:prstGeom prst="rect">
            <a:avLst/>
          </a:prstGeom>
        </p:spPr>
        <p:txBody>
          <a:bodyPr vert="horz" lIns="91440" tIns="45720" rIns="91440" bIns="45720" rtlCol="0" anchor="ctr"/>
          <a:lstStyle>
            <a:defPPr>
              <a:defRPr lang="en-US"/>
            </a:defPPr>
            <a:lvl1pPr marL="0" algn="l" defTabSz="914400" rtl="0" eaLnBrk="1" latinLnBrk="0" hangingPunct="1">
              <a:defRPr sz="100"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1A13B18-F5ED-4611-8DBB-F05123AFBA22}" type="datetimeFigureOut">
              <a:rPr lang="en-GB" smtClean="0"/>
              <a:pPr/>
              <a:t>26/02/2024</a:t>
            </a:fld>
            <a:endParaRPr lang="en-GB" dirty="0"/>
          </a:p>
        </p:txBody>
      </p:sp>
      <p:sp>
        <p:nvSpPr>
          <p:cNvPr id="3" name="Footer Placeholder 2">
            <a:extLst>
              <a:ext uri="{FF2B5EF4-FFF2-40B4-BE49-F238E27FC236}">
                <a16:creationId xmlns:a16="http://schemas.microsoft.com/office/drawing/2014/main" id="{2BD490B9-04D5-4C98-9BAE-36CAE61DE349}"/>
              </a:ext>
            </a:extLst>
          </p:cNvPr>
          <p:cNvSpPr>
            <a:spLocks noGrp="1"/>
          </p:cNvSpPr>
          <p:nvPr>
            <p:ph type="ftr" sz="quarter" idx="14"/>
          </p:nvPr>
        </p:nvSpPr>
        <p:spPr/>
        <p:txBody>
          <a:bodyPr/>
          <a:lstStyle/>
          <a:p>
            <a:endParaRPr lang="da-DK"/>
          </a:p>
        </p:txBody>
      </p:sp>
      <p:sp>
        <p:nvSpPr>
          <p:cNvPr id="4" name="Slide Number Placeholder 3">
            <a:extLst>
              <a:ext uri="{FF2B5EF4-FFF2-40B4-BE49-F238E27FC236}">
                <a16:creationId xmlns:a16="http://schemas.microsoft.com/office/drawing/2014/main" id="{DBDCBB1C-1FE3-42F2-ACED-70B0664062BD}"/>
              </a:ext>
            </a:extLst>
          </p:cNvPr>
          <p:cNvSpPr>
            <a:spLocks noGrp="1"/>
          </p:cNvSpPr>
          <p:nvPr>
            <p:ph type="sldNum" sz="quarter" idx="15"/>
          </p:nvPr>
        </p:nvSpPr>
        <p:spPr/>
        <p:txBody>
          <a:bodyPr/>
          <a:lstStyle/>
          <a:p>
            <a:fld id="{B6F15528-21DE-4FAA-801E-634DDDAF4B2B}" type="slidenum">
              <a:rPr lang="da-DK" smtClean="0"/>
              <a:t>‹nr.›</a:t>
            </a:fld>
            <a:endParaRPr lang="da-DK"/>
          </a:p>
        </p:txBody>
      </p:sp>
    </p:spTree>
    <p:extLst>
      <p:ext uri="{BB962C8B-B14F-4D97-AF65-F5344CB8AC3E}">
        <p14:creationId xmlns:p14="http://schemas.microsoft.com/office/powerpoint/2010/main" val="1698393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Overskrift og indhold 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CC1A9A-6ADC-4F72-A312-ED1DBEF01BE1}"/>
              </a:ext>
            </a:extLst>
          </p:cNvPr>
          <p:cNvSpPr>
            <a:spLocks noGrp="1"/>
          </p:cNvSpPr>
          <p:nvPr>
            <p:ph type="title" hasCustomPrompt="1"/>
          </p:nvPr>
        </p:nvSpPr>
        <p:spPr>
          <a:xfrm>
            <a:off x="410400" y="1028246"/>
            <a:ext cx="5366267" cy="1884283"/>
          </a:xfrm>
        </p:spPr>
        <p:txBody>
          <a:bodyPr/>
          <a:lstStyle>
            <a:lvl1pPr>
              <a:defRPr/>
            </a:lvl1pPr>
          </a:lstStyle>
          <a:p>
            <a:r>
              <a:rPr lang="en-GB" dirty="0"/>
              <a:t>Klik for at tilføje overskrift</a:t>
            </a:r>
            <a:endParaRPr lang="en-GB"/>
          </a:p>
        </p:txBody>
      </p:sp>
      <p:sp>
        <p:nvSpPr>
          <p:cNvPr id="6" name="Content Placeholder 5">
            <a:extLst>
              <a:ext uri="{FF2B5EF4-FFF2-40B4-BE49-F238E27FC236}">
                <a16:creationId xmlns:a16="http://schemas.microsoft.com/office/drawing/2014/main" id="{C4256969-981A-4869-9324-B595DF89D12E}"/>
              </a:ext>
            </a:extLst>
          </p:cNvPr>
          <p:cNvSpPr>
            <a:spLocks noGrp="1"/>
          </p:cNvSpPr>
          <p:nvPr>
            <p:ph sz="quarter" idx="19" hasCustomPrompt="1"/>
          </p:nvPr>
        </p:nvSpPr>
        <p:spPr>
          <a:xfrm>
            <a:off x="6156000" y="1028246"/>
            <a:ext cx="5216400" cy="4825354"/>
          </a:xfrm>
        </p:spPr>
        <p:txBody>
          <a:bodyPr/>
          <a:lstStyle>
            <a:lvl1pPr>
              <a:defRPr/>
            </a:lvl1pPr>
          </a:lstStyle>
          <a:p>
            <a:pPr lvl="0"/>
            <a:r>
              <a:rPr lang="en-GB" dirty="0"/>
              <a:t>Klik for at tilføje tekst, klik ikon for at tilføje graf/tabel</a:t>
            </a:r>
            <a:endParaRPr lang="en-GB"/>
          </a:p>
          <a:p>
            <a:pPr lvl="1"/>
            <a:r>
              <a:rPr lang="en-GB" dirty="0"/>
              <a:t>Second </a:t>
            </a:r>
            <a:r>
              <a:rPr lang="en-GB" dirty="0" err="1"/>
              <a:t>level</a:t>
            </a:r>
            <a:endParaRPr lang="en-GB" dirty="0"/>
          </a:p>
          <a:p>
            <a:pPr lvl="2"/>
            <a:r>
              <a:rPr lang="en-GB" dirty="0"/>
              <a:t>Third </a:t>
            </a:r>
            <a:r>
              <a:rPr lang="en-GB" dirty="0" err="1"/>
              <a:t>level</a:t>
            </a:r>
            <a:endParaRPr lang="en-GB" dirty="0"/>
          </a:p>
          <a:p>
            <a:pPr lvl="3"/>
            <a:r>
              <a:rPr lang="en-GB" dirty="0" err="1"/>
              <a:t>Fourth</a:t>
            </a:r>
            <a:r>
              <a:rPr lang="en-GB" dirty="0"/>
              <a:t> </a:t>
            </a:r>
            <a:r>
              <a:rPr lang="en-GB" dirty="0" err="1"/>
              <a:t>level</a:t>
            </a:r>
            <a:endParaRPr lang="en-GB" dirty="0"/>
          </a:p>
          <a:p>
            <a:pPr lvl="4"/>
            <a:r>
              <a:rPr lang="en-GB" dirty="0"/>
              <a:t>Fifth </a:t>
            </a:r>
            <a:r>
              <a:rPr lang="en-GB" dirty="0" err="1"/>
              <a:t>level</a:t>
            </a:r>
            <a:endParaRPr lang="en-GB" dirty="0"/>
          </a:p>
        </p:txBody>
      </p:sp>
      <p:sp>
        <p:nvSpPr>
          <p:cNvPr id="16" name="sdu.dk">
            <a:extLst>
              <a:ext uri="{FF2B5EF4-FFF2-40B4-BE49-F238E27FC236}">
                <a16:creationId xmlns:a16="http://schemas.microsoft.com/office/drawing/2014/main" id="{406E07B7-D9E4-488D-BA7B-56AC0D1DDD05}"/>
              </a:ext>
            </a:extLst>
          </p:cNvPr>
          <p:cNvSpPr/>
          <p:nvPr/>
        </p:nvSpPr>
        <p:spPr>
          <a:xfrm rot="5400000">
            <a:off x="11480800" y="721379"/>
            <a:ext cx="914400" cy="3765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1100" b="1" noProof="1">
                <a:solidFill>
                  <a:schemeClr val="tx1"/>
                </a:solidFill>
              </a:rPr>
              <a:t>sdu.dk</a:t>
            </a:r>
            <a:endParaRPr lang="en-GB"/>
          </a:p>
        </p:txBody>
      </p:sp>
      <p:sp>
        <p:nvSpPr>
          <p:cNvPr id="17" name="#sdudk">
            <a:extLst>
              <a:ext uri="{FF2B5EF4-FFF2-40B4-BE49-F238E27FC236}">
                <a16:creationId xmlns:a16="http://schemas.microsoft.com/office/drawing/2014/main" id="{CD1A1828-0ED2-4AFE-8C5E-683996CBAF9D}"/>
              </a:ext>
            </a:extLst>
          </p:cNvPr>
          <p:cNvSpPr/>
          <p:nvPr/>
        </p:nvSpPr>
        <p:spPr>
          <a:xfrm rot="5400000">
            <a:off x="11482792" y="2027544"/>
            <a:ext cx="914400" cy="3765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1100" b="1" noProof="1">
                <a:solidFill>
                  <a:schemeClr val="tx1"/>
                </a:solidFill>
              </a:rPr>
              <a:t>#sdudk</a:t>
            </a:r>
            <a:endParaRPr lang="en-GB"/>
          </a:p>
        </p:txBody>
      </p:sp>
      <p:sp>
        <p:nvSpPr>
          <p:cNvPr id="19" name="date" descr="{&quot;templafy&quot;:{&quot;id&quot;:&quot;b451176b-5c0c-4d4d-9060-3837f3de11a8&quot;}}" title="Form.Date">
            <a:extLst>
              <a:ext uri="{FF2B5EF4-FFF2-40B4-BE49-F238E27FC236}">
                <a16:creationId xmlns:a16="http://schemas.microsoft.com/office/drawing/2014/main" id="{38150A77-BE4E-404D-B314-A1C41C791C1B}"/>
              </a:ext>
            </a:extLst>
          </p:cNvPr>
          <p:cNvSpPr/>
          <p:nvPr/>
        </p:nvSpPr>
        <p:spPr>
          <a:xfrm>
            <a:off x="9156032" y="6349384"/>
            <a:ext cx="2624806" cy="1800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r"/>
            <a:r>
              <a:rPr lang="en-GB" sz="1200" b="0" dirty="0">
                <a:solidFill>
                  <a:schemeClr val="tx1"/>
                </a:solidFill>
              </a:rPr>
              <a:t>September 2020</a:t>
            </a:r>
          </a:p>
        </p:txBody>
      </p:sp>
      <p:sp>
        <p:nvSpPr>
          <p:cNvPr id="15" name="text" descr="{&quot;templafy&quot;:{&quot;id&quot;:&quot;c68689c9-e668-4c96-a109-f982a524f861&quot;}}" title="UserProfile.Institut.InstituteDCU_{{DocumentLanguage}}">
            <a:extLst>
              <a:ext uri="{FF2B5EF4-FFF2-40B4-BE49-F238E27FC236}">
                <a16:creationId xmlns:a16="http://schemas.microsoft.com/office/drawing/2014/main" id="{964E632B-B9F2-4547-AC03-2C579124053E}"/>
              </a:ext>
            </a:extLst>
          </p:cNvPr>
          <p:cNvSpPr txBox="1">
            <a:spLocks/>
          </p:cNvSpPr>
          <p:nvPr/>
        </p:nvSpPr>
        <p:spPr>
          <a:xfrm>
            <a:off x="411163" y="450893"/>
            <a:ext cx="5684837" cy="284778"/>
          </a:xfrm>
          <a:prstGeom prst="rect">
            <a:avLst/>
          </a:prstGeom>
          <a:noFill/>
        </p:spPr>
        <p:txBody>
          <a:bodyPr wrap="square" lIns="10800" tIns="0" rIns="0" bIns="90000" anchor="b" anchorCtr="0">
            <a:spAutoFit/>
          </a:bodyPr>
          <a:lstStyle>
            <a:lvl1pPr marL="0" indent="0" algn="l" defTabSz="914400" rtl="0" eaLnBrk="1" latinLnBrk="0" hangingPunct="1">
              <a:lnSpc>
                <a:spcPct val="90000"/>
              </a:lnSpc>
              <a:spcBef>
                <a:spcPts val="0"/>
              </a:spcBef>
              <a:buFont typeface="Arial" panose="020B0604020202020204" pitchFamily="34" charset="0"/>
              <a:buNone/>
              <a:defRPr sz="1400" b="1"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GB" dirty="0"/>
              <a:t>The Maersk Mc-Kinney Moller Institute</a:t>
            </a:r>
          </a:p>
        </p:txBody>
      </p:sp>
      <p:cxnSp>
        <p:nvCxnSpPr>
          <p:cNvPr id="21" name="Straight Connector 20">
            <a:extLst>
              <a:ext uri="{FF2B5EF4-FFF2-40B4-BE49-F238E27FC236}">
                <a16:creationId xmlns:a16="http://schemas.microsoft.com/office/drawing/2014/main" id="{5D6B1FAA-D7ED-4C71-8DC4-E5439F01BCEB}"/>
              </a:ext>
            </a:extLst>
          </p:cNvPr>
          <p:cNvCxnSpPr>
            <a:cxnSpLocks/>
          </p:cNvCxnSpPr>
          <p:nvPr/>
        </p:nvCxnSpPr>
        <p:spPr>
          <a:xfrm>
            <a:off x="410400" y="715665"/>
            <a:ext cx="699211"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pic>
        <p:nvPicPr>
          <p:cNvPr id="22" name="Logo black">
            <a:extLst>
              <a:ext uri="{FF2B5EF4-FFF2-40B4-BE49-F238E27FC236}">
                <a16:creationId xmlns:a16="http://schemas.microsoft.com/office/drawing/2014/main" id="{CAAF367F-3818-457C-9EE1-320E9050AEB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3346" y="6294893"/>
            <a:ext cx="784800" cy="211840"/>
          </a:xfrm>
          <a:prstGeom prst="rect">
            <a:avLst/>
          </a:prstGeom>
        </p:spPr>
      </p:pic>
      <p:sp>
        <p:nvSpPr>
          <p:cNvPr id="3" name="Date Placeholder 2">
            <a:extLst>
              <a:ext uri="{FF2B5EF4-FFF2-40B4-BE49-F238E27FC236}">
                <a16:creationId xmlns:a16="http://schemas.microsoft.com/office/drawing/2014/main" id="{C0F779A9-E4FE-4412-9D9E-BF5BF84D02AB}"/>
              </a:ext>
            </a:extLst>
          </p:cNvPr>
          <p:cNvSpPr>
            <a:spLocks noGrp="1"/>
          </p:cNvSpPr>
          <p:nvPr>
            <p:ph type="dt" sz="half" idx="20"/>
          </p:nvPr>
        </p:nvSpPr>
        <p:spPr/>
        <p:txBody>
          <a:bodyPr/>
          <a:lstStyle/>
          <a:p>
            <a:fld id="{1D8BD707-D9CF-40AE-B4C6-C98DA3205C09}" type="datetimeFigureOut">
              <a:rPr lang="en-US" smtClean="0"/>
              <a:t>2/26/24</a:t>
            </a:fld>
            <a:endParaRPr lang="en-US"/>
          </a:p>
        </p:txBody>
      </p:sp>
      <p:sp>
        <p:nvSpPr>
          <p:cNvPr id="4" name="Footer Placeholder 3">
            <a:extLst>
              <a:ext uri="{FF2B5EF4-FFF2-40B4-BE49-F238E27FC236}">
                <a16:creationId xmlns:a16="http://schemas.microsoft.com/office/drawing/2014/main" id="{496ECF2D-BB4C-4004-9F8E-08239A46461C}"/>
              </a:ext>
            </a:extLst>
          </p:cNvPr>
          <p:cNvSpPr>
            <a:spLocks noGrp="1"/>
          </p:cNvSpPr>
          <p:nvPr>
            <p:ph type="ftr" sz="quarter" idx="21"/>
          </p:nvPr>
        </p:nvSpPr>
        <p:spPr/>
        <p:txBody>
          <a:bodyPr/>
          <a:lstStyle/>
          <a:p>
            <a:endParaRPr lang="da-DK"/>
          </a:p>
        </p:txBody>
      </p:sp>
      <p:sp>
        <p:nvSpPr>
          <p:cNvPr id="5" name="Slide Number Placeholder 4">
            <a:extLst>
              <a:ext uri="{FF2B5EF4-FFF2-40B4-BE49-F238E27FC236}">
                <a16:creationId xmlns:a16="http://schemas.microsoft.com/office/drawing/2014/main" id="{FB5949DE-6D77-480D-A4A9-E2E53BE1CE80}"/>
              </a:ext>
            </a:extLst>
          </p:cNvPr>
          <p:cNvSpPr>
            <a:spLocks noGrp="1"/>
          </p:cNvSpPr>
          <p:nvPr>
            <p:ph type="sldNum" sz="quarter" idx="22"/>
          </p:nvPr>
        </p:nvSpPr>
        <p:spPr/>
        <p:txBody>
          <a:bodyPr/>
          <a:lstStyle/>
          <a:p>
            <a:fld id="{B6F15528-21DE-4FAA-801E-634DDDAF4B2B}" type="slidenum">
              <a:rPr lang="da-DK" smtClean="0"/>
              <a:t>‹nr.›</a:t>
            </a:fld>
            <a:endParaRPr lang="da-DK"/>
          </a:p>
        </p:txBody>
      </p:sp>
      <p:sp>
        <p:nvSpPr>
          <p:cNvPr id="20" name="TextBox 19">
            <a:extLst>
              <a:ext uri="{FF2B5EF4-FFF2-40B4-BE49-F238E27FC236}">
                <a16:creationId xmlns:a16="http://schemas.microsoft.com/office/drawing/2014/main" id="{E75150F5-CFA6-40F1-B2B7-79337C2232BB}"/>
              </a:ext>
            </a:extLst>
          </p:cNvPr>
          <p:cNvSpPr txBox="1"/>
          <p:nvPr/>
        </p:nvSpPr>
        <p:spPr>
          <a:xfrm>
            <a:off x="0" y="-349741"/>
            <a:ext cx="11457183" cy="323165"/>
          </a:xfrm>
          <a:prstGeom prst="rect">
            <a:avLst/>
          </a:prstGeom>
          <a:noFill/>
        </p:spPr>
        <p:txBody>
          <a:bodyPr wrap="square" lIns="0" tIns="0" rIns="0" bIns="0" rtlCol="0">
            <a:spAutoFit/>
          </a:bodyPr>
          <a:lstStyle/>
          <a:p>
            <a:r>
              <a:rPr lang="en-GB" sz="1050" b="1" noProof="1"/>
              <a:t>Skift baggrundsfarve. </a:t>
            </a:r>
            <a:r>
              <a:rPr lang="en-GB" sz="1050" noProof="1"/>
              <a:t>Højreklik på slidet og vælg </a:t>
            </a:r>
            <a:r>
              <a:rPr lang="en-GB" sz="1050" b="1" noProof="1"/>
              <a:t>Formatér baggrund</a:t>
            </a:r>
            <a:r>
              <a:rPr lang="en-GB" sz="1050" noProof="1"/>
              <a:t>. Klik på </a:t>
            </a:r>
            <a:r>
              <a:rPr lang="en-GB" sz="1050" b="1" noProof="1"/>
              <a:t>Fyld farve </a:t>
            </a:r>
            <a:r>
              <a:rPr lang="en-GB" sz="1050" noProof="1"/>
              <a:t>i Formater baggrund vinduet og vælg farve fra øverste række i SDU’s farve palette eller fra den brugerdefinerede farvepalette</a:t>
            </a:r>
            <a:endParaRPr lang="en-GB"/>
          </a:p>
        </p:txBody>
      </p:sp>
    </p:spTree>
    <p:extLst>
      <p:ext uri="{BB962C8B-B14F-4D97-AF65-F5344CB8AC3E}">
        <p14:creationId xmlns:p14="http://schemas.microsoft.com/office/powerpoint/2010/main" val="269309693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Overskrift og indhold C">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14696" y="999173"/>
            <a:ext cx="10952579" cy="701040"/>
          </a:xfrm>
        </p:spPr>
        <p:txBody>
          <a:bodyPr anchor="t" anchorCtr="0"/>
          <a:lstStyle>
            <a:lvl1pPr algn="l">
              <a:lnSpc>
                <a:spcPct val="100000"/>
              </a:lnSpc>
              <a:defRPr sz="3600">
                <a:solidFill>
                  <a:schemeClr val="tx1"/>
                </a:solidFill>
              </a:defRPr>
            </a:lvl1pPr>
          </a:lstStyle>
          <a:p>
            <a:r>
              <a:rPr lang="en-GB" dirty="0"/>
              <a:t>Klik for at tilføje overskrift</a:t>
            </a:r>
            <a:endParaRPr lang="en-GB"/>
          </a:p>
        </p:txBody>
      </p:sp>
      <p:sp>
        <p:nvSpPr>
          <p:cNvPr id="7" name="Content Placeholder 6">
            <a:extLst>
              <a:ext uri="{FF2B5EF4-FFF2-40B4-BE49-F238E27FC236}">
                <a16:creationId xmlns:a16="http://schemas.microsoft.com/office/drawing/2014/main" id="{A9D41ADC-5992-4476-8E55-8A709AA1B4B5}"/>
              </a:ext>
            </a:extLst>
          </p:cNvPr>
          <p:cNvSpPr>
            <a:spLocks noGrp="1"/>
          </p:cNvSpPr>
          <p:nvPr>
            <p:ph sz="quarter" idx="13" hasCustomPrompt="1"/>
          </p:nvPr>
        </p:nvSpPr>
        <p:spPr>
          <a:xfrm>
            <a:off x="414696" y="1989138"/>
            <a:ext cx="10952580" cy="3852862"/>
          </a:xfrm>
        </p:spPr>
        <p:txBody>
          <a:bodyPr/>
          <a:lstStyle>
            <a:lvl1pPr>
              <a:defRPr/>
            </a:lvl1pPr>
          </a:lstStyle>
          <a:p>
            <a:pPr lvl="0"/>
            <a:r>
              <a:rPr lang="en-GB" dirty="0"/>
              <a:t>Klik for at tilføje tekst, klik ikon for at tilføje graf/tabel</a:t>
            </a:r>
            <a:endParaRPr lang="en-GB"/>
          </a:p>
          <a:p>
            <a:pPr lvl="1"/>
            <a:r>
              <a:rPr lang="en-GB" dirty="0"/>
              <a:t>Second </a:t>
            </a:r>
            <a:r>
              <a:rPr lang="en-GB" dirty="0" err="1"/>
              <a:t>level</a:t>
            </a:r>
            <a:endParaRPr lang="en-GB" dirty="0"/>
          </a:p>
          <a:p>
            <a:pPr lvl="2"/>
            <a:r>
              <a:rPr lang="en-GB" dirty="0"/>
              <a:t>Third </a:t>
            </a:r>
            <a:r>
              <a:rPr lang="en-GB" dirty="0" err="1"/>
              <a:t>level</a:t>
            </a:r>
            <a:endParaRPr lang="en-GB" dirty="0"/>
          </a:p>
          <a:p>
            <a:pPr lvl="3"/>
            <a:r>
              <a:rPr lang="en-GB" dirty="0" err="1"/>
              <a:t>Fourth</a:t>
            </a:r>
            <a:r>
              <a:rPr lang="en-GB" dirty="0"/>
              <a:t> </a:t>
            </a:r>
            <a:r>
              <a:rPr lang="en-GB" dirty="0" err="1"/>
              <a:t>level</a:t>
            </a:r>
            <a:endParaRPr lang="en-GB" dirty="0"/>
          </a:p>
          <a:p>
            <a:pPr lvl="4"/>
            <a:r>
              <a:rPr lang="en-GB" dirty="0"/>
              <a:t>Fifth </a:t>
            </a:r>
            <a:r>
              <a:rPr lang="en-GB" dirty="0" err="1"/>
              <a:t>level</a:t>
            </a:r>
            <a:endParaRPr lang="en-GB" dirty="0"/>
          </a:p>
        </p:txBody>
      </p:sp>
      <p:sp>
        <p:nvSpPr>
          <p:cNvPr id="10" name="Date Placeholder 14">
            <a:extLst>
              <a:ext uri="{FF2B5EF4-FFF2-40B4-BE49-F238E27FC236}">
                <a16:creationId xmlns:a16="http://schemas.microsoft.com/office/drawing/2014/main" id="{BBCDE8CE-8147-4B12-B358-7B7ACA92FFF2}"/>
              </a:ext>
            </a:extLst>
          </p:cNvPr>
          <p:cNvSpPr>
            <a:spLocks noGrp="1"/>
          </p:cNvSpPr>
          <p:nvPr>
            <p:ph type="dt" sz="half" idx="2"/>
          </p:nvPr>
        </p:nvSpPr>
        <p:spPr>
          <a:xfrm>
            <a:off x="0" y="6912000"/>
            <a:ext cx="0" cy="0"/>
          </a:xfrm>
          <a:prstGeom prst="rect">
            <a:avLst/>
          </a:prstGeom>
        </p:spPr>
        <p:txBody>
          <a:bodyPr vert="horz" lIns="91440" tIns="45720" rIns="91440" bIns="45720" rtlCol="0" anchor="ctr"/>
          <a:lstStyle>
            <a:lvl1pPr algn="l">
              <a:defRPr sz="100">
                <a:noFill/>
              </a:defRPr>
            </a:lvl1pPr>
          </a:lstStyle>
          <a:p>
            <a:fld id="{1D8BD707-D9CF-40AE-B4C6-C98DA3205C09}" type="datetimeFigureOut">
              <a:rPr lang="en-US" smtClean="0"/>
              <a:t>2/26/24</a:t>
            </a:fld>
            <a:endParaRPr lang="en-US"/>
          </a:p>
        </p:txBody>
      </p:sp>
      <p:sp>
        <p:nvSpPr>
          <p:cNvPr id="11" name="Date Placeholder 14">
            <a:extLst>
              <a:ext uri="{FF2B5EF4-FFF2-40B4-BE49-F238E27FC236}">
                <a16:creationId xmlns:a16="http://schemas.microsoft.com/office/drawing/2014/main" id="{7ACE2053-07AA-42FA-A789-E1430CAF7988}"/>
              </a:ext>
            </a:extLst>
          </p:cNvPr>
          <p:cNvSpPr txBox="1">
            <a:spLocks/>
          </p:cNvSpPr>
          <p:nvPr/>
        </p:nvSpPr>
        <p:spPr>
          <a:xfrm>
            <a:off x="0" y="6912000"/>
            <a:ext cx="0" cy="0"/>
          </a:xfrm>
          <a:prstGeom prst="rect">
            <a:avLst/>
          </a:prstGeom>
        </p:spPr>
        <p:txBody>
          <a:bodyPr vert="horz" lIns="91440" tIns="45720" rIns="91440" bIns="45720" rtlCol="0" anchor="ctr"/>
          <a:lstStyle>
            <a:defPPr>
              <a:defRPr lang="en-US"/>
            </a:defPPr>
            <a:lvl1pPr marL="0" algn="l" defTabSz="914400" rtl="0" eaLnBrk="1" latinLnBrk="0" hangingPunct="1">
              <a:defRPr sz="100"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1A13B18-F5ED-4611-8DBB-F05123AFBA22}" type="datetimeFigureOut">
              <a:rPr lang="en-GB" smtClean="0"/>
              <a:pPr/>
              <a:t>26/02/2024</a:t>
            </a:fld>
            <a:endParaRPr lang="en-GB" dirty="0"/>
          </a:p>
        </p:txBody>
      </p:sp>
      <p:sp>
        <p:nvSpPr>
          <p:cNvPr id="3" name="Footer Placeholder 2">
            <a:extLst>
              <a:ext uri="{FF2B5EF4-FFF2-40B4-BE49-F238E27FC236}">
                <a16:creationId xmlns:a16="http://schemas.microsoft.com/office/drawing/2014/main" id="{2BD490B9-04D5-4C98-9BAE-36CAE61DE349}"/>
              </a:ext>
            </a:extLst>
          </p:cNvPr>
          <p:cNvSpPr>
            <a:spLocks noGrp="1"/>
          </p:cNvSpPr>
          <p:nvPr>
            <p:ph type="ftr" sz="quarter" idx="14"/>
          </p:nvPr>
        </p:nvSpPr>
        <p:spPr/>
        <p:txBody>
          <a:bodyPr/>
          <a:lstStyle/>
          <a:p>
            <a:endParaRPr lang="da-DK"/>
          </a:p>
        </p:txBody>
      </p:sp>
      <p:sp>
        <p:nvSpPr>
          <p:cNvPr id="4" name="Slide Number Placeholder 3">
            <a:extLst>
              <a:ext uri="{FF2B5EF4-FFF2-40B4-BE49-F238E27FC236}">
                <a16:creationId xmlns:a16="http://schemas.microsoft.com/office/drawing/2014/main" id="{DBDCBB1C-1FE3-42F2-ACED-70B0664062BD}"/>
              </a:ext>
            </a:extLst>
          </p:cNvPr>
          <p:cNvSpPr>
            <a:spLocks noGrp="1"/>
          </p:cNvSpPr>
          <p:nvPr>
            <p:ph type="sldNum" sz="quarter" idx="15"/>
          </p:nvPr>
        </p:nvSpPr>
        <p:spPr/>
        <p:txBody>
          <a:bodyPr/>
          <a:lstStyle/>
          <a:p>
            <a:fld id="{B6F15528-21DE-4FAA-801E-634DDDAF4B2B}" type="slidenum">
              <a:rPr lang="da-DK" smtClean="0"/>
              <a:t>‹nr.›</a:t>
            </a:fld>
            <a:endParaRPr lang="da-DK"/>
          </a:p>
        </p:txBody>
      </p:sp>
    </p:spTree>
    <p:extLst>
      <p:ext uri="{BB962C8B-B14F-4D97-AF65-F5344CB8AC3E}">
        <p14:creationId xmlns:p14="http://schemas.microsoft.com/office/powerpoint/2010/main" val="135807248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p:cSld name="Indhold og tekst">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692202" y="1006605"/>
            <a:ext cx="4680000" cy="1938338"/>
          </a:xfrm>
        </p:spPr>
        <p:txBody>
          <a:bodyPr anchor="t" anchorCtr="0"/>
          <a:lstStyle>
            <a:lvl1pPr algn="l">
              <a:lnSpc>
                <a:spcPct val="100000"/>
              </a:lnSpc>
              <a:defRPr sz="3600">
                <a:solidFill>
                  <a:schemeClr val="tx1"/>
                </a:solidFill>
              </a:defRPr>
            </a:lvl1pPr>
          </a:lstStyle>
          <a:p>
            <a:r>
              <a:rPr lang="en-GB" dirty="0"/>
              <a:t>Klik for at tilføje overskrift</a:t>
            </a:r>
            <a:endParaRPr lang="en-GB"/>
          </a:p>
        </p:txBody>
      </p:sp>
      <p:sp>
        <p:nvSpPr>
          <p:cNvPr id="5" name="Text Placeholder 4">
            <a:extLst>
              <a:ext uri="{FF2B5EF4-FFF2-40B4-BE49-F238E27FC236}">
                <a16:creationId xmlns:a16="http://schemas.microsoft.com/office/drawing/2014/main" id="{BCB99C08-64C3-4ADA-9CD2-FBE2ED8551F6}"/>
              </a:ext>
            </a:extLst>
          </p:cNvPr>
          <p:cNvSpPr>
            <a:spLocks noGrp="1"/>
          </p:cNvSpPr>
          <p:nvPr>
            <p:ph type="body" sz="quarter" idx="13" hasCustomPrompt="1"/>
          </p:nvPr>
        </p:nvSpPr>
        <p:spPr>
          <a:xfrm>
            <a:off x="6692202" y="3387600"/>
            <a:ext cx="4680000" cy="2466000"/>
          </a:xfrm>
        </p:spPr>
        <p:txBody>
          <a:bodyPr/>
          <a:lstStyle>
            <a:lvl1pPr>
              <a:defRPr/>
            </a:lvl1pPr>
          </a:lstStyle>
          <a:p>
            <a:pPr lvl="0"/>
            <a:r>
              <a:rPr lang="en-GB" dirty="0"/>
              <a:t>Klik for at tilføje tekst</a:t>
            </a:r>
            <a:endParaRPr lang="en-GB"/>
          </a:p>
          <a:p>
            <a:pPr lvl="1"/>
            <a:r>
              <a:rPr lang="en-GB" dirty="0"/>
              <a:t>Second </a:t>
            </a:r>
            <a:r>
              <a:rPr lang="en-GB" dirty="0" err="1"/>
              <a:t>level</a:t>
            </a:r>
            <a:endParaRPr lang="en-GB" dirty="0"/>
          </a:p>
          <a:p>
            <a:pPr lvl="2"/>
            <a:r>
              <a:rPr lang="en-GB" dirty="0"/>
              <a:t>Third </a:t>
            </a:r>
            <a:r>
              <a:rPr lang="en-GB" dirty="0" err="1"/>
              <a:t>level</a:t>
            </a:r>
            <a:endParaRPr lang="en-GB" dirty="0"/>
          </a:p>
          <a:p>
            <a:pPr lvl="3"/>
            <a:r>
              <a:rPr lang="en-GB" dirty="0" err="1"/>
              <a:t>Fourth</a:t>
            </a:r>
            <a:r>
              <a:rPr lang="en-GB" dirty="0"/>
              <a:t> </a:t>
            </a:r>
            <a:r>
              <a:rPr lang="en-GB" dirty="0" err="1"/>
              <a:t>level</a:t>
            </a:r>
            <a:endParaRPr lang="en-GB" dirty="0"/>
          </a:p>
          <a:p>
            <a:pPr lvl="4"/>
            <a:r>
              <a:rPr lang="en-GB" dirty="0"/>
              <a:t>Fifth </a:t>
            </a:r>
            <a:r>
              <a:rPr lang="en-GB" dirty="0" err="1"/>
              <a:t>level</a:t>
            </a:r>
            <a:endParaRPr lang="en-GB" dirty="0"/>
          </a:p>
        </p:txBody>
      </p:sp>
      <p:sp>
        <p:nvSpPr>
          <p:cNvPr id="19" name="text" descr="{&quot;templafy&quot;:{&quot;id&quot;:&quot;f39ab476-473e-4cbc-a735-08e8467cfb7b&quot;}}" title="UserProfile.Institut.InstituteDCU_{{DocumentLanguage}}">
            <a:extLst>
              <a:ext uri="{FF2B5EF4-FFF2-40B4-BE49-F238E27FC236}">
                <a16:creationId xmlns:a16="http://schemas.microsoft.com/office/drawing/2014/main" id="{610DD8E7-635C-4517-8E21-65C3CB025FFE}"/>
              </a:ext>
            </a:extLst>
          </p:cNvPr>
          <p:cNvSpPr txBox="1">
            <a:spLocks/>
          </p:cNvSpPr>
          <p:nvPr/>
        </p:nvSpPr>
        <p:spPr>
          <a:xfrm>
            <a:off x="411163" y="450893"/>
            <a:ext cx="5684837" cy="284778"/>
          </a:xfrm>
          <a:prstGeom prst="rect">
            <a:avLst/>
          </a:prstGeom>
          <a:noFill/>
        </p:spPr>
        <p:txBody>
          <a:bodyPr wrap="square" lIns="10800" tIns="0" rIns="0" bIns="90000" anchor="b" anchorCtr="0">
            <a:spAutoFit/>
          </a:bodyPr>
          <a:lstStyle>
            <a:lvl1pPr marL="0" indent="0" algn="l" defTabSz="914400" rtl="0" eaLnBrk="1" latinLnBrk="0" hangingPunct="1">
              <a:lnSpc>
                <a:spcPct val="90000"/>
              </a:lnSpc>
              <a:spcBef>
                <a:spcPts val="0"/>
              </a:spcBef>
              <a:buFont typeface="Arial" panose="020B0604020202020204" pitchFamily="34" charset="0"/>
              <a:buNone/>
              <a:defRPr sz="1400" b="1"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GB" dirty="0"/>
              <a:t>The Maersk Mc-Kinney Moller Institute</a:t>
            </a:r>
          </a:p>
        </p:txBody>
      </p:sp>
      <p:sp>
        <p:nvSpPr>
          <p:cNvPr id="20" name="sdu.dk">
            <a:extLst>
              <a:ext uri="{FF2B5EF4-FFF2-40B4-BE49-F238E27FC236}">
                <a16:creationId xmlns:a16="http://schemas.microsoft.com/office/drawing/2014/main" id="{4B84D86E-3D20-4505-8DAD-8EB1F3E63B0A}"/>
              </a:ext>
            </a:extLst>
          </p:cNvPr>
          <p:cNvSpPr/>
          <p:nvPr/>
        </p:nvSpPr>
        <p:spPr>
          <a:xfrm rot="5400000">
            <a:off x="11480800" y="721379"/>
            <a:ext cx="914400" cy="3765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1100" b="1" noProof="1">
                <a:solidFill>
                  <a:schemeClr val="tx1"/>
                </a:solidFill>
              </a:rPr>
              <a:t>sdu.dk</a:t>
            </a:r>
            <a:endParaRPr lang="en-GB"/>
          </a:p>
        </p:txBody>
      </p:sp>
      <p:sp>
        <p:nvSpPr>
          <p:cNvPr id="21" name="#sdudk">
            <a:extLst>
              <a:ext uri="{FF2B5EF4-FFF2-40B4-BE49-F238E27FC236}">
                <a16:creationId xmlns:a16="http://schemas.microsoft.com/office/drawing/2014/main" id="{B58A6A9A-5E98-43AC-8CA5-F6C4B0573364}"/>
              </a:ext>
            </a:extLst>
          </p:cNvPr>
          <p:cNvSpPr/>
          <p:nvPr/>
        </p:nvSpPr>
        <p:spPr>
          <a:xfrm rot="5400000">
            <a:off x="11482792" y="2027544"/>
            <a:ext cx="914400" cy="3765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1100" b="1" noProof="1">
                <a:solidFill>
                  <a:schemeClr val="tx1"/>
                </a:solidFill>
              </a:rPr>
              <a:t>#sdudk</a:t>
            </a:r>
            <a:endParaRPr lang="en-GB"/>
          </a:p>
        </p:txBody>
      </p:sp>
      <p:cxnSp>
        <p:nvCxnSpPr>
          <p:cNvPr id="12" name="Straight Connector 11">
            <a:extLst>
              <a:ext uri="{FF2B5EF4-FFF2-40B4-BE49-F238E27FC236}">
                <a16:creationId xmlns:a16="http://schemas.microsoft.com/office/drawing/2014/main" id="{ECEA2A3A-0B73-49AA-824B-85FAE9B16B10}"/>
              </a:ext>
            </a:extLst>
          </p:cNvPr>
          <p:cNvCxnSpPr>
            <a:cxnSpLocks/>
          </p:cNvCxnSpPr>
          <p:nvPr/>
        </p:nvCxnSpPr>
        <p:spPr>
          <a:xfrm>
            <a:off x="410400" y="715665"/>
            <a:ext cx="699211"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date" descr="{&quot;templafy&quot;:{&quot;id&quot;:&quot;8f4f5ab2-38ae-4794-9556-95edf115af0a&quot;}}" title="Form.Date">
            <a:extLst>
              <a:ext uri="{FF2B5EF4-FFF2-40B4-BE49-F238E27FC236}">
                <a16:creationId xmlns:a16="http://schemas.microsoft.com/office/drawing/2014/main" id="{6189AE65-D68D-4102-AA1D-2A3BCB6F21BF}"/>
              </a:ext>
            </a:extLst>
          </p:cNvPr>
          <p:cNvSpPr/>
          <p:nvPr/>
        </p:nvSpPr>
        <p:spPr>
          <a:xfrm>
            <a:off x="9156032" y="6349384"/>
            <a:ext cx="2624806" cy="1800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r"/>
            <a:r>
              <a:rPr lang="en-GB" sz="1200" b="0" dirty="0">
                <a:solidFill>
                  <a:schemeClr val="tx1"/>
                </a:solidFill>
              </a:rPr>
              <a:t>September 2020</a:t>
            </a:r>
          </a:p>
        </p:txBody>
      </p:sp>
      <p:pic>
        <p:nvPicPr>
          <p:cNvPr id="16" name="Logo black">
            <a:extLst>
              <a:ext uri="{FF2B5EF4-FFF2-40B4-BE49-F238E27FC236}">
                <a16:creationId xmlns:a16="http://schemas.microsoft.com/office/drawing/2014/main" id="{B52757AD-346A-4AA0-A5D6-36F8B1FE487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3346" y="6294893"/>
            <a:ext cx="784800" cy="211840"/>
          </a:xfrm>
          <a:prstGeom prst="rect">
            <a:avLst/>
          </a:prstGeom>
        </p:spPr>
      </p:pic>
      <p:sp>
        <p:nvSpPr>
          <p:cNvPr id="18" name="Date Placeholder 14">
            <a:extLst>
              <a:ext uri="{FF2B5EF4-FFF2-40B4-BE49-F238E27FC236}">
                <a16:creationId xmlns:a16="http://schemas.microsoft.com/office/drawing/2014/main" id="{A09FC7B4-885C-4F9D-BD71-AE2FBDB38698}"/>
              </a:ext>
            </a:extLst>
          </p:cNvPr>
          <p:cNvSpPr txBox="1">
            <a:spLocks/>
          </p:cNvSpPr>
          <p:nvPr/>
        </p:nvSpPr>
        <p:spPr>
          <a:xfrm>
            <a:off x="0" y="6912000"/>
            <a:ext cx="0" cy="0"/>
          </a:xfrm>
          <a:prstGeom prst="rect">
            <a:avLst/>
          </a:prstGeom>
        </p:spPr>
        <p:txBody>
          <a:bodyPr vert="horz" lIns="91440" tIns="45720" rIns="91440" bIns="45720" rtlCol="0" anchor="ctr"/>
          <a:lstStyle>
            <a:defPPr>
              <a:defRPr lang="en-US"/>
            </a:defPPr>
            <a:lvl1pPr marL="0" algn="l" defTabSz="914400" rtl="0" eaLnBrk="1" latinLnBrk="0" hangingPunct="1">
              <a:defRPr sz="100"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1A13B18-F5ED-4611-8DBB-F05123AFBA22}" type="datetimeFigureOut">
              <a:rPr lang="en-GB" smtClean="0"/>
              <a:pPr/>
              <a:t>26/02/2024</a:t>
            </a:fld>
            <a:endParaRPr lang="en-GB" dirty="0"/>
          </a:p>
        </p:txBody>
      </p:sp>
      <p:sp>
        <p:nvSpPr>
          <p:cNvPr id="6" name="Content Placeholder 5">
            <a:extLst>
              <a:ext uri="{FF2B5EF4-FFF2-40B4-BE49-F238E27FC236}">
                <a16:creationId xmlns:a16="http://schemas.microsoft.com/office/drawing/2014/main" id="{2B8FEE58-0FE9-4218-904C-188D46CD214D}"/>
              </a:ext>
            </a:extLst>
          </p:cNvPr>
          <p:cNvSpPr>
            <a:spLocks noGrp="1"/>
          </p:cNvSpPr>
          <p:nvPr>
            <p:ph sz="quarter" idx="15" hasCustomPrompt="1"/>
          </p:nvPr>
        </p:nvSpPr>
        <p:spPr>
          <a:xfrm>
            <a:off x="422432" y="1000443"/>
            <a:ext cx="5077365" cy="4853157"/>
          </a:xfrm>
        </p:spPr>
        <p:txBody>
          <a:bodyPr/>
          <a:lstStyle>
            <a:lvl1pPr>
              <a:defRPr/>
            </a:lvl1pPr>
          </a:lstStyle>
          <a:p>
            <a:pPr lvl="0"/>
            <a:r>
              <a:rPr lang="en-GB" dirty="0"/>
              <a:t>Klik for at tilføje tekst, klik ikon for at tilføje graf/tabel</a:t>
            </a:r>
            <a:endParaRPr lang="en-GB"/>
          </a:p>
          <a:p>
            <a:pPr lvl="1"/>
            <a:r>
              <a:rPr lang="en-GB" dirty="0"/>
              <a:t>Second </a:t>
            </a:r>
            <a:r>
              <a:rPr lang="en-GB" dirty="0" err="1"/>
              <a:t>level</a:t>
            </a:r>
            <a:endParaRPr lang="en-GB" dirty="0"/>
          </a:p>
          <a:p>
            <a:pPr lvl="2"/>
            <a:r>
              <a:rPr lang="en-GB" dirty="0"/>
              <a:t>Third </a:t>
            </a:r>
            <a:r>
              <a:rPr lang="en-GB" dirty="0" err="1"/>
              <a:t>level</a:t>
            </a:r>
            <a:endParaRPr lang="en-GB" dirty="0"/>
          </a:p>
          <a:p>
            <a:pPr lvl="3"/>
            <a:r>
              <a:rPr lang="en-GB" dirty="0" err="1"/>
              <a:t>Fourth</a:t>
            </a:r>
            <a:r>
              <a:rPr lang="en-GB" dirty="0"/>
              <a:t> </a:t>
            </a:r>
            <a:r>
              <a:rPr lang="en-GB" dirty="0" err="1"/>
              <a:t>level</a:t>
            </a:r>
            <a:endParaRPr lang="en-GB" dirty="0"/>
          </a:p>
          <a:p>
            <a:pPr lvl="4"/>
            <a:r>
              <a:rPr lang="en-GB" dirty="0"/>
              <a:t>Fifth </a:t>
            </a:r>
            <a:r>
              <a:rPr lang="en-GB" dirty="0" err="1"/>
              <a:t>level</a:t>
            </a:r>
            <a:endParaRPr lang="en-GB" dirty="0"/>
          </a:p>
        </p:txBody>
      </p:sp>
      <p:sp>
        <p:nvSpPr>
          <p:cNvPr id="13" name="Date Placeholder 12">
            <a:extLst>
              <a:ext uri="{FF2B5EF4-FFF2-40B4-BE49-F238E27FC236}">
                <a16:creationId xmlns:a16="http://schemas.microsoft.com/office/drawing/2014/main" id="{3F302217-B569-449A-8422-B6650C9BB084}"/>
              </a:ext>
            </a:extLst>
          </p:cNvPr>
          <p:cNvSpPr>
            <a:spLocks noGrp="1"/>
          </p:cNvSpPr>
          <p:nvPr>
            <p:ph type="dt" sz="half" idx="16"/>
          </p:nvPr>
        </p:nvSpPr>
        <p:spPr/>
        <p:txBody>
          <a:bodyPr/>
          <a:lstStyle/>
          <a:p>
            <a:fld id="{1D8BD707-D9CF-40AE-B4C6-C98DA3205C09}" type="datetimeFigureOut">
              <a:rPr lang="en-US" smtClean="0"/>
              <a:t>2/26/24</a:t>
            </a:fld>
            <a:endParaRPr lang="en-US"/>
          </a:p>
        </p:txBody>
      </p:sp>
      <p:sp>
        <p:nvSpPr>
          <p:cNvPr id="14" name="Footer Placeholder 13">
            <a:extLst>
              <a:ext uri="{FF2B5EF4-FFF2-40B4-BE49-F238E27FC236}">
                <a16:creationId xmlns:a16="http://schemas.microsoft.com/office/drawing/2014/main" id="{DF36464C-AEF7-4BFD-9A97-813102BCA484}"/>
              </a:ext>
            </a:extLst>
          </p:cNvPr>
          <p:cNvSpPr>
            <a:spLocks noGrp="1"/>
          </p:cNvSpPr>
          <p:nvPr>
            <p:ph type="ftr" sz="quarter" idx="17"/>
          </p:nvPr>
        </p:nvSpPr>
        <p:spPr/>
        <p:txBody>
          <a:bodyPr/>
          <a:lstStyle/>
          <a:p>
            <a:endParaRPr lang="da-DK"/>
          </a:p>
        </p:txBody>
      </p:sp>
      <p:sp>
        <p:nvSpPr>
          <p:cNvPr id="24" name="Slide Number Placeholder 23">
            <a:extLst>
              <a:ext uri="{FF2B5EF4-FFF2-40B4-BE49-F238E27FC236}">
                <a16:creationId xmlns:a16="http://schemas.microsoft.com/office/drawing/2014/main" id="{58D7263E-B2E5-4CB9-9AAF-C0006E4A0400}"/>
              </a:ext>
            </a:extLst>
          </p:cNvPr>
          <p:cNvSpPr>
            <a:spLocks noGrp="1"/>
          </p:cNvSpPr>
          <p:nvPr>
            <p:ph type="sldNum" sz="quarter" idx="18"/>
          </p:nvPr>
        </p:nvSpPr>
        <p:spPr/>
        <p:txBody>
          <a:bodyPr/>
          <a:lstStyle/>
          <a:p>
            <a:fld id="{B6F15528-21DE-4FAA-801E-634DDDAF4B2B}" type="slidenum">
              <a:rPr lang="da-DK" smtClean="0"/>
              <a:t>‹nr.›</a:t>
            </a:fld>
            <a:endParaRPr lang="da-DK"/>
          </a:p>
        </p:txBody>
      </p:sp>
      <p:sp>
        <p:nvSpPr>
          <p:cNvPr id="17" name="TextBox 16">
            <a:extLst>
              <a:ext uri="{FF2B5EF4-FFF2-40B4-BE49-F238E27FC236}">
                <a16:creationId xmlns:a16="http://schemas.microsoft.com/office/drawing/2014/main" id="{1BBAA208-28D6-470D-B539-73F9AC20E86C}"/>
              </a:ext>
            </a:extLst>
          </p:cNvPr>
          <p:cNvSpPr txBox="1"/>
          <p:nvPr/>
        </p:nvSpPr>
        <p:spPr>
          <a:xfrm>
            <a:off x="0" y="-349741"/>
            <a:ext cx="11457183" cy="323165"/>
          </a:xfrm>
          <a:prstGeom prst="rect">
            <a:avLst/>
          </a:prstGeom>
          <a:noFill/>
        </p:spPr>
        <p:txBody>
          <a:bodyPr wrap="square" lIns="0" tIns="0" rIns="0" bIns="0" rtlCol="0">
            <a:spAutoFit/>
          </a:bodyPr>
          <a:lstStyle/>
          <a:p>
            <a:r>
              <a:rPr lang="en-GB" sz="1050" b="1" noProof="1"/>
              <a:t>Skift baggrundsfarve. </a:t>
            </a:r>
            <a:r>
              <a:rPr lang="en-GB" sz="1050" noProof="1"/>
              <a:t>Højreklik på slidet og vælg </a:t>
            </a:r>
            <a:r>
              <a:rPr lang="en-GB" sz="1050" b="1" noProof="1"/>
              <a:t>Formatér baggrund</a:t>
            </a:r>
            <a:r>
              <a:rPr lang="en-GB" sz="1050" noProof="1"/>
              <a:t>. Klik på </a:t>
            </a:r>
            <a:r>
              <a:rPr lang="en-GB" sz="1050" b="1" noProof="1"/>
              <a:t>Fyld farve </a:t>
            </a:r>
            <a:r>
              <a:rPr lang="en-GB" sz="1050" noProof="1"/>
              <a:t>i Formater baggrund vinduet og vælg farve fra øverste række i SDU’s farve palette eller fra den brugerdefinerede farvepalette</a:t>
            </a:r>
            <a:endParaRPr lang="en-GB"/>
          </a:p>
        </p:txBody>
      </p:sp>
    </p:spTree>
    <p:extLst>
      <p:ext uri="{BB962C8B-B14F-4D97-AF65-F5344CB8AC3E}">
        <p14:creationId xmlns:p14="http://schemas.microsoft.com/office/powerpoint/2010/main" val="84151222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Fire indho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B9A67-E62D-400C-BC42-A3A96AAED25F}"/>
              </a:ext>
            </a:extLst>
          </p:cNvPr>
          <p:cNvSpPr>
            <a:spLocks noGrp="1"/>
          </p:cNvSpPr>
          <p:nvPr>
            <p:ph type="title" hasCustomPrompt="1"/>
          </p:nvPr>
        </p:nvSpPr>
        <p:spPr>
          <a:xfrm>
            <a:off x="410401" y="1028247"/>
            <a:ext cx="2502000" cy="432000"/>
          </a:xfrm>
        </p:spPr>
        <p:txBody>
          <a:bodyPr/>
          <a:lstStyle>
            <a:lvl1pPr>
              <a:lnSpc>
                <a:spcPct val="110000"/>
              </a:lnSpc>
              <a:defRPr sz="1200"/>
            </a:lvl1pPr>
          </a:lstStyle>
          <a:p>
            <a:r>
              <a:rPr lang="en-GB" noProof="0" dirty="0"/>
              <a:t>Klik for at tilføje underoverskrift</a:t>
            </a:r>
            <a:endParaRPr lang="en-GB"/>
          </a:p>
        </p:txBody>
      </p:sp>
      <p:sp>
        <p:nvSpPr>
          <p:cNvPr id="14" name="Content Placeholder 13">
            <a:extLst>
              <a:ext uri="{FF2B5EF4-FFF2-40B4-BE49-F238E27FC236}">
                <a16:creationId xmlns:a16="http://schemas.microsoft.com/office/drawing/2014/main" id="{E60E8CAC-51BD-4862-8B6E-BD3E315677C4}"/>
              </a:ext>
            </a:extLst>
          </p:cNvPr>
          <p:cNvSpPr>
            <a:spLocks noGrp="1"/>
          </p:cNvSpPr>
          <p:nvPr>
            <p:ph sz="quarter" idx="13" hasCustomPrompt="1"/>
          </p:nvPr>
        </p:nvSpPr>
        <p:spPr>
          <a:xfrm>
            <a:off x="411163" y="1475354"/>
            <a:ext cx="2502000" cy="4366646"/>
          </a:xfrm>
        </p:spPr>
        <p:txBody>
          <a:bodyPr/>
          <a:lstStyle>
            <a:lvl1pPr>
              <a:defRPr sz="1200"/>
            </a:lvl1pPr>
            <a:lvl2pPr>
              <a:defRPr sz="1200"/>
            </a:lvl2pPr>
            <a:lvl4pPr>
              <a:defRPr sz="1200"/>
            </a:lvl4pPr>
            <a:lvl5pPr>
              <a:defRPr sz="1200"/>
            </a:lvl5pPr>
          </a:lstStyle>
          <a:p>
            <a:pPr lvl="0"/>
            <a:r>
              <a:rPr lang="en-GB" noProof="0" dirty="0"/>
              <a:t>Klik for at tilføje tekst</a:t>
            </a:r>
            <a:endParaRPr lang="en-GB"/>
          </a:p>
          <a:p>
            <a:pPr lvl="1"/>
            <a:r>
              <a:rPr lang="en-GB" noProof="0" dirty="0"/>
              <a:t>Second </a:t>
            </a:r>
            <a:r>
              <a:rPr lang="en-GB" noProof="0" dirty="0" err="1"/>
              <a:t>level</a:t>
            </a:r>
            <a:endParaRPr lang="en-GB" noProof="0" dirty="0"/>
          </a:p>
          <a:p>
            <a:pPr lvl="2"/>
            <a:r>
              <a:rPr lang="en-GB" noProof="0" dirty="0"/>
              <a:t>Third </a:t>
            </a:r>
            <a:r>
              <a:rPr lang="en-GB" noProof="0" dirty="0" err="1"/>
              <a:t>level</a:t>
            </a:r>
            <a:endParaRPr lang="en-GB" noProof="0" dirty="0"/>
          </a:p>
          <a:p>
            <a:pPr lvl="3"/>
            <a:r>
              <a:rPr lang="en-GB" noProof="0" dirty="0" err="1"/>
              <a:t>Fourth</a:t>
            </a:r>
            <a:r>
              <a:rPr lang="en-GB" noProof="0" dirty="0"/>
              <a:t> </a:t>
            </a:r>
            <a:r>
              <a:rPr lang="en-GB" noProof="0" dirty="0" err="1"/>
              <a:t>level</a:t>
            </a:r>
            <a:endParaRPr lang="en-GB" noProof="0" dirty="0"/>
          </a:p>
          <a:p>
            <a:pPr lvl="4"/>
            <a:r>
              <a:rPr lang="en-GB" noProof="0" dirty="0"/>
              <a:t>Fifth </a:t>
            </a:r>
            <a:r>
              <a:rPr lang="en-GB" noProof="0" dirty="0" err="1"/>
              <a:t>level</a:t>
            </a:r>
            <a:endParaRPr lang="en-GB" noProof="0" dirty="0"/>
          </a:p>
        </p:txBody>
      </p:sp>
      <p:sp>
        <p:nvSpPr>
          <p:cNvPr id="15" name="Subtitle 2">
            <a:extLst>
              <a:ext uri="{FF2B5EF4-FFF2-40B4-BE49-F238E27FC236}">
                <a16:creationId xmlns:a16="http://schemas.microsoft.com/office/drawing/2014/main" id="{25135A09-8F8A-4D87-8C43-B3A0A80BE2F5}"/>
              </a:ext>
            </a:extLst>
          </p:cNvPr>
          <p:cNvSpPr>
            <a:spLocks noGrp="1"/>
          </p:cNvSpPr>
          <p:nvPr>
            <p:ph type="subTitle" idx="1" hasCustomPrompt="1"/>
          </p:nvPr>
        </p:nvSpPr>
        <p:spPr>
          <a:xfrm>
            <a:off x="3273164" y="1028246"/>
            <a:ext cx="2502000" cy="432000"/>
          </a:xfrm>
        </p:spPr>
        <p:txBody>
          <a:bodyPr/>
          <a:lstStyle>
            <a:lvl1pPr marL="0" indent="0" algn="l">
              <a:buNone/>
              <a:defRPr sz="12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noProof="0" dirty="0"/>
              <a:t>Klik for at tilføje underoverskrift</a:t>
            </a:r>
            <a:endParaRPr lang="en-GB"/>
          </a:p>
        </p:txBody>
      </p:sp>
      <p:sp>
        <p:nvSpPr>
          <p:cNvPr id="17" name="Content Placeholder 16">
            <a:extLst>
              <a:ext uri="{FF2B5EF4-FFF2-40B4-BE49-F238E27FC236}">
                <a16:creationId xmlns:a16="http://schemas.microsoft.com/office/drawing/2014/main" id="{462D92C6-668E-491E-B394-72897FAB3085}"/>
              </a:ext>
            </a:extLst>
          </p:cNvPr>
          <p:cNvSpPr>
            <a:spLocks noGrp="1"/>
          </p:cNvSpPr>
          <p:nvPr>
            <p:ph sz="quarter" idx="14" hasCustomPrompt="1"/>
          </p:nvPr>
        </p:nvSpPr>
        <p:spPr>
          <a:xfrm>
            <a:off x="3273163" y="1475354"/>
            <a:ext cx="2502000" cy="4366646"/>
          </a:xfrm>
        </p:spPr>
        <p:txBody>
          <a:bodyPr/>
          <a:lstStyle>
            <a:lvl1pPr>
              <a:defRPr sz="1200"/>
            </a:lvl1pPr>
            <a:lvl2pPr>
              <a:defRPr sz="1200"/>
            </a:lvl2pPr>
            <a:lvl4pPr>
              <a:defRPr sz="1200"/>
            </a:lvl4pPr>
            <a:lvl5pPr>
              <a:defRPr sz="1200"/>
            </a:lvl5pPr>
          </a:lstStyle>
          <a:p>
            <a:pPr lvl="0"/>
            <a:r>
              <a:rPr lang="en-GB" noProof="0" dirty="0"/>
              <a:t>Klik for at tilføje tekst</a:t>
            </a:r>
            <a:endParaRPr lang="en-GB"/>
          </a:p>
          <a:p>
            <a:pPr lvl="1"/>
            <a:r>
              <a:rPr lang="en-GB" noProof="0" dirty="0"/>
              <a:t>Second </a:t>
            </a:r>
            <a:r>
              <a:rPr lang="en-GB" noProof="0" dirty="0" err="1"/>
              <a:t>level</a:t>
            </a:r>
            <a:endParaRPr lang="en-GB" noProof="0" dirty="0"/>
          </a:p>
          <a:p>
            <a:pPr lvl="2"/>
            <a:r>
              <a:rPr lang="en-GB" noProof="0" dirty="0"/>
              <a:t>Third </a:t>
            </a:r>
            <a:r>
              <a:rPr lang="en-GB" noProof="0" dirty="0" err="1"/>
              <a:t>level</a:t>
            </a:r>
            <a:endParaRPr lang="en-GB" noProof="0" dirty="0"/>
          </a:p>
          <a:p>
            <a:pPr lvl="3"/>
            <a:r>
              <a:rPr lang="en-GB" noProof="0" dirty="0" err="1"/>
              <a:t>Fourth</a:t>
            </a:r>
            <a:r>
              <a:rPr lang="en-GB" noProof="0" dirty="0"/>
              <a:t> </a:t>
            </a:r>
            <a:r>
              <a:rPr lang="en-GB" noProof="0" dirty="0" err="1"/>
              <a:t>level</a:t>
            </a:r>
            <a:endParaRPr lang="en-GB" noProof="0" dirty="0"/>
          </a:p>
          <a:p>
            <a:pPr lvl="4"/>
            <a:r>
              <a:rPr lang="en-GB" noProof="0" dirty="0"/>
              <a:t>Fifth </a:t>
            </a:r>
            <a:r>
              <a:rPr lang="en-GB" noProof="0" dirty="0" err="1"/>
              <a:t>level</a:t>
            </a:r>
            <a:endParaRPr lang="en-GB" noProof="0" dirty="0"/>
          </a:p>
        </p:txBody>
      </p:sp>
      <p:sp>
        <p:nvSpPr>
          <p:cNvPr id="19" name="Text Placeholder 18">
            <a:extLst>
              <a:ext uri="{FF2B5EF4-FFF2-40B4-BE49-F238E27FC236}">
                <a16:creationId xmlns:a16="http://schemas.microsoft.com/office/drawing/2014/main" id="{C0F1B1F1-CA40-4EA4-AB68-69DBBD61ED9D}"/>
              </a:ext>
            </a:extLst>
          </p:cNvPr>
          <p:cNvSpPr>
            <a:spLocks noGrp="1"/>
          </p:cNvSpPr>
          <p:nvPr>
            <p:ph type="body" sz="quarter" idx="15" hasCustomPrompt="1"/>
          </p:nvPr>
        </p:nvSpPr>
        <p:spPr>
          <a:xfrm>
            <a:off x="6135163" y="1028246"/>
            <a:ext cx="2502000" cy="432000"/>
          </a:xfrm>
        </p:spPr>
        <p:txBody>
          <a:bodyPr/>
          <a:lstStyle>
            <a:lvl1pPr marL="0" indent="0">
              <a:buNone/>
              <a:defRPr sz="1200" b="1"/>
            </a:lvl1pPr>
            <a:lvl2pPr marL="252000" indent="0">
              <a:buNone/>
              <a:defRPr/>
            </a:lvl2pPr>
          </a:lstStyle>
          <a:p>
            <a:pPr lvl="0"/>
            <a:r>
              <a:rPr lang="en-GB" noProof="0" dirty="0"/>
              <a:t>Klik for at tilføje underoverskrift</a:t>
            </a:r>
            <a:endParaRPr lang="en-GB"/>
          </a:p>
        </p:txBody>
      </p:sp>
      <p:sp>
        <p:nvSpPr>
          <p:cNvPr id="21" name="Content Placeholder 20">
            <a:extLst>
              <a:ext uri="{FF2B5EF4-FFF2-40B4-BE49-F238E27FC236}">
                <a16:creationId xmlns:a16="http://schemas.microsoft.com/office/drawing/2014/main" id="{3DBEE0FF-2C0E-499E-ACAF-B6F421AF13D5}"/>
              </a:ext>
            </a:extLst>
          </p:cNvPr>
          <p:cNvSpPr>
            <a:spLocks noGrp="1"/>
          </p:cNvSpPr>
          <p:nvPr>
            <p:ph sz="quarter" idx="16" hasCustomPrompt="1"/>
          </p:nvPr>
        </p:nvSpPr>
        <p:spPr>
          <a:xfrm>
            <a:off x="6135163" y="1475354"/>
            <a:ext cx="2502000" cy="4366646"/>
          </a:xfrm>
        </p:spPr>
        <p:txBody>
          <a:bodyPr/>
          <a:lstStyle>
            <a:lvl1pPr>
              <a:defRPr sz="1200"/>
            </a:lvl1pPr>
            <a:lvl2pPr>
              <a:defRPr sz="1200"/>
            </a:lvl2pPr>
            <a:lvl4pPr>
              <a:defRPr sz="1200"/>
            </a:lvl4pPr>
            <a:lvl5pPr>
              <a:defRPr sz="1200"/>
            </a:lvl5pPr>
          </a:lstStyle>
          <a:p>
            <a:pPr lvl="0"/>
            <a:r>
              <a:rPr lang="en-GB" noProof="0" dirty="0"/>
              <a:t>Klik for at tilføje tekst</a:t>
            </a:r>
            <a:endParaRPr lang="en-GB"/>
          </a:p>
          <a:p>
            <a:pPr lvl="1"/>
            <a:r>
              <a:rPr lang="en-GB" noProof="0" dirty="0"/>
              <a:t>Second </a:t>
            </a:r>
            <a:r>
              <a:rPr lang="en-GB" noProof="0" dirty="0" err="1"/>
              <a:t>level</a:t>
            </a:r>
            <a:endParaRPr lang="en-GB" noProof="0" dirty="0"/>
          </a:p>
          <a:p>
            <a:pPr lvl="2"/>
            <a:r>
              <a:rPr lang="en-GB" noProof="0" dirty="0"/>
              <a:t>Third </a:t>
            </a:r>
            <a:r>
              <a:rPr lang="en-GB" noProof="0" dirty="0" err="1"/>
              <a:t>level</a:t>
            </a:r>
            <a:endParaRPr lang="en-GB" noProof="0" dirty="0"/>
          </a:p>
          <a:p>
            <a:pPr lvl="3"/>
            <a:r>
              <a:rPr lang="en-GB" noProof="0" dirty="0" err="1"/>
              <a:t>Fourth</a:t>
            </a:r>
            <a:r>
              <a:rPr lang="en-GB" noProof="0" dirty="0"/>
              <a:t> </a:t>
            </a:r>
            <a:r>
              <a:rPr lang="en-GB" noProof="0" dirty="0" err="1"/>
              <a:t>level</a:t>
            </a:r>
            <a:endParaRPr lang="en-GB" noProof="0" dirty="0"/>
          </a:p>
          <a:p>
            <a:pPr lvl="4"/>
            <a:r>
              <a:rPr lang="en-GB" noProof="0" dirty="0"/>
              <a:t>Fifth </a:t>
            </a:r>
            <a:r>
              <a:rPr lang="en-GB" noProof="0" dirty="0" err="1"/>
              <a:t>level</a:t>
            </a:r>
            <a:endParaRPr lang="en-GB" noProof="0" dirty="0"/>
          </a:p>
        </p:txBody>
      </p:sp>
      <p:sp>
        <p:nvSpPr>
          <p:cNvPr id="23" name="Text Placeholder 22">
            <a:extLst>
              <a:ext uri="{FF2B5EF4-FFF2-40B4-BE49-F238E27FC236}">
                <a16:creationId xmlns:a16="http://schemas.microsoft.com/office/drawing/2014/main" id="{F091117C-5AED-4416-88BA-F1C88ACD7A25}"/>
              </a:ext>
            </a:extLst>
          </p:cNvPr>
          <p:cNvSpPr>
            <a:spLocks noGrp="1"/>
          </p:cNvSpPr>
          <p:nvPr>
            <p:ph type="body" sz="quarter" idx="17" hasCustomPrompt="1"/>
          </p:nvPr>
        </p:nvSpPr>
        <p:spPr>
          <a:xfrm>
            <a:off x="8997162" y="1028247"/>
            <a:ext cx="2502000" cy="432000"/>
          </a:xfrm>
        </p:spPr>
        <p:txBody>
          <a:bodyPr/>
          <a:lstStyle>
            <a:lvl1pPr marL="0" indent="0">
              <a:buNone/>
              <a:defRPr sz="1200" b="1"/>
            </a:lvl1pPr>
            <a:lvl2pPr marL="252000" indent="0">
              <a:buNone/>
              <a:defRPr/>
            </a:lvl2pPr>
          </a:lstStyle>
          <a:p>
            <a:pPr lvl="0"/>
            <a:r>
              <a:rPr lang="en-GB" noProof="0" dirty="0"/>
              <a:t>Klik for at tilføje underoverskrift</a:t>
            </a:r>
            <a:endParaRPr lang="en-GB"/>
          </a:p>
        </p:txBody>
      </p:sp>
      <p:sp>
        <p:nvSpPr>
          <p:cNvPr id="25" name="Content Placeholder 24">
            <a:extLst>
              <a:ext uri="{FF2B5EF4-FFF2-40B4-BE49-F238E27FC236}">
                <a16:creationId xmlns:a16="http://schemas.microsoft.com/office/drawing/2014/main" id="{C66F31E1-769E-4E9A-9DCC-2C64321A89C1}"/>
              </a:ext>
            </a:extLst>
          </p:cNvPr>
          <p:cNvSpPr>
            <a:spLocks noGrp="1"/>
          </p:cNvSpPr>
          <p:nvPr>
            <p:ph sz="quarter" idx="18" hasCustomPrompt="1"/>
          </p:nvPr>
        </p:nvSpPr>
        <p:spPr>
          <a:xfrm>
            <a:off x="8997161" y="1475354"/>
            <a:ext cx="2501999" cy="4366646"/>
          </a:xfrm>
        </p:spPr>
        <p:txBody>
          <a:bodyPr/>
          <a:lstStyle>
            <a:lvl1pPr>
              <a:defRPr sz="1200"/>
            </a:lvl1pPr>
            <a:lvl2pPr>
              <a:defRPr sz="1200"/>
            </a:lvl2pPr>
            <a:lvl4pPr>
              <a:defRPr sz="1200"/>
            </a:lvl4pPr>
            <a:lvl5pPr>
              <a:defRPr sz="1200"/>
            </a:lvl5pPr>
          </a:lstStyle>
          <a:p>
            <a:pPr lvl="0"/>
            <a:r>
              <a:rPr lang="en-GB" noProof="0" dirty="0"/>
              <a:t>Klik for at tilføje tekst</a:t>
            </a:r>
            <a:endParaRPr lang="en-GB"/>
          </a:p>
          <a:p>
            <a:pPr lvl="1"/>
            <a:r>
              <a:rPr lang="en-GB" noProof="0" dirty="0"/>
              <a:t>Second </a:t>
            </a:r>
            <a:r>
              <a:rPr lang="en-GB" noProof="0" dirty="0" err="1"/>
              <a:t>level</a:t>
            </a:r>
            <a:endParaRPr lang="en-GB" noProof="0" dirty="0"/>
          </a:p>
          <a:p>
            <a:pPr lvl="2"/>
            <a:r>
              <a:rPr lang="en-GB" noProof="0" dirty="0"/>
              <a:t>Third </a:t>
            </a:r>
            <a:r>
              <a:rPr lang="en-GB" noProof="0" dirty="0" err="1"/>
              <a:t>level</a:t>
            </a:r>
            <a:endParaRPr lang="en-GB" noProof="0" dirty="0"/>
          </a:p>
          <a:p>
            <a:pPr lvl="3"/>
            <a:r>
              <a:rPr lang="en-GB" noProof="0" dirty="0" err="1"/>
              <a:t>Fourth</a:t>
            </a:r>
            <a:r>
              <a:rPr lang="en-GB" noProof="0" dirty="0"/>
              <a:t> </a:t>
            </a:r>
            <a:r>
              <a:rPr lang="en-GB" noProof="0" dirty="0" err="1"/>
              <a:t>level</a:t>
            </a:r>
            <a:endParaRPr lang="en-GB" noProof="0" dirty="0"/>
          </a:p>
          <a:p>
            <a:pPr lvl="4"/>
            <a:r>
              <a:rPr lang="en-GB" noProof="0" dirty="0"/>
              <a:t>Fifth </a:t>
            </a:r>
            <a:r>
              <a:rPr lang="en-GB" noProof="0" dirty="0" err="1"/>
              <a:t>level</a:t>
            </a:r>
            <a:endParaRPr lang="en-GB" noProof="0" dirty="0"/>
          </a:p>
        </p:txBody>
      </p:sp>
      <p:sp>
        <p:nvSpPr>
          <p:cNvPr id="28" name="Date Placeholder 14">
            <a:extLst>
              <a:ext uri="{FF2B5EF4-FFF2-40B4-BE49-F238E27FC236}">
                <a16:creationId xmlns:a16="http://schemas.microsoft.com/office/drawing/2014/main" id="{1DCD95D8-07B6-42C0-8767-A640B7CA8534}"/>
              </a:ext>
            </a:extLst>
          </p:cNvPr>
          <p:cNvSpPr txBox="1">
            <a:spLocks/>
          </p:cNvSpPr>
          <p:nvPr/>
        </p:nvSpPr>
        <p:spPr>
          <a:xfrm>
            <a:off x="0" y="6912000"/>
            <a:ext cx="0" cy="0"/>
          </a:xfrm>
          <a:prstGeom prst="rect">
            <a:avLst/>
          </a:prstGeom>
        </p:spPr>
        <p:txBody>
          <a:bodyPr vert="horz" lIns="91440" tIns="45720" rIns="91440" bIns="45720" rtlCol="0" anchor="ctr"/>
          <a:lstStyle>
            <a:defPPr>
              <a:defRPr lang="en-US"/>
            </a:defPPr>
            <a:lvl1pPr marL="0" algn="l" defTabSz="914400" rtl="0" eaLnBrk="1" latinLnBrk="0" hangingPunct="1">
              <a:defRPr sz="100"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1A13B18-F5ED-4611-8DBB-F05123AFBA22}" type="datetimeFigureOut">
              <a:rPr lang="en-GB" smtClean="0"/>
              <a:pPr/>
              <a:t>26/02/2024</a:t>
            </a:fld>
            <a:endParaRPr lang="en-GB" dirty="0"/>
          </a:p>
        </p:txBody>
      </p:sp>
      <p:sp>
        <p:nvSpPr>
          <p:cNvPr id="5" name="Date Placeholder 4">
            <a:extLst>
              <a:ext uri="{FF2B5EF4-FFF2-40B4-BE49-F238E27FC236}">
                <a16:creationId xmlns:a16="http://schemas.microsoft.com/office/drawing/2014/main" id="{8E588C40-671D-463C-8463-D77B96C28D88}"/>
              </a:ext>
            </a:extLst>
          </p:cNvPr>
          <p:cNvSpPr>
            <a:spLocks noGrp="1"/>
          </p:cNvSpPr>
          <p:nvPr>
            <p:ph type="dt" sz="half" idx="19"/>
          </p:nvPr>
        </p:nvSpPr>
        <p:spPr/>
        <p:txBody>
          <a:bodyPr/>
          <a:lstStyle/>
          <a:p>
            <a:fld id="{1D8BD707-D9CF-40AE-B4C6-C98DA3205C09}" type="datetimeFigureOut">
              <a:rPr lang="en-US" smtClean="0"/>
              <a:t>2/26/24</a:t>
            </a:fld>
            <a:endParaRPr lang="en-US"/>
          </a:p>
        </p:txBody>
      </p:sp>
      <p:sp>
        <p:nvSpPr>
          <p:cNvPr id="6" name="Footer Placeholder 5">
            <a:extLst>
              <a:ext uri="{FF2B5EF4-FFF2-40B4-BE49-F238E27FC236}">
                <a16:creationId xmlns:a16="http://schemas.microsoft.com/office/drawing/2014/main" id="{2846E2E0-2E23-491A-B165-353CDF3F79E2}"/>
              </a:ext>
            </a:extLst>
          </p:cNvPr>
          <p:cNvSpPr>
            <a:spLocks noGrp="1"/>
          </p:cNvSpPr>
          <p:nvPr>
            <p:ph type="ftr" sz="quarter" idx="20"/>
          </p:nvPr>
        </p:nvSpPr>
        <p:spPr/>
        <p:txBody>
          <a:bodyPr/>
          <a:lstStyle/>
          <a:p>
            <a:endParaRPr lang="da-DK"/>
          </a:p>
        </p:txBody>
      </p:sp>
      <p:sp>
        <p:nvSpPr>
          <p:cNvPr id="7" name="Slide Number Placeholder 6">
            <a:extLst>
              <a:ext uri="{FF2B5EF4-FFF2-40B4-BE49-F238E27FC236}">
                <a16:creationId xmlns:a16="http://schemas.microsoft.com/office/drawing/2014/main" id="{35B93800-6F51-413B-BA21-0A9967FF3386}"/>
              </a:ext>
            </a:extLst>
          </p:cNvPr>
          <p:cNvSpPr>
            <a:spLocks noGrp="1"/>
          </p:cNvSpPr>
          <p:nvPr>
            <p:ph type="sldNum" sz="quarter" idx="21"/>
          </p:nvPr>
        </p:nvSpPr>
        <p:spPr/>
        <p:txBody>
          <a:bodyPr/>
          <a:lstStyle/>
          <a:p>
            <a:fld id="{B6F15528-21DE-4FAA-801E-634DDDAF4B2B}" type="slidenum">
              <a:rPr lang="da-DK" smtClean="0"/>
              <a:t>‹nr.›</a:t>
            </a:fld>
            <a:endParaRPr lang="da-DK"/>
          </a:p>
        </p:txBody>
      </p:sp>
    </p:spTree>
    <p:extLst>
      <p:ext uri="{BB962C8B-B14F-4D97-AF65-F5344CB8AC3E}">
        <p14:creationId xmlns:p14="http://schemas.microsoft.com/office/powerpoint/2010/main" val="54198534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p:cSld name="Billede og indhold">
    <p:spTree>
      <p:nvGrpSpPr>
        <p:cNvPr id="1" name=""/>
        <p:cNvGrpSpPr/>
        <p:nvPr/>
      </p:nvGrpSpPr>
      <p:grpSpPr>
        <a:xfrm>
          <a:off x="0" y="0"/>
          <a:ext cx="0" cy="0"/>
          <a:chOff x="0" y="0"/>
          <a:chExt cx="0" cy="0"/>
        </a:xfrm>
      </p:grpSpPr>
      <p:sp>
        <p:nvSpPr>
          <p:cNvPr id="10" name="Pladsholder til billede 3"/>
          <p:cNvSpPr>
            <a:spLocks noGrp="1"/>
          </p:cNvSpPr>
          <p:nvPr>
            <p:ph type="pic" sz="quarter" idx="13" hasCustomPrompt="1"/>
          </p:nvPr>
        </p:nvSpPr>
        <p:spPr>
          <a:xfrm>
            <a:off x="0" y="0"/>
            <a:ext cx="6099300" cy="6858000"/>
          </a:xfrm>
          <a:solidFill>
            <a:schemeClr val="bg1"/>
          </a:solidFill>
        </p:spPr>
        <p:txBody>
          <a:bodyPr/>
          <a:lstStyle>
            <a:lvl1pPr marL="0" indent="0" algn="ctr">
              <a:buNone/>
              <a:defRPr sz="1200"/>
            </a:lvl1pPr>
          </a:lstStyle>
          <a:p>
            <a:r>
              <a:rPr lang="en-GB" dirty="0"/>
              <a:t>Vælg pladsholderen og indsæt billede via Templafy/Skyfish eller ikon eller logo via Templafy/Billeder</a:t>
            </a:r>
            <a:endParaRPr lang="en-GB"/>
          </a:p>
        </p:txBody>
      </p:sp>
      <p:sp>
        <p:nvSpPr>
          <p:cNvPr id="8" name="Titel 1"/>
          <p:cNvSpPr>
            <a:spLocks noGrp="1"/>
          </p:cNvSpPr>
          <p:nvPr>
            <p:ph type="title" hasCustomPrompt="1"/>
          </p:nvPr>
        </p:nvSpPr>
        <p:spPr>
          <a:xfrm>
            <a:off x="6692401" y="1076109"/>
            <a:ext cx="4680000" cy="1822734"/>
          </a:xfrm>
        </p:spPr>
        <p:txBody>
          <a:bodyPr/>
          <a:lstStyle>
            <a:lvl1pPr>
              <a:defRPr/>
            </a:lvl1pPr>
          </a:lstStyle>
          <a:p>
            <a:r>
              <a:rPr lang="en-GB" dirty="0"/>
              <a:t>Klik for at tilføje overskrift, maksimalt 3 linjer</a:t>
            </a:r>
            <a:endParaRPr lang="en-GB"/>
          </a:p>
        </p:txBody>
      </p:sp>
      <p:sp>
        <p:nvSpPr>
          <p:cNvPr id="6" name="Content Placeholder 5">
            <a:extLst>
              <a:ext uri="{FF2B5EF4-FFF2-40B4-BE49-F238E27FC236}">
                <a16:creationId xmlns:a16="http://schemas.microsoft.com/office/drawing/2014/main" id="{C4256969-981A-4869-9324-B595DF89D12E}"/>
              </a:ext>
            </a:extLst>
          </p:cNvPr>
          <p:cNvSpPr>
            <a:spLocks noGrp="1"/>
          </p:cNvSpPr>
          <p:nvPr>
            <p:ph sz="quarter" idx="19" hasCustomPrompt="1"/>
          </p:nvPr>
        </p:nvSpPr>
        <p:spPr>
          <a:xfrm>
            <a:off x="6692400" y="3387600"/>
            <a:ext cx="4680000" cy="2466000"/>
          </a:xfrm>
        </p:spPr>
        <p:txBody>
          <a:bodyPr/>
          <a:lstStyle>
            <a:lvl1pPr>
              <a:defRPr/>
            </a:lvl1pPr>
          </a:lstStyle>
          <a:p>
            <a:pPr lvl="0"/>
            <a:r>
              <a:rPr lang="en-GB" dirty="0"/>
              <a:t>Klik for at tilføje tekst</a:t>
            </a:r>
            <a:endParaRPr lang="en-GB"/>
          </a:p>
          <a:p>
            <a:pPr lvl="1"/>
            <a:r>
              <a:rPr lang="en-GB" dirty="0"/>
              <a:t>Second </a:t>
            </a:r>
            <a:r>
              <a:rPr lang="en-GB" dirty="0" err="1"/>
              <a:t>level</a:t>
            </a:r>
            <a:endParaRPr lang="en-GB" dirty="0"/>
          </a:p>
          <a:p>
            <a:pPr lvl="2"/>
            <a:r>
              <a:rPr lang="en-GB" dirty="0"/>
              <a:t>Third </a:t>
            </a:r>
            <a:r>
              <a:rPr lang="en-GB" dirty="0" err="1"/>
              <a:t>level</a:t>
            </a:r>
            <a:endParaRPr lang="en-GB" dirty="0"/>
          </a:p>
          <a:p>
            <a:pPr lvl="3"/>
            <a:r>
              <a:rPr lang="en-GB" dirty="0" err="1"/>
              <a:t>Fourth</a:t>
            </a:r>
            <a:r>
              <a:rPr lang="en-GB" dirty="0"/>
              <a:t> </a:t>
            </a:r>
            <a:r>
              <a:rPr lang="en-GB" dirty="0" err="1"/>
              <a:t>level</a:t>
            </a:r>
            <a:endParaRPr lang="en-GB" dirty="0"/>
          </a:p>
          <a:p>
            <a:pPr lvl="4"/>
            <a:r>
              <a:rPr lang="en-GB" dirty="0"/>
              <a:t>Fifth </a:t>
            </a:r>
            <a:r>
              <a:rPr lang="en-GB" dirty="0" err="1"/>
              <a:t>level</a:t>
            </a:r>
            <a:endParaRPr lang="en-GB" dirty="0"/>
          </a:p>
        </p:txBody>
      </p:sp>
      <p:sp>
        <p:nvSpPr>
          <p:cNvPr id="14" name="text" descr="{&quot;templafy&quot;:{&quot;id&quot;:&quot;19392b15-c614-4755-aea8-28d38b6bbe91&quot;}}" title="UserProfile.Institut.InstituteDCU_{{DocumentLanguage}}">
            <a:extLst>
              <a:ext uri="{FF2B5EF4-FFF2-40B4-BE49-F238E27FC236}">
                <a16:creationId xmlns:a16="http://schemas.microsoft.com/office/drawing/2014/main" id="{060969B2-E177-4704-95D4-119A98BB90C5}"/>
              </a:ext>
            </a:extLst>
          </p:cNvPr>
          <p:cNvSpPr txBox="1">
            <a:spLocks/>
          </p:cNvSpPr>
          <p:nvPr/>
        </p:nvSpPr>
        <p:spPr>
          <a:xfrm>
            <a:off x="6692400" y="249585"/>
            <a:ext cx="4680000" cy="478677"/>
          </a:xfrm>
          <a:prstGeom prst="rect">
            <a:avLst/>
          </a:prstGeom>
          <a:noFill/>
        </p:spPr>
        <p:txBody>
          <a:bodyPr wrap="square" lIns="10800" tIns="0" rIns="0" bIns="90000" anchor="b" anchorCtr="0">
            <a:noAutofit/>
          </a:bodyPr>
          <a:lstStyle>
            <a:lvl1pPr marL="0" indent="0" algn="l" defTabSz="914400" rtl="0" eaLnBrk="1" latinLnBrk="0" hangingPunct="1">
              <a:lnSpc>
                <a:spcPct val="90000"/>
              </a:lnSpc>
              <a:spcBef>
                <a:spcPts val="0"/>
              </a:spcBef>
              <a:buFont typeface="Arial" panose="020B0604020202020204" pitchFamily="34" charset="0"/>
              <a:buNone/>
              <a:defRPr sz="1400" b="1"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GB" dirty="0"/>
              <a:t>The Maersk Mc-Kinney Moller Institute</a:t>
            </a:r>
          </a:p>
        </p:txBody>
      </p:sp>
      <p:sp>
        <p:nvSpPr>
          <p:cNvPr id="16" name="sdu.dk">
            <a:extLst>
              <a:ext uri="{FF2B5EF4-FFF2-40B4-BE49-F238E27FC236}">
                <a16:creationId xmlns:a16="http://schemas.microsoft.com/office/drawing/2014/main" id="{406E07B7-D9E4-488D-BA7B-56AC0D1DDD05}"/>
              </a:ext>
            </a:extLst>
          </p:cNvPr>
          <p:cNvSpPr/>
          <p:nvPr/>
        </p:nvSpPr>
        <p:spPr>
          <a:xfrm rot="5400000">
            <a:off x="11480800" y="721379"/>
            <a:ext cx="914400" cy="3765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1100" b="1" noProof="1">
                <a:solidFill>
                  <a:schemeClr val="tx1"/>
                </a:solidFill>
              </a:rPr>
              <a:t>sdu.dk</a:t>
            </a:r>
            <a:endParaRPr lang="en-GB"/>
          </a:p>
        </p:txBody>
      </p:sp>
      <p:sp>
        <p:nvSpPr>
          <p:cNvPr id="17" name="#sdudk">
            <a:extLst>
              <a:ext uri="{FF2B5EF4-FFF2-40B4-BE49-F238E27FC236}">
                <a16:creationId xmlns:a16="http://schemas.microsoft.com/office/drawing/2014/main" id="{CD1A1828-0ED2-4AFE-8C5E-683996CBAF9D}"/>
              </a:ext>
            </a:extLst>
          </p:cNvPr>
          <p:cNvSpPr/>
          <p:nvPr/>
        </p:nvSpPr>
        <p:spPr>
          <a:xfrm rot="5400000">
            <a:off x="11482792" y="2027544"/>
            <a:ext cx="914400" cy="3765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1100" b="1" noProof="1">
                <a:solidFill>
                  <a:schemeClr val="tx1"/>
                </a:solidFill>
              </a:rPr>
              <a:t>#sdudk</a:t>
            </a:r>
            <a:endParaRPr lang="en-GB"/>
          </a:p>
        </p:txBody>
      </p:sp>
      <p:cxnSp>
        <p:nvCxnSpPr>
          <p:cNvPr id="18" name="Straight Connector 17">
            <a:extLst>
              <a:ext uri="{FF2B5EF4-FFF2-40B4-BE49-F238E27FC236}">
                <a16:creationId xmlns:a16="http://schemas.microsoft.com/office/drawing/2014/main" id="{B68D6574-D545-4AC1-804C-76EBF3BEC544}"/>
              </a:ext>
            </a:extLst>
          </p:cNvPr>
          <p:cNvCxnSpPr>
            <a:cxnSpLocks/>
          </p:cNvCxnSpPr>
          <p:nvPr/>
        </p:nvCxnSpPr>
        <p:spPr>
          <a:xfrm>
            <a:off x="6691637" y="715665"/>
            <a:ext cx="699211"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date" descr="{&quot;templafy&quot;:{&quot;id&quot;:&quot;7c8a4e8f-f1eb-4af7-b254-c88f4a86ec48&quot;}}" title="Form.Date">
            <a:extLst>
              <a:ext uri="{FF2B5EF4-FFF2-40B4-BE49-F238E27FC236}">
                <a16:creationId xmlns:a16="http://schemas.microsoft.com/office/drawing/2014/main" id="{38150A77-BE4E-404D-B314-A1C41C791C1B}"/>
              </a:ext>
            </a:extLst>
          </p:cNvPr>
          <p:cNvSpPr/>
          <p:nvPr/>
        </p:nvSpPr>
        <p:spPr>
          <a:xfrm>
            <a:off x="9156032" y="6349384"/>
            <a:ext cx="2624806" cy="1800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r"/>
            <a:r>
              <a:rPr lang="en-GB" sz="1200" b="0" dirty="0">
                <a:solidFill>
                  <a:schemeClr val="tx1"/>
                </a:solidFill>
              </a:rPr>
              <a:t>September 2020</a:t>
            </a:r>
          </a:p>
        </p:txBody>
      </p:sp>
      <p:pic>
        <p:nvPicPr>
          <p:cNvPr id="20" name="Logo black">
            <a:extLst>
              <a:ext uri="{FF2B5EF4-FFF2-40B4-BE49-F238E27FC236}">
                <a16:creationId xmlns:a16="http://schemas.microsoft.com/office/drawing/2014/main" id="{1421C492-A651-4EE4-BB8B-C6886E7B5C1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92400" y="6294893"/>
            <a:ext cx="784800" cy="211840"/>
          </a:xfrm>
          <a:prstGeom prst="rect">
            <a:avLst/>
          </a:prstGeom>
        </p:spPr>
      </p:pic>
      <p:sp>
        <p:nvSpPr>
          <p:cNvPr id="30" name="Date Placeholder 14">
            <a:extLst>
              <a:ext uri="{FF2B5EF4-FFF2-40B4-BE49-F238E27FC236}">
                <a16:creationId xmlns:a16="http://schemas.microsoft.com/office/drawing/2014/main" id="{2C4B35A0-F8F7-420F-9E06-CC0AAAA0B84F}"/>
              </a:ext>
            </a:extLst>
          </p:cNvPr>
          <p:cNvSpPr txBox="1">
            <a:spLocks/>
          </p:cNvSpPr>
          <p:nvPr/>
        </p:nvSpPr>
        <p:spPr>
          <a:xfrm>
            <a:off x="0" y="6912000"/>
            <a:ext cx="0" cy="0"/>
          </a:xfrm>
          <a:prstGeom prst="rect">
            <a:avLst/>
          </a:prstGeom>
        </p:spPr>
        <p:txBody>
          <a:bodyPr vert="horz" lIns="91440" tIns="45720" rIns="91440" bIns="45720" rtlCol="0" anchor="ctr"/>
          <a:lstStyle>
            <a:defPPr>
              <a:defRPr lang="en-US"/>
            </a:defPPr>
            <a:lvl1pPr marL="0" algn="l" defTabSz="914400" rtl="0" eaLnBrk="1" latinLnBrk="0" hangingPunct="1">
              <a:defRPr sz="100"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1A13B18-F5ED-4611-8DBB-F05123AFBA22}" type="datetimeFigureOut">
              <a:rPr lang="en-GB" smtClean="0"/>
              <a:pPr/>
              <a:t>26/02/2024</a:t>
            </a:fld>
            <a:endParaRPr lang="en-GB" dirty="0"/>
          </a:p>
        </p:txBody>
      </p:sp>
      <p:sp>
        <p:nvSpPr>
          <p:cNvPr id="22" name="TextBox 21">
            <a:extLst>
              <a:ext uri="{FF2B5EF4-FFF2-40B4-BE49-F238E27FC236}">
                <a16:creationId xmlns:a16="http://schemas.microsoft.com/office/drawing/2014/main" id="{7C94981C-CC58-4018-9B19-5053EFA6B6A9}"/>
              </a:ext>
            </a:extLst>
          </p:cNvPr>
          <p:cNvSpPr txBox="1"/>
          <p:nvPr/>
        </p:nvSpPr>
        <p:spPr>
          <a:xfrm>
            <a:off x="0" y="-349741"/>
            <a:ext cx="11457183" cy="323165"/>
          </a:xfrm>
          <a:prstGeom prst="rect">
            <a:avLst/>
          </a:prstGeom>
          <a:noFill/>
        </p:spPr>
        <p:txBody>
          <a:bodyPr wrap="square" lIns="0" tIns="0" rIns="0" bIns="0" rtlCol="0">
            <a:spAutoFit/>
          </a:bodyPr>
          <a:lstStyle/>
          <a:p>
            <a:r>
              <a:rPr lang="en-GB" sz="1050" b="1" noProof="1"/>
              <a:t>Skift baggrundsfarve. </a:t>
            </a:r>
            <a:r>
              <a:rPr lang="en-GB" sz="1050" noProof="1"/>
              <a:t>Højreklik på slidet og vælg </a:t>
            </a:r>
            <a:r>
              <a:rPr lang="en-GB" sz="1050" b="1" noProof="1"/>
              <a:t>Formatér baggrund</a:t>
            </a:r>
            <a:r>
              <a:rPr lang="en-GB" sz="1050" noProof="1"/>
              <a:t>. Klik på </a:t>
            </a:r>
            <a:r>
              <a:rPr lang="en-GB" sz="1050" b="1" noProof="1"/>
              <a:t>Fyld farve </a:t>
            </a:r>
            <a:r>
              <a:rPr lang="en-GB" sz="1050" noProof="1"/>
              <a:t>i Formater baggrund vinduet og vælg farve fra øverste række i SDU’s farve palette eller fra den brugerdefinerede farvepalette</a:t>
            </a:r>
            <a:endParaRPr lang="en-GB"/>
          </a:p>
        </p:txBody>
      </p:sp>
    </p:spTree>
    <p:extLst>
      <p:ext uri="{BB962C8B-B14F-4D97-AF65-F5344CB8AC3E}">
        <p14:creationId xmlns:p14="http://schemas.microsoft.com/office/powerpoint/2010/main" val="214403534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p:cSld name="Billede og tekst (CV)">
    <p:spTree>
      <p:nvGrpSpPr>
        <p:cNvPr id="1" name=""/>
        <p:cNvGrpSpPr/>
        <p:nvPr/>
      </p:nvGrpSpPr>
      <p:grpSpPr>
        <a:xfrm>
          <a:off x="0" y="0"/>
          <a:ext cx="0" cy="0"/>
          <a:chOff x="0" y="0"/>
          <a:chExt cx="0" cy="0"/>
        </a:xfrm>
      </p:grpSpPr>
      <p:sp>
        <p:nvSpPr>
          <p:cNvPr id="7" name="Titel 1"/>
          <p:cNvSpPr>
            <a:spLocks noGrp="1"/>
          </p:cNvSpPr>
          <p:nvPr>
            <p:ph type="title" hasCustomPrompt="1"/>
          </p:nvPr>
        </p:nvSpPr>
        <p:spPr>
          <a:xfrm>
            <a:off x="6710399" y="1700213"/>
            <a:ext cx="4677070" cy="1436392"/>
          </a:xfrm>
        </p:spPr>
        <p:txBody>
          <a:bodyPr/>
          <a:lstStyle>
            <a:lvl1pPr>
              <a:defRPr sz="4800"/>
            </a:lvl1pPr>
          </a:lstStyle>
          <a:p>
            <a:r>
              <a:rPr lang="en-GB" dirty="0"/>
              <a:t>Overskrift i </a:t>
            </a:r>
            <a:r>
              <a:rPr lang="en-GB" dirty="0" err="1"/>
              <a:t>maks</a:t>
            </a:r>
            <a:r>
              <a:rPr lang="en-GB" dirty="0"/>
              <a:t> 2 linjer</a:t>
            </a:r>
            <a:endParaRPr lang="en-GB"/>
          </a:p>
        </p:txBody>
      </p:sp>
      <p:sp>
        <p:nvSpPr>
          <p:cNvPr id="15" name="Text Placeholder 4">
            <a:extLst>
              <a:ext uri="{FF2B5EF4-FFF2-40B4-BE49-F238E27FC236}">
                <a16:creationId xmlns:a16="http://schemas.microsoft.com/office/drawing/2014/main" id="{6FAAEFF0-FCE4-48D6-A0D1-A458F3CD3EB3}"/>
              </a:ext>
            </a:extLst>
          </p:cNvPr>
          <p:cNvSpPr>
            <a:spLocks noGrp="1"/>
          </p:cNvSpPr>
          <p:nvPr>
            <p:ph type="body" sz="quarter" idx="19" hasCustomPrompt="1"/>
          </p:nvPr>
        </p:nvSpPr>
        <p:spPr>
          <a:xfrm>
            <a:off x="6692202" y="3387600"/>
            <a:ext cx="4680000" cy="2466000"/>
          </a:xfrm>
        </p:spPr>
        <p:txBody>
          <a:bodyPr/>
          <a:lstStyle>
            <a:lvl1pPr>
              <a:defRPr/>
            </a:lvl1pPr>
          </a:lstStyle>
          <a:p>
            <a:pPr lvl="0"/>
            <a:r>
              <a:rPr lang="en-GB" dirty="0"/>
              <a:t>Klik for at tilføje tekst</a:t>
            </a:r>
            <a:endParaRPr lang="en-GB"/>
          </a:p>
          <a:p>
            <a:pPr lvl="1"/>
            <a:r>
              <a:rPr lang="en-GB" dirty="0"/>
              <a:t>Second </a:t>
            </a:r>
            <a:r>
              <a:rPr lang="en-GB" dirty="0" err="1"/>
              <a:t>level</a:t>
            </a:r>
            <a:endParaRPr lang="en-GB" dirty="0"/>
          </a:p>
          <a:p>
            <a:pPr lvl="2"/>
            <a:r>
              <a:rPr lang="en-GB" dirty="0"/>
              <a:t>Third </a:t>
            </a:r>
            <a:r>
              <a:rPr lang="en-GB" dirty="0" err="1"/>
              <a:t>level</a:t>
            </a:r>
            <a:endParaRPr lang="en-GB" dirty="0"/>
          </a:p>
          <a:p>
            <a:pPr lvl="3"/>
            <a:r>
              <a:rPr lang="en-GB" dirty="0" err="1"/>
              <a:t>Fourth</a:t>
            </a:r>
            <a:r>
              <a:rPr lang="en-GB" dirty="0"/>
              <a:t> </a:t>
            </a:r>
            <a:r>
              <a:rPr lang="en-GB" dirty="0" err="1"/>
              <a:t>level</a:t>
            </a:r>
            <a:endParaRPr lang="en-GB" dirty="0"/>
          </a:p>
          <a:p>
            <a:pPr lvl="4"/>
            <a:r>
              <a:rPr lang="en-GB" dirty="0"/>
              <a:t>Fifth </a:t>
            </a:r>
            <a:r>
              <a:rPr lang="en-GB" dirty="0" err="1"/>
              <a:t>level</a:t>
            </a:r>
            <a:endParaRPr lang="en-GB" dirty="0"/>
          </a:p>
        </p:txBody>
      </p:sp>
      <p:sp>
        <p:nvSpPr>
          <p:cNvPr id="6" name="Text Placeholder 5">
            <a:extLst>
              <a:ext uri="{FF2B5EF4-FFF2-40B4-BE49-F238E27FC236}">
                <a16:creationId xmlns:a16="http://schemas.microsoft.com/office/drawing/2014/main" id="{2F21E6D3-406B-4DA0-9B5A-6A2F208BAF71}"/>
              </a:ext>
            </a:extLst>
          </p:cNvPr>
          <p:cNvSpPr>
            <a:spLocks noGrp="1"/>
          </p:cNvSpPr>
          <p:nvPr>
            <p:ph type="body" sz="quarter" idx="18" hasCustomPrompt="1"/>
          </p:nvPr>
        </p:nvSpPr>
        <p:spPr>
          <a:xfrm>
            <a:off x="6710399" y="452437"/>
            <a:ext cx="4659277" cy="790493"/>
          </a:xfrm>
        </p:spPr>
        <p:txBody>
          <a:bodyPr anchor="b" anchorCtr="0"/>
          <a:lstStyle>
            <a:lvl1pPr marL="0" indent="0">
              <a:buFont typeface="Arial" panose="020B0604020202020204" pitchFamily="34" charset="0"/>
              <a:buNone/>
              <a:defRPr/>
            </a:lvl1pPr>
          </a:lstStyle>
          <a:p>
            <a:pPr lvl="0"/>
            <a:r>
              <a:rPr lang="en-GB" dirty="0"/>
              <a:t>Klik for at indsætte tekst (f.eks. job titel)</a:t>
            </a:r>
            <a:endParaRPr lang="en-GB"/>
          </a:p>
        </p:txBody>
      </p:sp>
      <p:sp>
        <p:nvSpPr>
          <p:cNvPr id="10" name="Pladsholder til billede 3"/>
          <p:cNvSpPr>
            <a:spLocks noGrp="1"/>
          </p:cNvSpPr>
          <p:nvPr>
            <p:ph type="pic" sz="quarter" idx="13" hasCustomPrompt="1"/>
          </p:nvPr>
        </p:nvSpPr>
        <p:spPr>
          <a:xfrm>
            <a:off x="411163" y="1016000"/>
            <a:ext cx="4043879" cy="4804038"/>
          </a:xfrm>
          <a:noFill/>
        </p:spPr>
        <p:txBody>
          <a:bodyPr/>
          <a:lstStyle>
            <a:lvl1pPr marL="0" indent="0" algn="ctr">
              <a:buNone/>
              <a:defRPr sz="1100"/>
            </a:lvl1pPr>
          </a:lstStyle>
          <a:p>
            <a:r>
              <a:rPr lang="en-GB" dirty="0"/>
              <a:t>Vælg pladsholderen og indsæt billede via Templafy/Skyfish eller ikon eller logo via Templafy/Billeder</a:t>
            </a:r>
            <a:endParaRPr lang="en-GB"/>
          </a:p>
        </p:txBody>
      </p:sp>
      <p:sp>
        <p:nvSpPr>
          <p:cNvPr id="18" name="Date Placeholder 14">
            <a:extLst>
              <a:ext uri="{FF2B5EF4-FFF2-40B4-BE49-F238E27FC236}">
                <a16:creationId xmlns:a16="http://schemas.microsoft.com/office/drawing/2014/main" id="{4AC2696B-BD55-4932-A36E-BCC4318F22B0}"/>
              </a:ext>
            </a:extLst>
          </p:cNvPr>
          <p:cNvSpPr txBox="1">
            <a:spLocks/>
          </p:cNvSpPr>
          <p:nvPr/>
        </p:nvSpPr>
        <p:spPr>
          <a:xfrm>
            <a:off x="0" y="6912000"/>
            <a:ext cx="0" cy="0"/>
          </a:xfrm>
          <a:prstGeom prst="rect">
            <a:avLst/>
          </a:prstGeom>
        </p:spPr>
        <p:txBody>
          <a:bodyPr vert="horz" lIns="91440" tIns="45720" rIns="91440" bIns="45720" rtlCol="0" anchor="ctr"/>
          <a:lstStyle>
            <a:defPPr>
              <a:defRPr lang="en-US"/>
            </a:defPPr>
            <a:lvl1pPr marL="0" algn="l" defTabSz="914400" rtl="0" eaLnBrk="1" latinLnBrk="0" hangingPunct="1">
              <a:defRPr sz="100"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1A13B18-F5ED-4611-8DBB-F05123AFBA22}" type="datetimeFigureOut">
              <a:rPr lang="en-GB" smtClean="0"/>
              <a:pPr/>
              <a:t>26/02/2024</a:t>
            </a:fld>
            <a:endParaRPr lang="en-GB" dirty="0"/>
          </a:p>
        </p:txBody>
      </p:sp>
      <p:sp>
        <p:nvSpPr>
          <p:cNvPr id="4" name="Date Placeholder 3">
            <a:extLst>
              <a:ext uri="{FF2B5EF4-FFF2-40B4-BE49-F238E27FC236}">
                <a16:creationId xmlns:a16="http://schemas.microsoft.com/office/drawing/2014/main" id="{01591D0A-163E-46D9-B4AE-DA2791457328}"/>
              </a:ext>
            </a:extLst>
          </p:cNvPr>
          <p:cNvSpPr>
            <a:spLocks noGrp="1"/>
          </p:cNvSpPr>
          <p:nvPr>
            <p:ph type="dt" sz="half" idx="20"/>
          </p:nvPr>
        </p:nvSpPr>
        <p:spPr/>
        <p:txBody>
          <a:bodyPr/>
          <a:lstStyle/>
          <a:p>
            <a:fld id="{1D8BD707-D9CF-40AE-B4C6-C98DA3205C09}" type="datetimeFigureOut">
              <a:rPr lang="en-US" smtClean="0"/>
              <a:t>2/26/24</a:t>
            </a:fld>
            <a:endParaRPr lang="en-US"/>
          </a:p>
        </p:txBody>
      </p:sp>
      <p:sp>
        <p:nvSpPr>
          <p:cNvPr id="5" name="Footer Placeholder 4">
            <a:extLst>
              <a:ext uri="{FF2B5EF4-FFF2-40B4-BE49-F238E27FC236}">
                <a16:creationId xmlns:a16="http://schemas.microsoft.com/office/drawing/2014/main" id="{CD31645F-3EEE-4ACC-9DE8-38B996FFAD12}"/>
              </a:ext>
            </a:extLst>
          </p:cNvPr>
          <p:cNvSpPr>
            <a:spLocks noGrp="1"/>
          </p:cNvSpPr>
          <p:nvPr>
            <p:ph type="ftr" sz="quarter" idx="21"/>
          </p:nvPr>
        </p:nvSpPr>
        <p:spPr/>
        <p:txBody>
          <a:bodyPr/>
          <a:lstStyle/>
          <a:p>
            <a:endParaRPr lang="da-DK"/>
          </a:p>
        </p:txBody>
      </p:sp>
      <p:sp>
        <p:nvSpPr>
          <p:cNvPr id="11" name="Slide Number Placeholder 10">
            <a:extLst>
              <a:ext uri="{FF2B5EF4-FFF2-40B4-BE49-F238E27FC236}">
                <a16:creationId xmlns:a16="http://schemas.microsoft.com/office/drawing/2014/main" id="{DA9685AE-678B-466E-B97B-590BC795CFDA}"/>
              </a:ext>
            </a:extLst>
          </p:cNvPr>
          <p:cNvSpPr>
            <a:spLocks noGrp="1"/>
          </p:cNvSpPr>
          <p:nvPr>
            <p:ph type="sldNum" sz="quarter" idx="22"/>
          </p:nvPr>
        </p:nvSpPr>
        <p:spPr/>
        <p:txBody>
          <a:bodyPr/>
          <a:lstStyle/>
          <a:p>
            <a:fld id="{B6F15528-21DE-4FAA-801E-634DDDAF4B2B}" type="slidenum">
              <a:rPr lang="da-DK" smtClean="0"/>
              <a:t>‹nr.›</a:t>
            </a:fld>
            <a:endParaRPr lang="da-DK"/>
          </a:p>
        </p:txBody>
      </p:sp>
      <p:sp>
        <p:nvSpPr>
          <p:cNvPr id="12" name="TextBox 11">
            <a:extLst>
              <a:ext uri="{FF2B5EF4-FFF2-40B4-BE49-F238E27FC236}">
                <a16:creationId xmlns:a16="http://schemas.microsoft.com/office/drawing/2014/main" id="{4E308762-F27B-4C02-A3F6-050482784129}"/>
              </a:ext>
            </a:extLst>
          </p:cNvPr>
          <p:cNvSpPr txBox="1"/>
          <p:nvPr/>
        </p:nvSpPr>
        <p:spPr>
          <a:xfrm>
            <a:off x="0" y="-349741"/>
            <a:ext cx="11457183" cy="323165"/>
          </a:xfrm>
          <a:prstGeom prst="rect">
            <a:avLst/>
          </a:prstGeom>
          <a:noFill/>
        </p:spPr>
        <p:txBody>
          <a:bodyPr wrap="square" lIns="0" tIns="0" rIns="0" bIns="0" rtlCol="0">
            <a:spAutoFit/>
          </a:bodyPr>
          <a:lstStyle/>
          <a:p>
            <a:r>
              <a:rPr lang="en-GB" sz="1050" b="1" noProof="1"/>
              <a:t>Skift baggrundsfarve. </a:t>
            </a:r>
            <a:r>
              <a:rPr lang="en-GB" sz="1050" noProof="1"/>
              <a:t>Højreklik på slidet og vælg </a:t>
            </a:r>
            <a:r>
              <a:rPr lang="en-GB" sz="1050" b="1" noProof="1"/>
              <a:t>Formatér baggrund</a:t>
            </a:r>
            <a:r>
              <a:rPr lang="en-GB" sz="1050" noProof="1"/>
              <a:t>. Klik på </a:t>
            </a:r>
            <a:r>
              <a:rPr lang="en-GB" sz="1050" b="1" noProof="1"/>
              <a:t>Fyld farve </a:t>
            </a:r>
            <a:r>
              <a:rPr lang="en-GB" sz="1050" noProof="1"/>
              <a:t>i Formater baggrund vinduet og vælg farve fra øverste række i SDU’s farve palette eller fra den brugerdefinerede farvepalette</a:t>
            </a:r>
            <a:endParaRPr lang="en-GB"/>
          </a:p>
        </p:txBody>
      </p:sp>
      <p:pic>
        <p:nvPicPr>
          <p:cNvPr id="13" name="Logo black">
            <a:extLst>
              <a:ext uri="{FF2B5EF4-FFF2-40B4-BE49-F238E27FC236}">
                <a16:creationId xmlns:a16="http://schemas.microsoft.com/office/drawing/2014/main" id="{16CDF92D-C78F-4CBE-853B-4E3CD39D2A5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3346" y="6294893"/>
            <a:ext cx="784800" cy="211840"/>
          </a:xfrm>
          <a:prstGeom prst="rect">
            <a:avLst/>
          </a:prstGeom>
        </p:spPr>
      </p:pic>
      <p:sp>
        <p:nvSpPr>
          <p:cNvPr id="14" name="text" descr="{&quot;templafy&quot;:{&quot;id&quot;:&quot;c5e3364f-695b-4164-8ae0-df0baedf3be1&quot;}}" title="UserProfile.Institut.InstituteDCU_{{DocumentLanguage}}">
            <a:extLst>
              <a:ext uri="{FF2B5EF4-FFF2-40B4-BE49-F238E27FC236}">
                <a16:creationId xmlns:a16="http://schemas.microsoft.com/office/drawing/2014/main" id="{DF6D8BC8-E65A-425F-8A88-41B507F8A632}"/>
              </a:ext>
            </a:extLst>
          </p:cNvPr>
          <p:cNvSpPr txBox="1">
            <a:spLocks/>
          </p:cNvSpPr>
          <p:nvPr/>
        </p:nvSpPr>
        <p:spPr>
          <a:xfrm>
            <a:off x="411160" y="442422"/>
            <a:ext cx="6027347" cy="284778"/>
          </a:xfrm>
          <a:prstGeom prst="rect">
            <a:avLst/>
          </a:prstGeom>
          <a:noFill/>
        </p:spPr>
        <p:txBody>
          <a:bodyPr wrap="square" lIns="10800" tIns="0" rIns="0" bIns="90000" anchor="b" anchorCtr="0">
            <a:spAutoFit/>
          </a:bodyPr>
          <a:lstStyle>
            <a:lvl1pPr marL="0" indent="0" algn="l" defTabSz="914400" rtl="0" eaLnBrk="1" latinLnBrk="0" hangingPunct="1">
              <a:lnSpc>
                <a:spcPct val="90000"/>
              </a:lnSpc>
              <a:spcBef>
                <a:spcPts val="0"/>
              </a:spcBef>
              <a:buFont typeface="Arial" panose="020B0604020202020204" pitchFamily="34" charset="0"/>
              <a:buNone/>
              <a:defRPr sz="1400" b="1"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GB"/>
              <a:t>The Maersk Mc-Kinney Moller Institute</a:t>
            </a:r>
          </a:p>
        </p:txBody>
      </p:sp>
      <p:cxnSp>
        <p:nvCxnSpPr>
          <p:cNvPr id="16" name="Straight Connector 15">
            <a:extLst>
              <a:ext uri="{FF2B5EF4-FFF2-40B4-BE49-F238E27FC236}">
                <a16:creationId xmlns:a16="http://schemas.microsoft.com/office/drawing/2014/main" id="{07D7BB8A-9FF7-4F5F-964E-11BE0AD89A9E}"/>
              </a:ext>
            </a:extLst>
          </p:cNvPr>
          <p:cNvCxnSpPr>
            <a:cxnSpLocks/>
          </p:cNvCxnSpPr>
          <p:nvPr/>
        </p:nvCxnSpPr>
        <p:spPr>
          <a:xfrm>
            <a:off x="410400" y="715665"/>
            <a:ext cx="699211"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EA0D29C7-1B08-47AE-80F0-21F12DFA77CE}"/>
              </a:ext>
            </a:extLst>
          </p:cNvPr>
          <p:cNvSpPr/>
          <p:nvPr/>
        </p:nvSpPr>
        <p:spPr>
          <a:xfrm rot="5400000">
            <a:off x="11480800" y="721379"/>
            <a:ext cx="914400" cy="3765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1100" b="1" noProof="1">
                <a:solidFill>
                  <a:schemeClr val="tx1"/>
                </a:solidFill>
              </a:rPr>
              <a:t>sdu.dk</a:t>
            </a:r>
            <a:endParaRPr lang="en-GB"/>
          </a:p>
        </p:txBody>
      </p:sp>
      <p:sp>
        <p:nvSpPr>
          <p:cNvPr id="19" name="Rectangle 18">
            <a:extLst>
              <a:ext uri="{FF2B5EF4-FFF2-40B4-BE49-F238E27FC236}">
                <a16:creationId xmlns:a16="http://schemas.microsoft.com/office/drawing/2014/main" id="{BBE87218-65BF-484A-9BC3-CFE3F6FD4ECC}"/>
              </a:ext>
            </a:extLst>
          </p:cNvPr>
          <p:cNvSpPr/>
          <p:nvPr/>
        </p:nvSpPr>
        <p:spPr>
          <a:xfrm rot="5400000">
            <a:off x="11482792" y="2027544"/>
            <a:ext cx="914400" cy="3765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1100" b="1" noProof="1">
                <a:solidFill>
                  <a:schemeClr val="tx1"/>
                </a:solidFill>
              </a:rPr>
              <a:t>#sdudk</a:t>
            </a:r>
            <a:endParaRPr lang="en-GB"/>
          </a:p>
        </p:txBody>
      </p:sp>
    </p:spTree>
    <p:extLst>
      <p:ext uri="{BB962C8B-B14F-4D97-AF65-F5344CB8AC3E}">
        <p14:creationId xmlns:p14="http://schemas.microsoft.com/office/powerpoint/2010/main" val="315159374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Overskrift og bille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14697" y="1700212"/>
            <a:ext cx="5367600" cy="4141787"/>
          </a:xfrm>
        </p:spPr>
        <p:txBody>
          <a:bodyPr anchor="t" anchorCtr="0"/>
          <a:lstStyle>
            <a:lvl1pPr algn="l">
              <a:lnSpc>
                <a:spcPct val="100000"/>
              </a:lnSpc>
              <a:defRPr sz="3600">
                <a:solidFill>
                  <a:schemeClr val="tx1"/>
                </a:solidFill>
              </a:defRPr>
            </a:lvl1pPr>
          </a:lstStyle>
          <a:p>
            <a:r>
              <a:rPr lang="en-GB" dirty="0"/>
              <a:t>Klik for at tilføje overskrift</a:t>
            </a:r>
            <a:endParaRPr lang="en-GB"/>
          </a:p>
        </p:txBody>
      </p:sp>
      <p:sp>
        <p:nvSpPr>
          <p:cNvPr id="14" name="Picture Placeholder 3">
            <a:extLst>
              <a:ext uri="{FF2B5EF4-FFF2-40B4-BE49-F238E27FC236}">
                <a16:creationId xmlns:a16="http://schemas.microsoft.com/office/drawing/2014/main" id="{BAC5FF5C-5A1F-4EF8-85A8-E1370E4FA7C5}"/>
              </a:ext>
            </a:extLst>
          </p:cNvPr>
          <p:cNvSpPr>
            <a:spLocks noGrp="1"/>
          </p:cNvSpPr>
          <p:nvPr>
            <p:ph type="pic" sz="quarter" idx="14" hasCustomPrompt="1"/>
          </p:nvPr>
        </p:nvSpPr>
        <p:spPr>
          <a:xfrm>
            <a:off x="6415848" y="1000443"/>
            <a:ext cx="4951428" cy="4841557"/>
          </a:xfrm>
        </p:spPr>
        <p:txBody>
          <a:bodyPr/>
          <a:lstStyle>
            <a:lvl1pPr marL="0" indent="0" algn="ctr">
              <a:buNone/>
              <a:defRPr sz="1400"/>
            </a:lvl1pPr>
          </a:lstStyle>
          <a:p>
            <a:r>
              <a:rPr lang="en-GB" dirty="0"/>
              <a:t>Vælg pladsholderen og indsæt billede via Templafy/Skyfish eller ikon eller logo via Templafy/Billeder</a:t>
            </a:r>
            <a:endParaRPr lang="en-GB"/>
          </a:p>
        </p:txBody>
      </p:sp>
      <p:sp>
        <p:nvSpPr>
          <p:cNvPr id="17" name="Date Placeholder 14">
            <a:extLst>
              <a:ext uri="{FF2B5EF4-FFF2-40B4-BE49-F238E27FC236}">
                <a16:creationId xmlns:a16="http://schemas.microsoft.com/office/drawing/2014/main" id="{360EC57D-D72D-43A3-90BC-3ACC9F8BC95A}"/>
              </a:ext>
            </a:extLst>
          </p:cNvPr>
          <p:cNvSpPr>
            <a:spLocks noGrp="1"/>
          </p:cNvSpPr>
          <p:nvPr>
            <p:ph type="dt" sz="half" idx="2"/>
          </p:nvPr>
        </p:nvSpPr>
        <p:spPr>
          <a:xfrm>
            <a:off x="0" y="6912000"/>
            <a:ext cx="0" cy="0"/>
          </a:xfrm>
          <a:prstGeom prst="rect">
            <a:avLst/>
          </a:prstGeom>
        </p:spPr>
        <p:txBody>
          <a:bodyPr vert="horz" lIns="91440" tIns="45720" rIns="91440" bIns="45720" rtlCol="0" anchor="ctr"/>
          <a:lstStyle>
            <a:lvl1pPr algn="l">
              <a:defRPr sz="100">
                <a:noFill/>
              </a:defRPr>
            </a:lvl1pPr>
          </a:lstStyle>
          <a:p>
            <a:fld id="{1D8BD707-D9CF-40AE-B4C6-C98DA3205C09}" type="datetimeFigureOut">
              <a:rPr lang="en-US" smtClean="0"/>
              <a:t>2/26/24</a:t>
            </a:fld>
            <a:endParaRPr lang="en-US"/>
          </a:p>
        </p:txBody>
      </p:sp>
      <p:sp>
        <p:nvSpPr>
          <p:cNvPr id="18" name="Date Placeholder 14">
            <a:extLst>
              <a:ext uri="{FF2B5EF4-FFF2-40B4-BE49-F238E27FC236}">
                <a16:creationId xmlns:a16="http://schemas.microsoft.com/office/drawing/2014/main" id="{36B2A848-B2AD-472A-AC10-0002D162D52D}"/>
              </a:ext>
            </a:extLst>
          </p:cNvPr>
          <p:cNvSpPr txBox="1">
            <a:spLocks/>
          </p:cNvSpPr>
          <p:nvPr/>
        </p:nvSpPr>
        <p:spPr>
          <a:xfrm>
            <a:off x="0" y="6912000"/>
            <a:ext cx="0" cy="0"/>
          </a:xfrm>
          <a:prstGeom prst="rect">
            <a:avLst/>
          </a:prstGeom>
        </p:spPr>
        <p:txBody>
          <a:bodyPr vert="horz" lIns="91440" tIns="45720" rIns="91440" bIns="45720" rtlCol="0" anchor="ctr"/>
          <a:lstStyle>
            <a:defPPr>
              <a:defRPr lang="en-US"/>
            </a:defPPr>
            <a:lvl1pPr marL="0" algn="l" defTabSz="914400" rtl="0" eaLnBrk="1" latinLnBrk="0" hangingPunct="1">
              <a:defRPr sz="100"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1A13B18-F5ED-4611-8DBB-F05123AFBA22}" type="datetimeFigureOut">
              <a:rPr lang="en-GB" smtClean="0"/>
              <a:pPr/>
              <a:t>26/02/2024</a:t>
            </a:fld>
            <a:endParaRPr lang="en-GB" dirty="0"/>
          </a:p>
        </p:txBody>
      </p:sp>
      <p:sp>
        <p:nvSpPr>
          <p:cNvPr id="3" name="Footer Placeholder 2">
            <a:extLst>
              <a:ext uri="{FF2B5EF4-FFF2-40B4-BE49-F238E27FC236}">
                <a16:creationId xmlns:a16="http://schemas.microsoft.com/office/drawing/2014/main" id="{2920C039-324F-433E-90A2-B9FAD2872EC2}"/>
              </a:ext>
            </a:extLst>
          </p:cNvPr>
          <p:cNvSpPr>
            <a:spLocks noGrp="1"/>
          </p:cNvSpPr>
          <p:nvPr>
            <p:ph type="ftr" sz="quarter" idx="15"/>
          </p:nvPr>
        </p:nvSpPr>
        <p:spPr/>
        <p:txBody>
          <a:bodyPr/>
          <a:lstStyle/>
          <a:p>
            <a:endParaRPr lang="da-DK"/>
          </a:p>
        </p:txBody>
      </p:sp>
      <p:sp>
        <p:nvSpPr>
          <p:cNvPr id="4" name="Slide Number Placeholder 3">
            <a:extLst>
              <a:ext uri="{FF2B5EF4-FFF2-40B4-BE49-F238E27FC236}">
                <a16:creationId xmlns:a16="http://schemas.microsoft.com/office/drawing/2014/main" id="{417D6F82-73FC-4F13-BFEC-9200E77E1527}"/>
              </a:ext>
            </a:extLst>
          </p:cNvPr>
          <p:cNvSpPr>
            <a:spLocks noGrp="1"/>
          </p:cNvSpPr>
          <p:nvPr>
            <p:ph type="sldNum" sz="quarter" idx="16"/>
          </p:nvPr>
        </p:nvSpPr>
        <p:spPr/>
        <p:txBody>
          <a:bodyPr/>
          <a:lstStyle/>
          <a:p>
            <a:fld id="{B6F15528-21DE-4FAA-801E-634DDDAF4B2B}" type="slidenum">
              <a:rPr lang="da-DK" smtClean="0"/>
              <a:t>‹nr.›</a:t>
            </a:fld>
            <a:endParaRPr lang="da-DK"/>
          </a:p>
        </p:txBody>
      </p:sp>
    </p:spTree>
    <p:extLst>
      <p:ext uri="{BB962C8B-B14F-4D97-AF65-F5344CB8AC3E}">
        <p14:creationId xmlns:p14="http://schemas.microsoft.com/office/powerpoint/2010/main" val="304182831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Fire ikoner">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2FA71C01-3350-42F9-9392-0F3379095A93}"/>
              </a:ext>
            </a:extLst>
          </p:cNvPr>
          <p:cNvSpPr>
            <a:spLocks noGrp="1"/>
          </p:cNvSpPr>
          <p:nvPr>
            <p:ph sz="quarter" idx="13" hasCustomPrompt="1"/>
          </p:nvPr>
        </p:nvSpPr>
        <p:spPr>
          <a:xfrm>
            <a:off x="2932902" y="1700213"/>
            <a:ext cx="936000" cy="936000"/>
          </a:xfrm>
        </p:spPr>
        <p:txBody>
          <a:bodyPr wrap="none"/>
          <a:lstStyle>
            <a:lvl1pPr marL="0" indent="0">
              <a:buNone/>
              <a:defRPr sz="1000"/>
            </a:lvl1pPr>
          </a:lstStyle>
          <a:p>
            <a:pPr lvl="0"/>
            <a:r>
              <a:rPr lang="en-GB" dirty="0"/>
              <a:t>Indsæt logo: Vælg pladsholderen, indsæt logo via Templafy/Billeder</a:t>
            </a:r>
            <a:endParaRPr lang="en-GB"/>
          </a:p>
        </p:txBody>
      </p:sp>
      <p:sp>
        <p:nvSpPr>
          <p:cNvPr id="11" name="Text Placeholder 10">
            <a:extLst>
              <a:ext uri="{FF2B5EF4-FFF2-40B4-BE49-F238E27FC236}">
                <a16:creationId xmlns:a16="http://schemas.microsoft.com/office/drawing/2014/main" id="{C0A09C85-3CCC-44AB-A808-AA96845B1281}"/>
              </a:ext>
            </a:extLst>
          </p:cNvPr>
          <p:cNvSpPr>
            <a:spLocks noGrp="1"/>
          </p:cNvSpPr>
          <p:nvPr>
            <p:ph type="body" sz="quarter" idx="14" hasCustomPrompt="1"/>
          </p:nvPr>
        </p:nvSpPr>
        <p:spPr>
          <a:xfrm>
            <a:off x="2932902" y="2733129"/>
            <a:ext cx="3564000" cy="756000"/>
          </a:xfrm>
        </p:spPr>
        <p:txBody>
          <a:bodyPr/>
          <a:lstStyle>
            <a:lvl1pPr marL="0" indent="0">
              <a:buFont typeface="Arial" panose="020B0604020202020204" pitchFamily="34" charset="0"/>
              <a:buChar char="​"/>
              <a:defRPr sz="2100" b="1"/>
            </a:lvl1pPr>
            <a:lvl2pPr marL="252000">
              <a:defRPr/>
            </a:lvl2pPr>
            <a:lvl3pPr marL="504000">
              <a:defRPr/>
            </a:lvl3pPr>
          </a:lstStyle>
          <a:p>
            <a:pPr lvl="0"/>
            <a:r>
              <a:rPr lang="en-GB"/>
              <a:t>Klik for at tilføje overskrift</a:t>
            </a:r>
          </a:p>
          <a:p>
            <a:pPr lvl="1"/>
            <a:r>
              <a:rPr lang="en-GB"/>
              <a:t>Second level</a:t>
            </a:r>
          </a:p>
          <a:p>
            <a:pPr lvl="2"/>
            <a:endParaRPr lang="en-GB" dirty="0"/>
          </a:p>
        </p:txBody>
      </p:sp>
      <p:sp>
        <p:nvSpPr>
          <p:cNvPr id="13" name="Content Placeholder 12">
            <a:extLst>
              <a:ext uri="{FF2B5EF4-FFF2-40B4-BE49-F238E27FC236}">
                <a16:creationId xmlns:a16="http://schemas.microsoft.com/office/drawing/2014/main" id="{3F35B7FD-E0E2-4581-BAC7-8858E530AFEA}"/>
              </a:ext>
            </a:extLst>
          </p:cNvPr>
          <p:cNvSpPr>
            <a:spLocks noGrp="1"/>
          </p:cNvSpPr>
          <p:nvPr>
            <p:ph sz="quarter" idx="15" hasCustomPrompt="1"/>
          </p:nvPr>
        </p:nvSpPr>
        <p:spPr>
          <a:xfrm>
            <a:off x="2934000" y="4012975"/>
            <a:ext cx="936000" cy="936000"/>
          </a:xfrm>
        </p:spPr>
        <p:txBody>
          <a:bodyPr wrap="none"/>
          <a:lstStyle>
            <a:lvl1pPr marL="0" indent="0">
              <a:buNone/>
              <a:defRPr sz="1000"/>
            </a:lvl1pPr>
          </a:lstStyle>
          <a:p>
            <a:pPr lvl="0"/>
            <a:r>
              <a:rPr lang="en-GB" dirty="0"/>
              <a:t>Indsæt logo: Vælg pladsholderen, indsæt logo via Templafy/Billeder</a:t>
            </a:r>
            <a:endParaRPr lang="en-GB"/>
          </a:p>
        </p:txBody>
      </p:sp>
      <p:sp>
        <p:nvSpPr>
          <p:cNvPr id="15" name="Text Placeholder 14">
            <a:extLst>
              <a:ext uri="{FF2B5EF4-FFF2-40B4-BE49-F238E27FC236}">
                <a16:creationId xmlns:a16="http://schemas.microsoft.com/office/drawing/2014/main" id="{52C92166-E723-47D5-9A87-3354EB28C43E}"/>
              </a:ext>
            </a:extLst>
          </p:cNvPr>
          <p:cNvSpPr>
            <a:spLocks noGrp="1"/>
          </p:cNvSpPr>
          <p:nvPr>
            <p:ph type="body" sz="quarter" idx="16" hasCustomPrompt="1"/>
          </p:nvPr>
        </p:nvSpPr>
        <p:spPr>
          <a:xfrm>
            <a:off x="2932112" y="5093240"/>
            <a:ext cx="3564000" cy="756000"/>
          </a:xfrm>
        </p:spPr>
        <p:txBody>
          <a:bodyPr/>
          <a:lstStyle>
            <a:lvl1pPr marL="0" indent="0">
              <a:buFont typeface="Arial" panose="020B0604020202020204" pitchFamily="34" charset="0"/>
              <a:buChar char="​"/>
              <a:defRPr sz="2000" b="1"/>
            </a:lvl1pPr>
            <a:lvl2pPr marL="252000">
              <a:defRPr/>
            </a:lvl2pPr>
            <a:lvl3pPr marL="252000" indent="0">
              <a:buNone/>
              <a:defRPr/>
            </a:lvl3pPr>
          </a:lstStyle>
          <a:p>
            <a:pPr lvl="0"/>
            <a:r>
              <a:rPr lang="en-GB" dirty="0"/>
              <a:t>Klik for at </a:t>
            </a:r>
            <a:r>
              <a:rPr lang="en-GB"/>
              <a:t>tilføje overskrift</a:t>
            </a:r>
          </a:p>
          <a:p>
            <a:pPr lvl="1"/>
            <a:r>
              <a:rPr lang="en-GB"/>
              <a:t>Second level</a:t>
            </a:r>
            <a:endParaRPr lang="en-GB" dirty="0"/>
          </a:p>
        </p:txBody>
      </p:sp>
      <p:sp>
        <p:nvSpPr>
          <p:cNvPr id="17" name="Content Placeholder 16">
            <a:extLst>
              <a:ext uri="{FF2B5EF4-FFF2-40B4-BE49-F238E27FC236}">
                <a16:creationId xmlns:a16="http://schemas.microsoft.com/office/drawing/2014/main" id="{AE23DA26-37CC-4CA7-8253-FD9AB459D2EF}"/>
              </a:ext>
            </a:extLst>
          </p:cNvPr>
          <p:cNvSpPr>
            <a:spLocks noGrp="1"/>
          </p:cNvSpPr>
          <p:nvPr>
            <p:ph sz="quarter" idx="17" hasCustomPrompt="1"/>
          </p:nvPr>
        </p:nvSpPr>
        <p:spPr>
          <a:xfrm>
            <a:off x="7474740" y="1700213"/>
            <a:ext cx="936000" cy="936000"/>
          </a:xfrm>
        </p:spPr>
        <p:txBody>
          <a:bodyPr wrap="none"/>
          <a:lstStyle>
            <a:lvl1pPr marL="0" indent="0">
              <a:buNone/>
              <a:defRPr sz="1000"/>
            </a:lvl1pPr>
            <a:lvl2pPr marL="252000" indent="0">
              <a:buNone/>
              <a:defRPr sz="1000"/>
            </a:lvl2pPr>
          </a:lstStyle>
          <a:p>
            <a:pPr lvl="0"/>
            <a:r>
              <a:rPr lang="en-GB" dirty="0"/>
              <a:t>Indsæt logo: Vælg pladsholderen, indsæt logo via Templafy/Billeder</a:t>
            </a:r>
            <a:endParaRPr lang="en-GB"/>
          </a:p>
        </p:txBody>
      </p:sp>
      <p:sp>
        <p:nvSpPr>
          <p:cNvPr id="19" name="Text Placeholder 18">
            <a:extLst>
              <a:ext uri="{FF2B5EF4-FFF2-40B4-BE49-F238E27FC236}">
                <a16:creationId xmlns:a16="http://schemas.microsoft.com/office/drawing/2014/main" id="{62682726-03AB-4490-8664-993881FA0BB1}"/>
              </a:ext>
            </a:extLst>
          </p:cNvPr>
          <p:cNvSpPr>
            <a:spLocks noGrp="1"/>
          </p:cNvSpPr>
          <p:nvPr>
            <p:ph type="body" sz="quarter" idx="18" hasCustomPrompt="1"/>
          </p:nvPr>
        </p:nvSpPr>
        <p:spPr>
          <a:xfrm>
            <a:off x="7459663" y="2732400"/>
            <a:ext cx="3564000" cy="756000"/>
          </a:xfrm>
        </p:spPr>
        <p:txBody>
          <a:bodyPr/>
          <a:lstStyle>
            <a:lvl1pPr marL="0" indent="0">
              <a:buFont typeface="Arial" panose="020B0604020202020204" pitchFamily="34" charset="0"/>
              <a:buChar char="​"/>
              <a:defRPr sz="2000" b="1"/>
            </a:lvl1pPr>
            <a:lvl2pPr marL="252000">
              <a:defRPr/>
            </a:lvl2pPr>
            <a:lvl3pPr marL="504000">
              <a:defRPr/>
            </a:lvl3pPr>
          </a:lstStyle>
          <a:p>
            <a:pPr lvl="0"/>
            <a:r>
              <a:rPr lang="en-GB" dirty="0"/>
              <a:t>Klik for at </a:t>
            </a:r>
            <a:r>
              <a:rPr lang="en-GB"/>
              <a:t>tilføje overskrift</a:t>
            </a:r>
          </a:p>
          <a:p>
            <a:pPr lvl="1"/>
            <a:r>
              <a:rPr lang="en-GB"/>
              <a:t>Second level</a:t>
            </a:r>
          </a:p>
          <a:p>
            <a:pPr lvl="2"/>
            <a:endParaRPr lang="en-GB" dirty="0"/>
          </a:p>
        </p:txBody>
      </p:sp>
      <p:sp>
        <p:nvSpPr>
          <p:cNvPr id="21" name="Content Placeholder 20">
            <a:extLst>
              <a:ext uri="{FF2B5EF4-FFF2-40B4-BE49-F238E27FC236}">
                <a16:creationId xmlns:a16="http://schemas.microsoft.com/office/drawing/2014/main" id="{762625AB-198B-4F37-9382-C78FD9118D5A}"/>
              </a:ext>
            </a:extLst>
          </p:cNvPr>
          <p:cNvSpPr>
            <a:spLocks noGrp="1"/>
          </p:cNvSpPr>
          <p:nvPr>
            <p:ph sz="quarter" idx="19" hasCustomPrompt="1"/>
          </p:nvPr>
        </p:nvSpPr>
        <p:spPr>
          <a:xfrm>
            <a:off x="7459663" y="4012975"/>
            <a:ext cx="936000" cy="936000"/>
          </a:xfrm>
        </p:spPr>
        <p:txBody>
          <a:bodyPr wrap="none"/>
          <a:lstStyle>
            <a:lvl1pPr marL="0" indent="0">
              <a:buNone/>
              <a:defRPr sz="1000"/>
            </a:lvl1pPr>
          </a:lstStyle>
          <a:p>
            <a:pPr lvl="0"/>
            <a:r>
              <a:rPr lang="en-GB" dirty="0"/>
              <a:t>Indsæt logo: Vælg pladsholderen, indsæt logo via Templafy/Billeder</a:t>
            </a:r>
            <a:endParaRPr lang="en-GB"/>
          </a:p>
        </p:txBody>
      </p:sp>
      <p:sp>
        <p:nvSpPr>
          <p:cNvPr id="23" name="Text Placeholder 22">
            <a:extLst>
              <a:ext uri="{FF2B5EF4-FFF2-40B4-BE49-F238E27FC236}">
                <a16:creationId xmlns:a16="http://schemas.microsoft.com/office/drawing/2014/main" id="{D8AE7F93-F2C6-4199-8D16-CFB4D977F63E}"/>
              </a:ext>
            </a:extLst>
          </p:cNvPr>
          <p:cNvSpPr>
            <a:spLocks noGrp="1"/>
          </p:cNvSpPr>
          <p:nvPr>
            <p:ph type="body" sz="quarter" idx="20" hasCustomPrompt="1"/>
          </p:nvPr>
        </p:nvSpPr>
        <p:spPr>
          <a:xfrm>
            <a:off x="7473948" y="5093240"/>
            <a:ext cx="3564000" cy="756000"/>
          </a:xfrm>
        </p:spPr>
        <p:txBody>
          <a:bodyPr/>
          <a:lstStyle>
            <a:lvl1pPr marL="0" indent="0">
              <a:buFont typeface="Arial" panose="020B0604020202020204" pitchFamily="34" charset="0"/>
              <a:buChar char="​"/>
              <a:defRPr sz="2000" b="1"/>
            </a:lvl1pPr>
            <a:lvl2pPr marL="252000">
              <a:defRPr/>
            </a:lvl2pPr>
            <a:lvl3pPr marL="504000">
              <a:defRPr/>
            </a:lvl3pPr>
          </a:lstStyle>
          <a:p>
            <a:pPr lvl="0"/>
            <a:r>
              <a:rPr lang="en-GB" dirty="0"/>
              <a:t>Klik for at </a:t>
            </a:r>
            <a:r>
              <a:rPr lang="en-GB"/>
              <a:t>tilføje overskrift</a:t>
            </a:r>
          </a:p>
          <a:p>
            <a:pPr lvl="1"/>
            <a:r>
              <a:rPr lang="en-GB"/>
              <a:t>Second level</a:t>
            </a:r>
            <a:endParaRPr lang="en-GB" dirty="0"/>
          </a:p>
        </p:txBody>
      </p:sp>
      <p:sp>
        <p:nvSpPr>
          <p:cNvPr id="3" name="Footer Placeholder 2">
            <a:extLst>
              <a:ext uri="{FF2B5EF4-FFF2-40B4-BE49-F238E27FC236}">
                <a16:creationId xmlns:a16="http://schemas.microsoft.com/office/drawing/2014/main" id="{0C4D261F-AFF9-422D-9FB3-5AE92F19507E}"/>
              </a:ext>
            </a:extLst>
          </p:cNvPr>
          <p:cNvSpPr>
            <a:spLocks noGrp="1"/>
          </p:cNvSpPr>
          <p:nvPr>
            <p:ph type="ftr" sz="quarter" idx="10"/>
          </p:nvPr>
        </p:nvSpPr>
        <p:spPr/>
        <p:txBody>
          <a:bodyPr/>
          <a:lstStyle/>
          <a:p>
            <a:endParaRPr lang="da-DK"/>
          </a:p>
        </p:txBody>
      </p:sp>
      <p:sp>
        <p:nvSpPr>
          <p:cNvPr id="4" name="Date Placeholder 3">
            <a:extLst>
              <a:ext uri="{FF2B5EF4-FFF2-40B4-BE49-F238E27FC236}">
                <a16:creationId xmlns:a16="http://schemas.microsoft.com/office/drawing/2014/main" id="{21133E6A-A4F4-491B-846E-1DACC83D9BB7}"/>
              </a:ext>
            </a:extLst>
          </p:cNvPr>
          <p:cNvSpPr>
            <a:spLocks noGrp="1"/>
          </p:cNvSpPr>
          <p:nvPr>
            <p:ph type="dt" sz="half" idx="11"/>
          </p:nvPr>
        </p:nvSpPr>
        <p:spPr/>
        <p:txBody>
          <a:bodyPr/>
          <a:lstStyle/>
          <a:p>
            <a:fld id="{1D8BD707-D9CF-40AE-B4C6-C98DA3205C09}" type="datetimeFigureOut">
              <a:rPr lang="en-US" smtClean="0"/>
              <a:t>2/26/24</a:t>
            </a:fld>
            <a:endParaRPr lang="en-US"/>
          </a:p>
        </p:txBody>
      </p:sp>
      <p:sp>
        <p:nvSpPr>
          <p:cNvPr id="5" name="Slide Number Placeholder 4">
            <a:extLst>
              <a:ext uri="{FF2B5EF4-FFF2-40B4-BE49-F238E27FC236}">
                <a16:creationId xmlns:a16="http://schemas.microsoft.com/office/drawing/2014/main" id="{6C38E8B2-EC82-4BE1-85C6-8F272596913A}"/>
              </a:ext>
            </a:extLst>
          </p:cNvPr>
          <p:cNvSpPr>
            <a:spLocks noGrp="1"/>
          </p:cNvSpPr>
          <p:nvPr>
            <p:ph type="sldNum" sz="quarter" idx="12"/>
          </p:nvPr>
        </p:nvSpPr>
        <p:spPr/>
        <p:txBody>
          <a:bodyPr/>
          <a:lstStyle/>
          <a:p>
            <a:fld id="{B6F15528-21DE-4FAA-801E-634DDDAF4B2B}" type="slidenum">
              <a:rPr lang="da-DK" smtClean="0"/>
              <a:t>‹nr.›</a:t>
            </a:fld>
            <a:endParaRPr lang="da-DK"/>
          </a:p>
        </p:txBody>
      </p:sp>
    </p:spTree>
    <p:extLst>
      <p:ext uri="{BB962C8B-B14F-4D97-AF65-F5344CB8AC3E}">
        <p14:creationId xmlns:p14="http://schemas.microsoft.com/office/powerpoint/2010/main" val="295537369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Overskrift og logo">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56F8A6A9-890A-4EA2-8FA4-EA834B1A12F4}"/>
              </a:ext>
            </a:extLst>
          </p:cNvPr>
          <p:cNvSpPr>
            <a:spLocks noGrp="1"/>
          </p:cNvSpPr>
          <p:nvPr>
            <p:ph type="ctrTitle" hasCustomPrompt="1"/>
          </p:nvPr>
        </p:nvSpPr>
        <p:spPr>
          <a:xfrm>
            <a:off x="414697" y="1700212"/>
            <a:ext cx="5367600" cy="4141787"/>
          </a:xfrm>
        </p:spPr>
        <p:txBody>
          <a:bodyPr anchor="t" anchorCtr="0"/>
          <a:lstStyle>
            <a:lvl1pPr algn="l">
              <a:lnSpc>
                <a:spcPct val="100000"/>
              </a:lnSpc>
              <a:defRPr sz="3600">
                <a:solidFill>
                  <a:schemeClr val="tx1"/>
                </a:solidFill>
              </a:defRPr>
            </a:lvl1pPr>
          </a:lstStyle>
          <a:p>
            <a:r>
              <a:rPr lang="en-GB" dirty="0"/>
              <a:t>Klik for at tilføje overskrift</a:t>
            </a:r>
            <a:endParaRPr lang="en-GB"/>
          </a:p>
        </p:txBody>
      </p:sp>
      <p:sp>
        <p:nvSpPr>
          <p:cNvPr id="11" name="Date Placeholder 14">
            <a:extLst>
              <a:ext uri="{FF2B5EF4-FFF2-40B4-BE49-F238E27FC236}">
                <a16:creationId xmlns:a16="http://schemas.microsoft.com/office/drawing/2014/main" id="{705F52FC-7E26-46C0-8E8B-4445D500B9C7}"/>
              </a:ext>
            </a:extLst>
          </p:cNvPr>
          <p:cNvSpPr txBox="1">
            <a:spLocks/>
          </p:cNvSpPr>
          <p:nvPr/>
        </p:nvSpPr>
        <p:spPr>
          <a:xfrm>
            <a:off x="0" y="6912000"/>
            <a:ext cx="0" cy="0"/>
          </a:xfrm>
          <a:prstGeom prst="rect">
            <a:avLst/>
          </a:prstGeom>
        </p:spPr>
        <p:txBody>
          <a:bodyPr vert="horz" lIns="91440" tIns="45720" rIns="91440" bIns="45720" rtlCol="0" anchor="ctr"/>
          <a:lstStyle>
            <a:defPPr>
              <a:defRPr lang="en-US"/>
            </a:defPPr>
            <a:lvl1pPr marL="0" algn="l" defTabSz="914400" rtl="0" eaLnBrk="1" latinLnBrk="0" hangingPunct="1">
              <a:defRPr sz="100"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1A13B18-F5ED-4611-8DBB-F05123AFBA22}" type="datetimeFigureOut">
              <a:rPr lang="en-GB" smtClean="0"/>
              <a:pPr/>
              <a:t>26/02/2024</a:t>
            </a:fld>
            <a:endParaRPr lang="en-GB" dirty="0"/>
          </a:p>
        </p:txBody>
      </p:sp>
      <p:sp>
        <p:nvSpPr>
          <p:cNvPr id="7" name="Date Placeholder 6">
            <a:extLst>
              <a:ext uri="{FF2B5EF4-FFF2-40B4-BE49-F238E27FC236}">
                <a16:creationId xmlns:a16="http://schemas.microsoft.com/office/drawing/2014/main" id="{D01B1D99-4B52-4731-AEC4-C722464A7D1B}"/>
              </a:ext>
            </a:extLst>
          </p:cNvPr>
          <p:cNvSpPr>
            <a:spLocks noGrp="1"/>
          </p:cNvSpPr>
          <p:nvPr>
            <p:ph type="dt" sz="half" idx="10"/>
          </p:nvPr>
        </p:nvSpPr>
        <p:spPr/>
        <p:txBody>
          <a:bodyPr/>
          <a:lstStyle/>
          <a:p>
            <a:fld id="{1D8BD707-D9CF-40AE-B4C6-C98DA3205C09}" type="datetimeFigureOut">
              <a:rPr lang="en-US" smtClean="0"/>
              <a:t>2/26/24</a:t>
            </a:fld>
            <a:endParaRPr lang="en-US"/>
          </a:p>
        </p:txBody>
      </p:sp>
      <p:sp>
        <p:nvSpPr>
          <p:cNvPr id="9" name="Footer Placeholder 8">
            <a:extLst>
              <a:ext uri="{FF2B5EF4-FFF2-40B4-BE49-F238E27FC236}">
                <a16:creationId xmlns:a16="http://schemas.microsoft.com/office/drawing/2014/main" id="{F5FCEDFC-AE26-4F9F-9153-1837190678EF}"/>
              </a:ext>
            </a:extLst>
          </p:cNvPr>
          <p:cNvSpPr>
            <a:spLocks noGrp="1"/>
          </p:cNvSpPr>
          <p:nvPr>
            <p:ph type="ftr" sz="quarter" idx="11"/>
          </p:nvPr>
        </p:nvSpPr>
        <p:spPr/>
        <p:txBody>
          <a:bodyPr/>
          <a:lstStyle/>
          <a:p>
            <a:endParaRPr lang="da-DK"/>
          </a:p>
        </p:txBody>
      </p:sp>
      <p:sp>
        <p:nvSpPr>
          <p:cNvPr id="12" name="Slide Number Placeholder 11">
            <a:extLst>
              <a:ext uri="{FF2B5EF4-FFF2-40B4-BE49-F238E27FC236}">
                <a16:creationId xmlns:a16="http://schemas.microsoft.com/office/drawing/2014/main" id="{4B452C39-88DE-4155-8ED8-643714B1A9FE}"/>
              </a:ext>
            </a:extLst>
          </p:cNvPr>
          <p:cNvSpPr>
            <a:spLocks noGrp="1"/>
          </p:cNvSpPr>
          <p:nvPr>
            <p:ph type="sldNum" sz="quarter" idx="12"/>
          </p:nvPr>
        </p:nvSpPr>
        <p:spPr/>
        <p:txBody>
          <a:bodyPr/>
          <a:lstStyle/>
          <a:p>
            <a:fld id="{B6F15528-21DE-4FAA-801E-634DDDAF4B2B}" type="slidenum">
              <a:rPr lang="da-DK" smtClean="0"/>
              <a:t>‹nr.›</a:t>
            </a:fld>
            <a:endParaRPr lang="da-DK"/>
          </a:p>
        </p:txBody>
      </p:sp>
    </p:spTree>
    <p:extLst>
      <p:ext uri="{BB962C8B-B14F-4D97-AF65-F5344CB8AC3E}">
        <p14:creationId xmlns:p14="http://schemas.microsoft.com/office/powerpoint/2010/main" val="135376355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
  <p:cSld name="Titel og indholdsobjek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a-DK"/>
              <a:t>Klik for at redigere titeltypografien i masteren</a:t>
            </a:r>
          </a:p>
        </p:txBody>
      </p:sp>
      <p:sp>
        <p:nvSpPr>
          <p:cNvPr id="3" name="Pladsholder til indhold 2"/>
          <p:cNvSpPr>
            <a:spLocks noGrp="1"/>
          </p:cNvSpPr>
          <p:nvPr>
            <p:ph idx="1"/>
          </p:nvPr>
        </p:nvSpPr>
        <p:spPr/>
        <p:txBody>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p>
        </p:txBody>
      </p:sp>
      <p:sp>
        <p:nvSpPr>
          <p:cNvPr id="4" name="Pladsholder til dato 3">
            <a:extLst>
              <a:ext uri="{FF2B5EF4-FFF2-40B4-BE49-F238E27FC236}">
                <a16:creationId xmlns:a16="http://schemas.microsoft.com/office/drawing/2014/main" id="{614E5A14-E0AA-4E22-8E61-563C67FA3B45}"/>
              </a:ext>
            </a:extLst>
          </p:cNvPr>
          <p:cNvSpPr>
            <a:spLocks noGrp="1"/>
          </p:cNvSpPr>
          <p:nvPr>
            <p:ph type="dt" sz="half" idx="10"/>
          </p:nvPr>
        </p:nvSpPr>
        <p:spPr/>
        <p:txBody>
          <a:bodyPr/>
          <a:lstStyle>
            <a:lvl1pPr>
              <a:defRPr/>
            </a:lvl1pPr>
          </a:lstStyle>
          <a:p>
            <a:fld id="{1D8BD707-D9CF-40AE-B4C6-C98DA3205C09}" type="datetimeFigureOut">
              <a:rPr lang="en-US" smtClean="0"/>
              <a:t>2/26/24</a:t>
            </a:fld>
            <a:endParaRPr lang="en-US"/>
          </a:p>
        </p:txBody>
      </p:sp>
      <p:sp>
        <p:nvSpPr>
          <p:cNvPr id="5" name="Pladsholder til sidefod 4">
            <a:extLst>
              <a:ext uri="{FF2B5EF4-FFF2-40B4-BE49-F238E27FC236}">
                <a16:creationId xmlns:a16="http://schemas.microsoft.com/office/drawing/2014/main" id="{94EE5819-95D1-4E74-9283-5A05B6C41C86}"/>
              </a:ext>
            </a:extLst>
          </p:cNvPr>
          <p:cNvSpPr>
            <a:spLocks noGrp="1"/>
          </p:cNvSpPr>
          <p:nvPr>
            <p:ph type="ftr" sz="quarter" idx="11"/>
          </p:nvPr>
        </p:nvSpPr>
        <p:spPr/>
        <p:txBody>
          <a:bodyPr/>
          <a:lstStyle>
            <a:lvl1pPr>
              <a:defRPr/>
            </a:lvl1pPr>
          </a:lstStyle>
          <a:p>
            <a:endParaRPr lang="da-DK"/>
          </a:p>
        </p:txBody>
      </p:sp>
      <p:sp>
        <p:nvSpPr>
          <p:cNvPr id="6" name="Pladsholder til diasnummer 5">
            <a:extLst>
              <a:ext uri="{FF2B5EF4-FFF2-40B4-BE49-F238E27FC236}">
                <a16:creationId xmlns:a16="http://schemas.microsoft.com/office/drawing/2014/main" id="{15D49A8F-07DB-48A1-BB54-71B77DFCFFC8}"/>
              </a:ext>
            </a:extLst>
          </p:cNvPr>
          <p:cNvSpPr>
            <a:spLocks noGrp="1"/>
          </p:cNvSpPr>
          <p:nvPr>
            <p:ph type="sldNum" sz="quarter" idx="12"/>
          </p:nvPr>
        </p:nvSpPr>
        <p:spPr/>
        <p:txBody>
          <a:bodyPr/>
          <a:lstStyle>
            <a:lvl1pPr>
              <a:defRPr/>
            </a:lvl1pPr>
          </a:lstStyle>
          <a:p>
            <a:fld id="{B6F15528-21DE-4FAA-801E-634DDDAF4B2B}" type="slidenum">
              <a:rPr lang="da-DK" smtClean="0"/>
              <a:t>‹nr.›</a:t>
            </a:fld>
            <a:endParaRPr lang="da-DK"/>
          </a:p>
        </p:txBody>
      </p:sp>
    </p:spTree>
    <p:extLst>
      <p:ext uri="{BB962C8B-B14F-4D97-AF65-F5344CB8AC3E}">
        <p14:creationId xmlns:p14="http://schemas.microsoft.com/office/powerpoint/2010/main" val="201809915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rgbClr val="44536A"/>
                </a:solidFill>
                <a:latin typeface="Calibri Light"/>
                <a:cs typeface="Calibri Light"/>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2/26/24</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‹nr.›</a:t>
            </a:fld>
            <a:endParaRPr/>
          </a:p>
        </p:txBody>
      </p:sp>
    </p:spTree>
    <p:extLst>
      <p:ext uri="{BB962C8B-B14F-4D97-AF65-F5344CB8AC3E}">
        <p14:creationId xmlns:p14="http://schemas.microsoft.com/office/powerpoint/2010/main" val="28132893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bin"/><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slideLayout" Target="../slideLayouts/slideLayout29.xml"/><Relationship Id="rId18" Type="http://schemas.openxmlformats.org/officeDocument/2006/relationships/image" Target="../media/image1.bin"/><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slideLayout" Target="../slideLayouts/slideLayout28.xml"/><Relationship Id="rId17" Type="http://schemas.openxmlformats.org/officeDocument/2006/relationships/theme" Target="../theme/theme2.xml"/><Relationship Id="rId2" Type="http://schemas.openxmlformats.org/officeDocument/2006/relationships/slideLayout" Target="../slideLayouts/slideLayout18.xml"/><Relationship Id="rId16" Type="http://schemas.openxmlformats.org/officeDocument/2006/relationships/slideLayout" Target="../slideLayouts/slideLayout32.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5" Type="http://schemas.openxmlformats.org/officeDocument/2006/relationships/slideLayout" Target="../slideLayouts/slideLayout3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slideLayout" Target="../slideLayouts/slideLayout3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0.xml"/><Relationship Id="rId13" Type="http://schemas.openxmlformats.org/officeDocument/2006/relationships/slideLayout" Target="../slideLayouts/slideLayout45.xml"/><Relationship Id="rId18" Type="http://schemas.openxmlformats.org/officeDocument/2006/relationships/image" Target="../media/image1.bin"/><Relationship Id="rId3" Type="http://schemas.openxmlformats.org/officeDocument/2006/relationships/slideLayout" Target="../slideLayouts/slideLayout35.xml"/><Relationship Id="rId7" Type="http://schemas.openxmlformats.org/officeDocument/2006/relationships/slideLayout" Target="../slideLayouts/slideLayout39.xml"/><Relationship Id="rId12" Type="http://schemas.openxmlformats.org/officeDocument/2006/relationships/slideLayout" Target="../slideLayouts/slideLayout44.xml"/><Relationship Id="rId17" Type="http://schemas.openxmlformats.org/officeDocument/2006/relationships/theme" Target="../theme/theme3.xml"/><Relationship Id="rId2" Type="http://schemas.openxmlformats.org/officeDocument/2006/relationships/slideLayout" Target="../slideLayouts/slideLayout34.xml"/><Relationship Id="rId16" Type="http://schemas.openxmlformats.org/officeDocument/2006/relationships/slideLayout" Target="../slideLayouts/slideLayout48.xml"/><Relationship Id="rId1" Type="http://schemas.openxmlformats.org/officeDocument/2006/relationships/slideLayout" Target="../slideLayouts/slideLayout33.xml"/><Relationship Id="rId6" Type="http://schemas.openxmlformats.org/officeDocument/2006/relationships/slideLayout" Target="../slideLayouts/slideLayout38.xml"/><Relationship Id="rId11" Type="http://schemas.openxmlformats.org/officeDocument/2006/relationships/slideLayout" Target="../slideLayouts/slideLayout43.xml"/><Relationship Id="rId5" Type="http://schemas.openxmlformats.org/officeDocument/2006/relationships/slideLayout" Target="../slideLayouts/slideLayout37.xml"/><Relationship Id="rId15" Type="http://schemas.openxmlformats.org/officeDocument/2006/relationships/slideLayout" Target="../slideLayouts/slideLayout47.xml"/><Relationship Id="rId10" Type="http://schemas.openxmlformats.org/officeDocument/2006/relationships/slideLayout" Target="../slideLayouts/slideLayout42.xml"/><Relationship Id="rId4" Type="http://schemas.openxmlformats.org/officeDocument/2006/relationships/slideLayout" Target="../slideLayouts/slideLayout36.xml"/><Relationship Id="rId9" Type="http://schemas.openxmlformats.org/officeDocument/2006/relationships/slideLayout" Target="../slideLayouts/slideLayout41.xml"/><Relationship Id="rId14" Type="http://schemas.openxmlformats.org/officeDocument/2006/relationships/slideLayout" Target="../slideLayouts/slideLayout4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0400" y="1028247"/>
            <a:ext cx="11379347" cy="1602672"/>
          </a:xfrm>
          <a:prstGeom prst="rect">
            <a:avLst/>
          </a:prstGeom>
        </p:spPr>
        <p:txBody>
          <a:bodyPr vert="horz" lIns="0" tIns="0" rIns="0" bIns="0" rtlCol="0" anchor="t" anchorCtr="0">
            <a:noAutofit/>
          </a:bodyPr>
          <a:lstStyle/>
          <a:p>
            <a:r>
              <a:rPr lang="en-GB" dirty="0"/>
              <a:t>Klik for at redigere i master</a:t>
            </a:r>
          </a:p>
        </p:txBody>
      </p:sp>
      <p:sp>
        <p:nvSpPr>
          <p:cNvPr id="3" name="Text Placeholder 2"/>
          <p:cNvSpPr>
            <a:spLocks noGrp="1"/>
          </p:cNvSpPr>
          <p:nvPr>
            <p:ph type="body" idx="1"/>
          </p:nvPr>
        </p:nvSpPr>
        <p:spPr>
          <a:xfrm>
            <a:off x="410400" y="3369040"/>
            <a:ext cx="11371905" cy="2472960"/>
          </a:xfrm>
          <a:prstGeom prst="rect">
            <a:avLst/>
          </a:prstGeom>
        </p:spPr>
        <p:txBody>
          <a:bodyPr vert="horz" lIns="0" tIns="0" rIns="0" bIns="0" rtlCol="0">
            <a:noAutofit/>
          </a:bodyPr>
          <a:lstStyle/>
          <a:p>
            <a:pPr lvl="0"/>
            <a:r>
              <a:rPr lang="en-GB" dirty="0"/>
              <a:t>Første niveau, bullet 16 </a:t>
            </a:r>
            <a:r>
              <a:rPr lang="en-GB" dirty="0" err="1"/>
              <a:t>pkt</a:t>
            </a:r>
            <a:endParaRPr lang="en-GB" dirty="0"/>
          </a:p>
          <a:p>
            <a:pPr lvl="1"/>
            <a:r>
              <a:rPr lang="en-GB" dirty="0"/>
              <a:t>Andet niveau, bullet 14 </a:t>
            </a:r>
            <a:r>
              <a:rPr lang="en-GB" dirty="0" err="1"/>
              <a:t>pkt</a:t>
            </a:r>
            <a:endParaRPr lang="en-GB" dirty="0"/>
          </a:p>
          <a:p>
            <a:pPr lvl="2"/>
            <a:r>
              <a:rPr lang="en-GB" dirty="0"/>
              <a:t>Tredje niveau, bullet 12 </a:t>
            </a:r>
            <a:r>
              <a:rPr lang="en-GB" dirty="0" err="1"/>
              <a:t>pkt</a:t>
            </a:r>
            <a:endParaRPr lang="en-GB" dirty="0"/>
          </a:p>
          <a:p>
            <a:pPr lvl="3"/>
            <a:r>
              <a:rPr lang="en-GB" dirty="0"/>
              <a:t>Fjerde niveau, Header bold 16 </a:t>
            </a:r>
            <a:r>
              <a:rPr lang="en-GB" dirty="0" err="1"/>
              <a:t>pkt</a:t>
            </a:r>
            <a:endParaRPr lang="en-GB" dirty="0"/>
          </a:p>
          <a:p>
            <a:pPr lvl="4"/>
            <a:r>
              <a:rPr lang="en-GB" dirty="0"/>
              <a:t>Femte niveau, Body </a:t>
            </a:r>
            <a:r>
              <a:rPr lang="en-GB" dirty="0" err="1"/>
              <a:t>regular</a:t>
            </a:r>
            <a:r>
              <a:rPr lang="en-GB" dirty="0"/>
              <a:t> 16 </a:t>
            </a:r>
            <a:r>
              <a:rPr lang="en-GB" dirty="0" err="1"/>
              <a:t>pkt</a:t>
            </a:r>
            <a:endParaRPr lang="en-GB" dirty="0"/>
          </a:p>
          <a:p>
            <a:pPr lvl="5"/>
            <a:r>
              <a:rPr lang="en-GB" dirty="0"/>
              <a:t>Sjette niveau, bullet 12 </a:t>
            </a:r>
            <a:r>
              <a:rPr lang="en-GB" dirty="0" err="1"/>
              <a:t>pkt</a:t>
            </a:r>
            <a:endParaRPr lang="en-GB" dirty="0"/>
          </a:p>
          <a:p>
            <a:pPr lvl="6"/>
            <a:r>
              <a:rPr lang="en-GB" dirty="0"/>
              <a:t>Syvende niveau, bullet 12 </a:t>
            </a:r>
            <a:r>
              <a:rPr lang="en-GB" dirty="0" err="1"/>
              <a:t>pkt</a:t>
            </a:r>
            <a:r>
              <a:rPr lang="en-GB" dirty="0"/>
              <a:t> (indryk 1 gang)</a:t>
            </a:r>
            <a:endParaRPr lang="en-GB"/>
          </a:p>
          <a:p>
            <a:pPr lvl="7"/>
            <a:r>
              <a:rPr lang="en-GB" dirty="0"/>
              <a:t>Ottende niveau, Header bold, 12 </a:t>
            </a:r>
            <a:r>
              <a:rPr lang="en-GB" dirty="0" err="1"/>
              <a:t>pkt</a:t>
            </a:r>
            <a:endParaRPr lang="en-GB" dirty="0"/>
          </a:p>
          <a:p>
            <a:pPr lvl="8"/>
            <a:r>
              <a:rPr lang="en-GB" dirty="0"/>
              <a:t>Niende niveau, Body </a:t>
            </a:r>
            <a:r>
              <a:rPr lang="en-GB" dirty="0" err="1"/>
              <a:t>regular</a:t>
            </a:r>
            <a:r>
              <a:rPr lang="en-GB" dirty="0"/>
              <a:t>, 12 </a:t>
            </a:r>
            <a:r>
              <a:rPr lang="en-GB" dirty="0" err="1"/>
              <a:t>pkt</a:t>
            </a:r>
            <a:endParaRPr lang="en-GB" dirty="0"/>
          </a:p>
        </p:txBody>
      </p:sp>
      <p:sp>
        <p:nvSpPr>
          <p:cNvPr id="5" name="OFF_institute"/>
          <p:cNvSpPr>
            <a:spLocks noGrp="1"/>
          </p:cNvSpPr>
          <p:nvPr>
            <p:ph type="ftr" sz="quarter" idx="3"/>
          </p:nvPr>
        </p:nvSpPr>
        <p:spPr>
          <a:xfrm>
            <a:off x="6915600" y="6376129"/>
            <a:ext cx="2240432" cy="180000"/>
          </a:xfrm>
          <a:prstGeom prst="rect">
            <a:avLst/>
          </a:prstGeom>
        </p:spPr>
        <p:txBody>
          <a:bodyPr vert="horz" lIns="0" tIns="0" rIns="0" bIns="0" rtlCol="0" anchor="t" anchorCtr="0">
            <a:noAutofit/>
          </a:bodyPr>
          <a:lstStyle>
            <a:lvl1pPr algn="r">
              <a:defRPr sz="1000" b="0" cap="none" baseline="0">
                <a:solidFill>
                  <a:schemeClr val="tx1"/>
                </a:solidFill>
              </a:defRPr>
            </a:lvl1pPr>
          </a:lstStyle>
          <a:p>
            <a:endParaRPr lang="da-DK"/>
          </a:p>
        </p:txBody>
      </p:sp>
      <p:sp>
        <p:nvSpPr>
          <p:cNvPr id="16" name="Rectangle 15">
            <a:extLst>
              <a:ext uri="{FF2B5EF4-FFF2-40B4-BE49-F238E27FC236}">
                <a16:creationId xmlns:a16="http://schemas.microsoft.com/office/drawing/2014/main" id="{D9C3F3D4-B958-489D-8401-2859D15536DE}"/>
              </a:ext>
            </a:extLst>
          </p:cNvPr>
          <p:cNvSpPr/>
          <p:nvPr/>
        </p:nvSpPr>
        <p:spPr>
          <a:xfrm rot="5400000">
            <a:off x="11480800" y="721379"/>
            <a:ext cx="914400" cy="3765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1100" b="1" noProof="1">
                <a:solidFill>
                  <a:schemeClr val="tx1"/>
                </a:solidFill>
              </a:rPr>
              <a:t>sdu.dk</a:t>
            </a:r>
            <a:endParaRPr lang="en-GB"/>
          </a:p>
        </p:txBody>
      </p:sp>
      <p:sp>
        <p:nvSpPr>
          <p:cNvPr id="17" name="Rectangle 16">
            <a:extLst>
              <a:ext uri="{FF2B5EF4-FFF2-40B4-BE49-F238E27FC236}">
                <a16:creationId xmlns:a16="http://schemas.microsoft.com/office/drawing/2014/main" id="{EDAD2A31-35D3-4D5D-AA2D-C72C49CA7FB0}"/>
              </a:ext>
            </a:extLst>
          </p:cNvPr>
          <p:cNvSpPr/>
          <p:nvPr/>
        </p:nvSpPr>
        <p:spPr>
          <a:xfrm rot="5400000">
            <a:off x="11482792" y="2027544"/>
            <a:ext cx="914400" cy="3765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1100" b="1" noProof="1">
                <a:solidFill>
                  <a:schemeClr val="tx1"/>
                </a:solidFill>
              </a:rPr>
              <a:t>#sdudk</a:t>
            </a:r>
            <a:endParaRPr lang="en-GB"/>
          </a:p>
        </p:txBody>
      </p:sp>
      <p:sp>
        <p:nvSpPr>
          <p:cNvPr id="15" name="Date Placeholder 14">
            <a:extLst>
              <a:ext uri="{FF2B5EF4-FFF2-40B4-BE49-F238E27FC236}">
                <a16:creationId xmlns:a16="http://schemas.microsoft.com/office/drawing/2014/main" id="{A56ADEC3-98E1-4CEA-9AF5-46F4CDD2FA7D}"/>
              </a:ext>
            </a:extLst>
          </p:cNvPr>
          <p:cNvSpPr>
            <a:spLocks noGrp="1"/>
          </p:cNvSpPr>
          <p:nvPr>
            <p:ph type="dt" sz="half" idx="2"/>
          </p:nvPr>
        </p:nvSpPr>
        <p:spPr>
          <a:xfrm>
            <a:off x="0" y="6912000"/>
            <a:ext cx="0" cy="0"/>
          </a:xfrm>
          <a:prstGeom prst="rect">
            <a:avLst/>
          </a:prstGeom>
        </p:spPr>
        <p:txBody>
          <a:bodyPr vert="horz" lIns="91440" tIns="45720" rIns="91440" bIns="45720" rtlCol="0" anchor="ctr"/>
          <a:lstStyle>
            <a:lvl1pPr algn="l">
              <a:defRPr sz="100">
                <a:noFill/>
              </a:defRPr>
            </a:lvl1pPr>
          </a:lstStyle>
          <a:p>
            <a:fld id="{1D8BD707-D9CF-40AE-B4C6-C98DA3205C09}" type="datetimeFigureOut">
              <a:rPr lang="en-US" smtClean="0"/>
              <a:t>2/26/24</a:t>
            </a:fld>
            <a:endParaRPr lang="en-US"/>
          </a:p>
        </p:txBody>
      </p:sp>
      <p:pic>
        <p:nvPicPr>
          <p:cNvPr id="25" name="Logo black">
            <a:extLst>
              <a:ext uri="{FF2B5EF4-FFF2-40B4-BE49-F238E27FC236}">
                <a16:creationId xmlns:a16="http://schemas.microsoft.com/office/drawing/2014/main" id="{860AC4C2-E6D6-4DCE-950A-C298C0AE9B87}"/>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403346" y="6294893"/>
            <a:ext cx="784800" cy="211840"/>
          </a:xfrm>
          <a:prstGeom prst="rect">
            <a:avLst/>
          </a:prstGeom>
        </p:spPr>
      </p:pic>
      <p:cxnSp>
        <p:nvCxnSpPr>
          <p:cNvPr id="27" name="Straight Connector 26">
            <a:extLst>
              <a:ext uri="{FF2B5EF4-FFF2-40B4-BE49-F238E27FC236}">
                <a16:creationId xmlns:a16="http://schemas.microsoft.com/office/drawing/2014/main" id="{C6C4C210-3CAD-4E96-8F10-9CD4863FC9B7}"/>
              </a:ext>
            </a:extLst>
          </p:cNvPr>
          <p:cNvCxnSpPr>
            <a:cxnSpLocks/>
          </p:cNvCxnSpPr>
          <p:nvPr/>
        </p:nvCxnSpPr>
        <p:spPr>
          <a:xfrm>
            <a:off x="410400" y="715665"/>
            <a:ext cx="699211"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date" descr="{&quot;templafy&quot;:{&quot;id&quot;:&quot;d572fa25-8edd-43b8-9b55-27d872b6b1fc&quot;}}" title="Form.Date">
            <a:extLst>
              <a:ext uri="{FF2B5EF4-FFF2-40B4-BE49-F238E27FC236}">
                <a16:creationId xmlns:a16="http://schemas.microsoft.com/office/drawing/2014/main" id="{8A346F21-C2D9-45A4-B26D-7DDC2CEB9FB7}"/>
              </a:ext>
            </a:extLst>
          </p:cNvPr>
          <p:cNvSpPr/>
          <p:nvPr/>
        </p:nvSpPr>
        <p:spPr>
          <a:xfrm>
            <a:off x="9156032" y="6349384"/>
            <a:ext cx="2624806" cy="1800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r"/>
            <a:r>
              <a:rPr lang="en-GB" sz="1200" b="0" dirty="0">
                <a:solidFill>
                  <a:schemeClr val="tx1"/>
                </a:solidFill>
              </a:rPr>
              <a:t>September 2020</a:t>
            </a:r>
          </a:p>
        </p:txBody>
      </p:sp>
      <p:sp>
        <p:nvSpPr>
          <p:cNvPr id="6" name="Slide Number Placeholder 5"/>
          <p:cNvSpPr>
            <a:spLocks noGrp="1"/>
          </p:cNvSpPr>
          <p:nvPr>
            <p:ph type="sldNum" sz="quarter" idx="4"/>
          </p:nvPr>
        </p:nvSpPr>
        <p:spPr>
          <a:xfrm>
            <a:off x="0" y="6912000"/>
            <a:ext cx="0" cy="0"/>
          </a:xfrm>
          <a:prstGeom prst="rect">
            <a:avLst/>
          </a:prstGeom>
        </p:spPr>
        <p:txBody>
          <a:bodyPr vert="horz" lIns="0" tIns="0" rIns="0" bIns="0" rtlCol="0" anchor="t" anchorCtr="0">
            <a:noAutofit/>
          </a:bodyPr>
          <a:lstStyle>
            <a:lvl1pPr algn="ctr">
              <a:defRPr sz="100">
                <a:noFill/>
              </a:defRPr>
            </a:lvl1pPr>
          </a:lstStyle>
          <a:p>
            <a:fld id="{B6F15528-21DE-4FAA-801E-634DDDAF4B2B}" type="slidenum">
              <a:rPr lang="da-DK" smtClean="0"/>
              <a:t>‹nr.›</a:t>
            </a:fld>
            <a:endParaRPr lang="da-DK"/>
          </a:p>
        </p:txBody>
      </p:sp>
      <p:sp>
        <p:nvSpPr>
          <p:cNvPr id="18" name="Date Placeholder 14">
            <a:extLst>
              <a:ext uri="{FF2B5EF4-FFF2-40B4-BE49-F238E27FC236}">
                <a16:creationId xmlns:a16="http://schemas.microsoft.com/office/drawing/2014/main" id="{7DF98717-AAEA-4E2B-96B8-AAAFF896C0EA}"/>
              </a:ext>
            </a:extLst>
          </p:cNvPr>
          <p:cNvSpPr txBox="1">
            <a:spLocks/>
          </p:cNvSpPr>
          <p:nvPr/>
        </p:nvSpPr>
        <p:spPr>
          <a:xfrm>
            <a:off x="0" y="6912000"/>
            <a:ext cx="0" cy="0"/>
          </a:xfrm>
          <a:prstGeom prst="rect">
            <a:avLst/>
          </a:prstGeom>
        </p:spPr>
        <p:txBody>
          <a:bodyPr vert="horz" lIns="91440" tIns="45720" rIns="91440" bIns="45720" rtlCol="0" anchor="ctr"/>
          <a:lstStyle>
            <a:defPPr>
              <a:defRPr lang="en-US"/>
            </a:defPPr>
            <a:lvl1pPr marL="0" algn="l" defTabSz="914400" rtl="0" eaLnBrk="1" latinLnBrk="0" hangingPunct="1">
              <a:defRPr sz="100"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1A13B18-F5ED-4611-8DBB-F05123AFBA22}" type="datetimeFigureOut">
              <a:rPr lang="en-GB" smtClean="0"/>
              <a:pPr/>
              <a:t>26/02/2024</a:t>
            </a:fld>
            <a:endParaRPr lang="en-GB" dirty="0"/>
          </a:p>
        </p:txBody>
      </p:sp>
      <p:sp>
        <p:nvSpPr>
          <p:cNvPr id="13" name="text" descr="{&quot;templafy&quot;:{&quot;id&quot;:&quot;bbb50dc8-a7c0-4554-930d-663460fed123&quot;}}" title="UserProfile.Institut.InstituteDCU_{{DocumentLanguage}}">
            <a:extLst>
              <a:ext uri="{FF2B5EF4-FFF2-40B4-BE49-F238E27FC236}">
                <a16:creationId xmlns:a16="http://schemas.microsoft.com/office/drawing/2014/main" id="{125E96D5-3BB9-422E-861E-C7C7A150AD68}"/>
              </a:ext>
            </a:extLst>
          </p:cNvPr>
          <p:cNvSpPr txBox="1">
            <a:spLocks/>
          </p:cNvSpPr>
          <p:nvPr/>
        </p:nvSpPr>
        <p:spPr>
          <a:xfrm>
            <a:off x="411163" y="450893"/>
            <a:ext cx="5684837" cy="284778"/>
          </a:xfrm>
          <a:prstGeom prst="rect">
            <a:avLst/>
          </a:prstGeom>
          <a:noFill/>
        </p:spPr>
        <p:txBody>
          <a:bodyPr wrap="square" lIns="10800" tIns="0" rIns="0" bIns="90000" anchor="b" anchorCtr="0">
            <a:spAutoFit/>
          </a:bodyPr>
          <a:lstStyle>
            <a:lvl1pPr marL="0" indent="0" algn="l" defTabSz="914400" rtl="0" eaLnBrk="1" latinLnBrk="0" hangingPunct="1">
              <a:lnSpc>
                <a:spcPct val="90000"/>
              </a:lnSpc>
              <a:spcBef>
                <a:spcPts val="0"/>
              </a:spcBef>
              <a:buFont typeface="Arial" panose="020B0604020202020204" pitchFamily="34" charset="0"/>
              <a:buNone/>
              <a:defRPr sz="1400" b="1"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GB" dirty="0"/>
              <a:t>The Maersk Mc-Kinney Moller Institute</a:t>
            </a:r>
          </a:p>
        </p:txBody>
      </p:sp>
    </p:spTree>
    <p:extLst>
      <p:ext uri="{BB962C8B-B14F-4D97-AF65-F5344CB8AC3E}">
        <p14:creationId xmlns:p14="http://schemas.microsoft.com/office/powerpoint/2010/main" val="65296045"/>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Lst>
  <p:txStyles>
    <p:titleStyle>
      <a:lvl1pPr algn="l" defTabSz="914400" rtl="0" eaLnBrk="1" latinLnBrk="0" hangingPunct="1">
        <a:lnSpc>
          <a:spcPct val="97000"/>
        </a:lnSpc>
        <a:spcBef>
          <a:spcPct val="0"/>
        </a:spcBef>
        <a:buNone/>
        <a:tabLst>
          <a:tab pos="1438275" algn="l"/>
        </a:tabLst>
        <a:defRPr sz="3600" b="1" kern="1200">
          <a:solidFill>
            <a:schemeClr val="tx1"/>
          </a:solidFill>
          <a:latin typeface="+mj-lt"/>
          <a:ea typeface="+mj-ea"/>
          <a:cs typeface="+mj-cs"/>
        </a:defRPr>
      </a:lvl1pPr>
    </p:titleStyle>
    <p:bodyStyle>
      <a:lvl1pPr marL="252000" indent="-252000" algn="l" defTabSz="914400" rtl="0" eaLnBrk="1" latinLnBrk="0" hangingPunct="1">
        <a:lnSpc>
          <a:spcPct val="110000"/>
        </a:lnSpc>
        <a:spcBef>
          <a:spcPts val="0"/>
        </a:spcBef>
        <a:buFont typeface="Wingdings" panose="05000000000000000000" pitchFamily="2" charset="2"/>
        <a:buChar char=""/>
        <a:defRPr sz="1600" kern="1200">
          <a:solidFill>
            <a:schemeClr val="tx1"/>
          </a:solidFill>
          <a:latin typeface="+mn-lt"/>
          <a:ea typeface="+mn-ea"/>
          <a:cs typeface="+mn-cs"/>
        </a:defRPr>
      </a:lvl1pPr>
      <a:lvl2pPr marL="504000" indent="-252000" algn="l" defTabSz="914400" rtl="0" eaLnBrk="1" latinLnBrk="0" hangingPunct="1">
        <a:lnSpc>
          <a:spcPct val="110000"/>
        </a:lnSpc>
        <a:spcBef>
          <a:spcPts val="0"/>
        </a:spcBef>
        <a:buFont typeface="Wingdings" panose="05000000000000000000" pitchFamily="2" charset="2"/>
        <a:buChar char="à"/>
        <a:defRPr sz="1400" kern="1200">
          <a:solidFill>
            <a:schemeClr val="tx1"/>
          </a:solidFill>
          <a:latin typeface="+mn-lt"/>
          <a:ea typeface="+mn-ea"/>
          <a:cs typeface="+mn-cs"/>
        </a:defRPr>
      </a:lvl2pPr>
      <a:lvl3pPr marL="756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3pPr>
      <a:lvl4pPr marL="0" indent="0" algn="l" defTabSz="914400" rtl="0" eaLnBrk="1" latinLnBrk="0" hangingPunct="1">
        <a:lnSpc>
          <a:spcPct val="110000"/>
        </a:lnSpc>
        <a:spcBef>
          <a:spcPts val="0"/>
        </a:spcBef>
        <a:spcAft>
          <a:spcPts val="1200"/>
        </a:spcAft>
        <a:buFont typeface="Arial" panose="020B0604020202020204" pitchFamily="34" charset="0"/>
        <a:buChar char="​"/>
        <a:defRPr sz="1600" b="1" kern="1200">
          <a:solidFill>
            <a:schemeClr val="tx1"/>
          </a:solidFill>
          <a:latin typeface="+mn-lt"/>
          <a:ea typeface="+mn-ea"/>
          <a:cs typeface="+mn-cs"/>
        </a:defRPr>
      </a:lvl4pPr>
      <a:lvl5pPr marL="0" indent="0" algn="l" defTabSz="914400" rtl="0" eaLnBrk="1" latinLnBrk="0" hangingPunct="1">
        <a:lnSpc>
          <a:spcPct val="110000"/>
        </a:lnSpc>
        <a:spcBef>
          <a:spcPts val="0"/>
        </a:spcBef>
        <a:buFont typeface="Arial" panose="020B0604020202020204" pitchFamily="34" charset="0"/>
        <a:buChar char="​"/>
        <a:defRPr sz="1600" kern="1200" baseline="0">
          <a:solidFill>
            <a:schemeClr val="tx1"/>
          </a:solidFill>
          <a:latin typeface="+mn-lt"/>
          <a:ea typeface="+mn-ea"/>
          <a:cs typeface="+mn-cs"/>
        </a:defRPr>
      </a:lvl5pPr>
      <a:lvl6pPr marL="252000" indent="-252000" algn="l" defTabSz="914400" rtl="0" eaLnBrk="1" latinLnBrk="0" hangingPunct="1">
        <a:lnSpc>
          <a:spcPct val="110000"/>
        </a:lnSpc>
        <a:spcBef>
          <a:spcPts val="0"/>
        </a:spcBef>
        <a:buFont typeface="Wingdings" panose="05000000000000000000" pitchFamily="2" charset="2"/>
        <a:buChar char="à"/>
        <a:defRPr sz="1200" kern="1200" baseline="0">
          <a:solidFill>
            <a:schemeClr val="tx1"/>
          </a:solidFill>
          <a:latin typeface="+mn-lt"/>
          <a:ea typeface="+mn-ea"/>
          <a:cs typeface="+mn-cs"/>
        </a:defRPr>
      </a:lvl6pPr>
      <a:lvl7pPr marL="504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7pPr>
      <a:lvl8pPr marL="0" indent="0" algn="l" defTabSz="914400" rtl="0" eaLnBrk="1" latinLnBrk="0" hangingPunct="1">
        <a:lnSpc>
          <a:spcPct val="110000"/>
        </a:lnSpc>
        <a:spcBef>
          <a:spcPts val="0"/>
        </a:spcBef>
        <a:spcAft>
          <a:spcPts val="1200"/>
        </a:spcAft>
        <a:buFont typeface="Arial" panose="020B0604020202020204" pitchFamily="34" charset="0"/>
        <a:buChar char="​"/>
        <a:defRPr sz="1200" b="1" kern="1200">
          <a:solidFill>
            <a:schemeClr val="tx1"/>
          </a:solidFill>
          <a:latin typeface="+mn-lt"/>
          <a:ea typeface="+mn-ea"/>
          <a:cs typeface="+mn-cs"/>
        </a:defRPr>
      </a:lvl8pPr>
      <a:lvl9pPr marL="0" indent="0" algn="l" defTabSz="914400" rtl="0" eaLnBrk="1" latinLnBrk="0" hangingPunct="1">
        <a:lnSpc>
          <a:spcPct val="110000"/>
        </a:lnSpc>
        <a:spcBef>
          <a:spcPts val="0"/>
        </a:spcBef>
        <a:buFont typeface="Arial" panose="020B0604020202020204" pitchFamily="34" charset="0"/>
        <a:buChar char="​"/>
        <a:defRPr sz="12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285">
          <p15:clr>
            <a:srgbClr val="F26B43"/>
          </p15:clr>
        </p15:guide>
        <p15:guide id="4" orient="horz" pos="1071">
          <p15:clr>
            <a:srgbClr val="F26B43"/>
          </p15:clr>
        </p15:guide>
        <p15:guide id="5" pos="259">
          <p15:clr>
            <a:srgbClr val="F26B43"/>
          </p15:clr>
        </p15:guide>
        <p15:guide id="6" pos="7421">
          <p15:clr>
            <a:srgbClr val="F26B43"/>
          </p15:clr>
        </p15:guide>
        <p15:guide id="7" orient="horz" pos="1253">
          <p15:clr>
            <a:srgbClr val="F26B43"/>
          </p15:clr>
        </p15:guide>
        <p15:guide id="8" orient="horz" pos="3680">
          <p15:clr>
            <a:srgbClr val="F26B43"/>
          </p15:clr>
        </p15:guide>
        <p15:guide id="9" orient="horz" pos="3916">
          <p15:clr>
            <a:srgbClr val="F26B43"/>
          </p15:clr>
        </p15:guide>
        <p15:guide id="10" orient="horz" pos="4094">
          <p15:clr>
            <a:srgbClr val="F26B43"/>
          </p15:clr>
        </p15:guide>
        <p15:guide id="11" pos="545">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0400" y="1028247"/>
            <a:ext cx="11379347" cy="1602672"/>
          </a:xfrm>
          <a:prstGeom prst="rect">
            <a:avLst/>
          </a:prstGeom>
        </p:spPr>
        <p:txBody>
          <a:bodyPr vert="horz" lIns="0" tIns="0" rIns="0" bIns="0" rtlCol="0" anchor="t" anchorCtr="0">
            <a:noAutofit/>
          </a:bodyPr>
          <a:lstStyle/>
          <a:p>
            <a:r>
              <a:rPr lang="en-GB" dirty="0"/>
              <a:t>Klik for at redigere i master</a:t>
            </a:r>
          </a:p>
        </p:txBody>
      </p:sp>
      <p:sp>
        <p:nvSpPr>
          <p:cNvPr id="3" name="Text Placeholder 2"/>
          <p:cNvSpPr>
            <a:spLocks noGrp="1"/>
          </p:cNvSpPr>
          <p:nvPr>
            <p:ph type="body" idx="1"/>
          </p:nvPr>
        </p:nvSpPr>
        <p:spPr>
          <a:xfrm>
            <a:off x="410400" y="3369040"/>
            <a:ext cx="11371905" cy="2472960"/>
          </a:xfrm>
          <a:prstGeom prst="rect">
            <a:avLst/>
          </a:prstGeom>
        </p:spPr>
        <p:txBody>
          <a:bodyPr vert="horz" lIns="0" tIns="0" rIns="0" bIns="0" rtlCol="0">
            <a:noAutofit/>
          </a:bodyPr>
          <a:lstStyle/>
          <a:p>
            <a:pPr lvl="0"/>
            <a:r>
              <a:rPr lang="en-GB" dirty="0"/>
              <a:t>Første niveau, bullet 16 </a:t>
            </a:r>
            <a:r>
              <a:rPr lang="en-GB" dirty="0" err="1"/>
              <a:t>pkt</a:t>
            </a:r>
            <a:endParaRPr lang="en-GB" dirty="0"/>
          </a:p>
          <a:p>
            <a:pPr lvl="1"/>
            <a:r>
              <a:rPr lang="en-GB" dirty="0"/>
              <a:t>Andet niveau, bullet 14 </a:t>
            </a:r>
            <a:r>
              <a:rPr lang="en-GB" dirty="0" err="1"/>
              <a:t>pkt</a:t>
            </a:r>
            <a:endParaRPr lang="en-GB" dirty="0"/>
          </a:p>
          <a:p>
            <a:pPr lvl="2"/>
            <a:r>
              <a:rPr lang="en-GB" dirty="0"/>
              <a:t>Tredje niveau, bullet 12 </a:t>
            </a:r>
            <a:r>
              <a:rPr lang="en-GB" dirty="0" err="1"/>
              <a:t>pkt</a:t>
            </a:r>
            <a:endParaRPr lang="en-GB" dirty="0"/>
          </a:p>
          <a:p>
            <a:pPr lvl="3"/>
            <a:r>
              <a:rPr lang="en-GB" dirty="0"/>
              <a:t>Fjerde niveau, Header bold 16 </a:t>
            </a:r>
            <a:r>
              <a:rPr lang="en-GB" dirty="0" err="1"/>
              <a:t>pkt</a:t>
            </a:r>
            <a:endParaRPr lang="en-GB" dirty="0"/>
          </a:p>
          <a:p>
            <a:pPr lvl="4"/>
            <a:r>
              <a:rPr lang="en-GB" dirty="0"/>
              <a:t>Femte niveau, Body </a:t>
            </a:r>
            <a:r>
              <a:rPr lang="en-GB" dirty="0" err="1"/>
              <a:t>regular</a:t>
            </a:r>
            <a:r>
              <a:rPr lang="en-GB" dirty="0"/>
              <a:t> 16 </a:t>
            </a:r>
            <a:r>
              <a:rPr lang="en-GB" dirty="0" err="1"/>
              <a:t>pkt</a:t>
            </a:r>
            <a:endParaRPr lang="en-GB" dirty="0"/>
          </a:p>
          <a:p>
            <a:pPr lvl="5"/>
            <a:r>
              <a:rPr lang="en-GB" dirty="0"/>
              <a:t>Sjette niveau, bullet 12 </a:t>
            </a:r>
            <a:r>
              <a:rPr lang="en-GB" dirty="0" err="1"/>
              <a:t>pkt</a:t>
            </a:r>
            <a:endParaRPr lang="en-GB" dirty="0"/>
          </a:p>
          <a:p>
            <a:pPr lvl="6"/>
            <a:r>
              <a:rPr lang="en-GB" dirty="0"/>
              <a:t>Syvende niveau, bullet 12 </a:t>
            </a:r>
            <a:r>
              <a:rPr lang="en-GB" dirty="0" err="1"/>
              <a:t>pkt</a:t>
            </a:r>
            <a:r>
              <a:rPr lang="en-GB" dirty="0"/>
              <a:t> (indryk 1 gang)</a:t>
            </a:r>
            <a:endParaRPr lang="en-GB"/>
          </a:p>
          <a:p>
            <a:pPr lvl="7"/>
            <a:r>
              <a:rPr lang="en-GB" dirty="0"/>
              <a:t>Ottende niveau, Header bold, 12 </a:t>
            </a:r>
            <a:r>
              <a:rPr lang="en-GB" dirty="0" err="1"/>
              <a:t>pkt</a:t>
            </a:r>
            <a:endParaRPr lang="en-GB" dirty="0"/>
          </a:p>
          <a:p>
            <a:pPr lvl="8"/>
            <a:r>
              <a:rPr lang="en-GB" dirty="0"/>
              <a:t>Niende niveau, Body </a:t>
            </a:r>
            <a:r>
              <a:rPr lang="en-GB" dirty="0" err="1"/>
              <a:t>regular</a:t>
            </a:r>
            <a:r>
              <a:rPr lang="en-GB" dirty="0"/>
              <a:t>, 12 </a:t>
            </a:r>
            <a:r>
              <a:rPr lang="en-GB" dirty="0" err="1"/>
              <a:t>pkt</a:t>
            </a:r>
            <a:endParaRPr lang="en-GB" dirty="0"/>
          </a:p>
        </p:txBody>
      </p:sp>
      <p:sp>
        <p:nvSpPr>
          <p:cNvPr id="5" name="OFF_institute"/>
          <p:cNvSpPr>
            <a:spLocks noGrp="1"/>
          </p:cNvSpPr>
          <p:nvPr>
            <p:ph type="ftr" sz="quarter" idx="3"/>
          </p:nvPr>
        </p:nvSpPr>
        <p:spPr>
          <a:xfrm>
            <a:off x="6915600" y="6376129"/>
            <a:ext cx="2240432" cy="180000"/>
          </a:xfrm>
          <a:prstGeom prst="rect">
            <a:avLst/>
          </a:prstGeom>
        </p:spPr>
        <p:txBody>
          <a:bodyPr vert="horz" lIns="0" tIns="0" rIns="0" bIns="0" rtlCol="0" anchor="t" anchorCtr="0">
            <a:noAutofit/>
          </a:bodyPr>
          <a:lstStyle>
            <a:lvl1pPr algn="r">
              <a:defRPr sz="1000" b="0" cap="none" baseline="0">
                <a:solidFill>
                  <a:schemeClr val="tx1"/>
                </a:solidFill>
              </a:defRPr>
            </a:lvl1pPr>
          </a:lstStyle>
          <a:p>
            <a:endParaRPr lang="da-DK"/>
          </a:p>
        </p:txBody>
      </p:sp>
      <p:sp>
        <p:nvSpPr>
          <p:cNvPr id="16" name="Rectangle 15">
            <a:extLst>
              <a:ext uri="{FF2B5EF4-FFF2-40B4-BE49-F238E27FC236}">
                <a16:creationId xmlns:a16="http://schemas.microsoft.com/office/drawing/2014/main" id="{D9C3F3D4-B958-489D-8401-2859D15536DE}"/>
              </a:ext>
            </a:extLst>
          </p:cNvPr>
          <p:cNvSpPr/>
          <p:nvPr/>
        </p:nvSpPr>
        <p:spPr>
          <a:xfrm rot="5400000">
            <a:off x="11480800" y="721379"/>
            <a:ext cx="914400" cy="3765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1100" b="1" noProof="1">
                <a:solidFill>
                  <a:schemeClr val="tx1"/>
                </a:solidFill>
              </a:rPr>
              <a:t>sdu.dk</a:t>
            </a:r>
            <a:endParaRPr lang="en-GB"/>
          </a:p>
        </p:txBody>
      </p:sp>
      <p:sp>
        <p:nvSpPr>
          <p:cNvPr id="17" name="Rectangle 16">
            <a:extLst>
              <a:ext uri="{FF2B5EF4-FFF2-40B4-BE49-F238E27FC236}">
                <a16:creationId xmlns:a16="http://schemas.microsoft.com/office/drawing/2014/main" id="{EDAD2A31-35D3-4D5D-AA2D-C72C49CA7FB0}"/>
              </a:ext>
            </a:extLst>
          </p:cNvPr>
          <p:cNvSpPr/>
          <p:nvPr/>
        </p:nvSpPr>
        <p:spPr>
          <a:xfrm rot="5400000">
            <a:off x="11482792" y="2027544"/>
            <a:ext cx="914400" cy="3765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1100" b="1" noProof="1">
                <a:solidFill>
                  <a:schemeClr val="tx1"/>
                </a:solidFill>
              </a:rPr>
              <a:t>#sdudk</a:t>
            </a:r>
            <a:endParaRPr lang="en-GB"/>
          </a:p>
        </p:txBody>
      </p:sp>
      <p:sp>
        <p:nvSpPr>
          <p:cNvPr id="15" name="Date Placeholder 14">
            <a:extLst>
              <a:ext uri="{FF2B5EF4-FFF2-40B4-BE49-F238E27FC236}">
                <a16:creationId xmlns:a16="http://schemas.microsoft.com/office/drawing/2014/main" id="{A56ADEC3-98E1-4CEA-9AF5-46F4CDD2FA7D}"/>
              </a:ext>
            </a:extLst>
          </p:cNvPr>
          <p:cNvSpPr>
            <a:spLocks noGrp="1"/>
          </p:cNvSpPr>
          <p:nvPr>
            <p:ph type="dt" sz="half" idx="2"/>
          </p:nvPr>
        </p:nvSpPr>
        <p:spPr>
          <a:xfrm>
            <a:off x="0" y="6912000"/>
            <a:ext cx="0" cy="0"/>
          </a:xfrm>
          <a:prstGeom prst="rect">
            <a:avLst/>
          </a:prstGeom>
        </p:spPr>
        <p:txBody>
          <a:bodyPr vert="horz" lIns="91440" tIns="45720" rIns="91440" bIns="45720" rtlCol="0" anchor="ctr"/>
          <a:lstStyle>
            <a:lvl1pPr algn="l">
              <a:defRPr sz="100">
                <a:noFill/>
              </a:defRPr>
            </a:lvl1pPr>
          </a:lstStyle>
          <a:p>
            <a:fld id="{1D8BD707-D9CF-40AE-B4C6-C98DA3205C09}" type="datetimeFigureOut">
              <a:rPr lang="en-US" smtClean="0"/>
              <a:t>2/26/24</a:t>
            </a:fld>
            <a:endParaRPr lang="en-US"/>
          </a:p>
        </p:txBody>
      </p:sp>
      <p:pic>
        <p:nvPicPr>
          <p:cNvPr id="25" name="Logo black">
            <a:extLst>
              <a:ext uri="{FF2B5EF4-FFF2-40B4-BE49-F238E27FC236}">
                <a16:creationId xmlns:a16="http://schemas.microsoft.com/office/drawing/2014/main" id="{860AC4C2-E6D6-4DCE-950A-C298C0AE9B87}"/>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403346" y="6294893"/>
            <a:ext cx="784800" cy="211840"/>
          </a:xfrm>
          <a:prstGeom prst="rect">
            <a:avLst/>
          </a:prstGeom>
        </p:spPr>
      </p:pic>
      <p:cxnSp>
        <p:nvCxnSpPr>
          <p:cNvPr id="27" name="Straight Connector 26">
            <a:extLst>
              <a:ext uri="{FF2B5EF4-FFF2-40B4-BE49-F238E27FC236}">
                <a16:creationId xmlns:a16="http://schemas.microsoft.com/office/drawing/2014/main" id="{C6C4C210-3CAD-4E96-8F10-9CD4863FC9B7}"/>
              </a:ext>
            </a:extLst>
          </p:cNvPr>
          <p:cNvCxnSpPr>
            <a:cxnSpLocks/>
          </p:cNvCxnSpPr>
          <p:nvPr/>
        </p:nvCxnSpPr>
        <p:spPr>
          <a:xfrm>
            <a:off x="410400" y="715665"/>
            <a:ext cx="699211"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date" descr="{&quot;templafy&quot;:{&quot;id&quot;:&quot;d572fa25-8edd-43b8-9b55-27d872b6b1fc&quot;}}" title="Form.Date">
            <a:extLst>
              <a:ext uri="{FF2B5EF4-FFF2-40B4-BE49-F238E27FC236}">
                <a16:creationId xmlns:a16="http://schemas.microsoft.com/office/drawing/2014/main" id="{8A346F21-C2D9-45A4-B26D-7DDC2CEB9FB7}"/>
              </a:ext>
            </a:extLst>
          </p:cNvPr>
          <p:cNvSpPr/>
          <p:nvPr/>
        </p:nvSpPr>
        <p:spPr>
          <a:xfrm>
            <a:off x="9156032" y="6349384"/>
            <a:ext cx="2624806" cy="1800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r"/>
            <a:r>
              <a:rPr lang="en-GB" sz="1200" b="0" dirty="0">
                <a:solidFill>
                  <a:schemeClr val="tx1"/>
                </a:solidFill>
              </a:rPr>
              <a:t>September 2020</a:t>
            </a:r>
          </a:p>
        </p:txBody>
      </p:sp>
      <p:sp>
        <p:nvSpPr>
          <p:cNvPr id="6" name="Slide Number Placeholder 5"/>
          <p:cNvSpPr>
            <a:spLocks noGrp="1"/>
          </p:cNvSpPr>
          <p:nvPr>
            <p:ph type="sldNum" sz="quarter" idx="4"/>
          </p:nvPr>
        </p:nvSpPr>
        <p:spPr>
          <a:xfrm>
            <a:off x="0" y="6912000"/>
            <a:ext cx="0" cy="0"/>
          </a:xfrm>
          <a:prstGeom prst="rect">
            <a:avLst/>
          </a:prstGeom>
        </p:spPr>
        <p:txBody>
          <a:bodyPr vert="horz" lIns="0" tIns="0" rIns="0" bIns="0" rtlCol="0" anchor="t" anchorCtr="0">
            <a:noAutofit/>
          </a:bodyPr>
          <a:lstStyle>
            <a:lvl1pPr algn="ctr">
              <a:defRPr sz="100">
                <a:noFill/>
              </a:defRPr>
            </a:lvl1pPr>
          </a:lstStyle>
          <a:p>
            <a:fld id="{B6F15528-21DE-4FAA-801E-634DDDAF4B2B}" type="slidenum">
              <a:rPr lang="da-DK" smtClean="0"/>
              <a:t>‹nr.›</a:t>
            </a:fld>
            <a:endParaRPr lang="da-DK"/>
          </a:p>
        </p:txBody>
      </p:sp>
      <p:sp>
        <p:nvSpPr>
          <p:cNvPr id="18" name="Date Placeholder 14">
            <a:extLst>
              <a:ext uri="{FF2B5EF4-FFF2-40B4-BE49-F238E27FC236}">
                <a16:creationId xmlns:a16="http://schemas.microsoft.com/office/drawing/2014/main" id="{7DF98717-AAEA-4E2B-96B8-AAAFF896C0EA}"/>
              </a:ext>
            </a:extLst>
          </p:cNvPr>
          <p:cNvSpPr txBox="1">
            <a:spLocks/>
          </p:cNvSpPr>
          <p:nvPr/>
        </p:nvSpPr>
        <p:spPr>
          <a:xfrm>
            <a:off x="0" y="6912000"/>
            <a:ext cx="0" cy="0"/>
          </a:xfrm>
          <a:prstGeom prst="rect">
            <a:avLst/>
          </a:prstGeom>
        </p:spPr>
        <p:txBody>
          <a:bodyPr vert="horz" lIns="91440" tIns="45720" rIns="91440" bIns="45720" rtlCol="0" anchor="ctr"/>
          <a:lstStyle>
            <a:defPPr>
              <a:defRPr lang="en-US"/>
            </a:defPPr>
            <a:lvl1pPr marL="0" algn="l" defTabSz="914400" rtl="0" eaLnBrk="1" latinLnBrk="0" hangingPunct="1">
              <a:defRPr sz="100"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1A13B18-F5ED-4611-8DBB-F05123AFBA22}" type="datetimeFigureOut">
              <a:rPr lang="en-GB" smtClean="0"/>
              <a:pPr/>
              <a:t>26/02/2024</a:t>
            </a:fld>
            <a:endParaRPr lang="en-GB" dirty="0"/>
          </a:p>
        </p:txBody>
      </p:sp>
      <p:sp>
        <p:nvSpPr>
          <p:cNvPr id="13" name="text" descr="{&quot;templafy&quot;:{&quot;id&quot;:&quot;bbb50dc8-a7c0-4554-930d-663460fed123&quot;}}" title="UserProfile.Institut.InstituteDCU_{{DocumentLanguage}}">
            <a:extLst>
              <a:ext uri="{FF2B5EF4-FFF2-40B4-BE49-F238E27FC236}">
                <a16:creationId xmlns:a16="http://schemas.microsoft.com/office/drawing/2014/main" id="{125E96D5-3BB9-422E-861E-C7C7A150AD68}"/>
              </a:ext>
            </a:extLst>
          </p:cNvPr>
          <p:cNvSpPr txBox="1">
            <a:spLocks/>
          </p:cNvSpPr>
          <p:nvPr/>
        </p:nvSpPr>
        <p:spPr>
          <a:xfrm>
            <a:off x="411163" y="450893"/>
            <a:ext cx="5684837" cy="284778"/>
          </a:xfrm>
          <a:prstGeom prst="rect">
            <a:avLst/>
          </a:prstGeom>
          <a:noFill/>
        </p:spPr>
        <p:txBody>
          <a:bodyPr wrap="square" lIns="10800" tIns="0" rIns="0" bIns="90000" anchor="b" anchorCtr="0">
            <a:spAutoFit/>
          </a:bodyPr>
          <a:lstStyle>
            <a:lvl1pPr marL="0" indent="0" algn="l" defTabSz="914400" rtl="0" eaLnBrk="1" latinLnBrk="0" hangingPunct="1">
              <a:lnSpc>
                <a:spcPct val="90000"/>
              </a:lnSpc>
              <a:spcBef>
                <a:spcPts val="0"/>
              </a:spcBef>
              <a:buFont typeface="Arial" panose="020B0604020202020204" pitchFamily="34" charset="0"/>
              <a:buNone/>
              <a:defRPr sz="1400" b="1"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GB" dirty="0"/>
              <a:t>The Maersk Mc-Kinney Moller Institute</a:t>
            </a:r>
          </a:p>
        </p:txBody>
      </p:sp>
    </p:spTree>
    <p:extLst>
      <p:ext uri="{BB962C8B-B14F-4D97-AF65-F5344CB8AC3E}">
        <p14:creationId xmlns:p14="http://schemas.microsoft.com/office/powerpoint/2010/main" val="1328355391"/>
      </p:ext>
    </p:extLst>
  </p:cSld>
  <p:clrMap bg1="lt1" tx1="dk1" bg2="lt2" tx2="dk2" accent1="accent1" accent2="accent2" accent3="accent3" accent4="accent4" accent5="accent5" accent6="accent6" hlink="hlink" folHlink="folHlink"/>
  <p:sldLayoutIdLst>
    <p:sldLayoutId id="214748368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 id="2147483694" r:id="rId11"/>
    <p:sldLayoutId id="2147483695" r:id="rId12"/>
    <p:sldLayoutId id="2147483696" r:id="rId13"/>
    <p:sldLayoutId id="2147483697" r:id="rId14"/>
    <p:sldLayoutId id="2147483698" r:id="rId15"/>
    <p:sldLayoutId id="2147483699" r:id="rId16"/>
  </p:sldLayoutIdLst>
  <p:txStyles>
    <p:titleStyle>
      <a:lvl1pPr algn="l" defTabSz="914400" rtl="0" eaLnBrk="1" latinLnBrk="0" hangingPunct="1">
        <a:lnSpc>
          <a:spcPct val="97000"/>
        </a:lnSpc>
        <a:spcBef>
          <a:spcPct val="0"/>
        </a:spcBef>
        <a:buNone/>
        <a:tabLst>
          <a:tab pos="1438275" algn="l"/>
        </a:tabLst>
        <a:defRPr sz="3600" b="1" kern="1200">
          <a:solidFill>
            <a:schemeClr val="tx1"/>
          </a:solidFill>
          <a:latin typeface="+mj-lt"/>
          <a:ea typeface="+mj-ea"/>
          <a:cs typeface="+mj-cs"/>
        </a:defRPr>
      </a:lvl1pPr>
    </p:titleStyle>
    <p:bodyStyle>
      <a:lvl1pPr marL="252000" indent="-252000" algn="l" defTabSz="914400" rtl="0" eaLnBrk="1" latinLnBrk="0" hangingPunct="1">
        <a:lnSpc>
          <a:spcPct val="110000"/>
        </a:lnSpc>
        <a:spcBef>
          <a:spcPts val="0"/>
        </a:spcBef>
        <a:buFont typeface="Wingdings" panose="05000000000000000000" pitchFamily="2" charset="2"/>
        <a:buChar char=""/>
        <a:defRPr sz="1600" kern="1200">
          <a:solidFill>
            <a:schemeClr val="tx1"/>
          </a:solidFill>
          <a:latin typeface="+mn-lt"/>
          <a:ea typeface="+mn-ea"/>
          <a:cs typeface="+mn-cs"/>
        </a:defRPr>
      </a:lvl1pPr>
      <a:lvl2pPr marL="504000" indent="-252000" algn="l" defTabSz="914400" rtl="0" eaLnBrk="1" latinLnBrk="0" hangingPunct="1">
        <a:lnSpc>
          <a:spcPct val="110000"/>
        </a:lnSpc>
        <a:spcBef>
          <a:spcPts val="0"/>
        </a:spcBef>
        <a:buFont typeface="Wingdings" panose="05000000000000000000" pitchFamily="2" charset="2"/>
        <a:buChar char="à"/>
        <a:defRPr sz="1400" kern="1200">
          <a:solidFill>
            <a:schemeClr val="tx1"/>
          </a:solidFill>
          <a:latin typeface="+mn-lt"/>
          <a:ea typeface="+mn-ea"/>
          <a:cs typeface="+mn-cs"/>
        </a:defRPr>
      </a:lvl2pPr>
      <a:lvl3pPr marL="756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3pPr>
      <a:lvl4pPr marL="0" indent="0" algn="l" defTabSz="914400" rtl="0" eaLnBrk="1" latinLnBrk="0" hangingPunct="1">
        <a:lnSpc>
          <a:spcPct val="110000"/>
        </a:lnSpc>
        <a:spcBef>
          <a:spcPts val="0"/>
        </a:spcBef>
        <a:spcAft>
          <a:spcPts val="1200"/>
        </a:spcAft>
        <a:buFont typeface="Arial" panose="020B0604020202020204" pitchFamily="34" charset="0"/>
        <a:buChar char="​"/>
        <a:defRPr sz="1600" b="1" kern="1200">
          <a:solidFill>
            <a:schemeClr val="tx1"/>
          </a:solidFill>
          <a:latin typeface="+mn-lt"/>
          <a:ea typeface="+mn-ea"/>
          <a:cs typeface="+mn-cs"/>
        </a:defRPr>
      </a:lvl4pPr>
      <a:lvl5pPr marL="0" indent="0" algn="l" defTabSz="914400" rtl="0" eaLnBrk="1" latinLnBrk="0" hangingPunct="1">
        <a:lnSpc>
          <a:spcPct val="110000"/>
        </a:lnSpc>
        <a:spcBef>
          <a:spcPts val="0"/>
        </a:spcBef>
        <a:buFont typeface="Arial" panose="020B0604020202020204" pitchFamily="34" charset="0"/>
        <a:buChar char="​"/>
        <a:defRPr sz="1600" kern="1200" baseline="0">
          <a:solidFill>
            <a:schemeClr val="tx1"/>
          </a:solidFill>
          <a:latin typeface="+mn-lt"/>
          <a:ea typeface="+mn-ea"/>
          <a:cs typeface="+mn-cs"/>
        </a:defRPr>
      </a:lvl5pPr>
      <a:lvl6pPr marL="252000" indent="-252000" algn="l" defTabSz="914400" rtl="0" eaLnBrk="1" latinLnBrk="0" hangingPunct="1">
        <a:lnSpc>
          <a:spcPct val="110000"/>
        </a:lnSpc>
        <a:spcBef>
          <a:spcPts val="0"/>
        </a:spcBef>
        <a:buFont typeface="Wingdings" panose="05000000000000000000" pitchFamily="2" charset="2"/>
        <a:buChar char="à"/>
        <a:defRPr sz="1200" kern="1200" baseline="0">
          <a:solidFill>
            <a:schemeClr val="tx1"/>
          </a:solidFill>
          <a:latin typeface="+mn-lt"/>
          <a:ea typeface="+mn-ea"/>
          <a:cs typeface="+mn-cs"/>
        </a:defRPr>
      </a:lvl6pPr>
      <a:lvl7pPr marL="504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7pPr>
      <a:lvl8pPr marL="0" indent="0" algn="l" defTabSz="914400" rtl="0" eaLnBrk="1" latinLnBrk="0" hangingPunct="1">
        <a:lnSpc>
          <a:spcPct val="110000"/>
        </a:lnSpc>
        <a:spcBef>
          <a:spcPts val="0"/>
        </a:spcBef>
        <a:spcAft>
          <a:spcPts val="1200"/>
        </a:spcAft>
        <a:buFont typeface="Arial" panose="020B0604020202020204" pitchFamily="34" charset="0"/>
        <a:buChar char="​"/>
        <a:defRPr sz="1200" b="1" kern="1200">
          <a:solidFill>
            <a:schemeClr val="tx1"/>
          </a:solidFill>
          <a:latin typeface="+mn-lt"/>
          <a:ea typeface="+mn-ea"/>
          <a:cs typeface="+mn-cs"/>
        </a:defRPr>
      </a:lvl8pPr>
      <a:lvl9pPr marL="0" indent="0" algn="l" defTabSz="914400" rtl="0" eaLnBrk="1" latinLnBrk="0" hangingPunct="1">
        <a:lnSpc>
          <a:spcPct val="110000"/>
        </a:lnSpc>
        <a:spcBef>
          <a:spcPts val="0"/>
        </a:spcBef>
        <a:buFont typeface="Arial" panose="020B0604020202020204" pitchFamily="34" charset="0"/>
        <a:buChar char="​"/>
        <a:defRPr sz="12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285">
          <p15:clr>
            <a:srgbClr val="F26B43"/>
          </p15:clr>
        </p15:guide>
        <p15:guide id="4" orient="horz" pos="1071">
          <p15:clr>
            <a:srgbClr val="F26B43"/>
          </p15:clr>
        </p15:guide>
        <p15:guide id="5" pos="259">
          <p15:clr>
            <a:srgbClr val="F26B43"/>
          </p15:clr>
        </p15:guide>
        <p15:guide id="6" pos="7421">
          <p15:clr>
            <a:srgbClr val="F26B43"/>
          </p15:clr>
        </p15:guide>
        <p15:guide id="7" orient="horz" pos="1253">
          <p15:clr>
            <a:srgbClr val="F26B43"/>
          </p15:clr>
        </p15:guide>
        <p15:guide id="8" orient="horz" pos="3680">
          <p15:clr>
            <a:srgbClr val="F26B43"/>
          </p15:clr>
        </p15:guide>
        <p15:guide id="9" orient="horz" pos="3916">
          <p15:clr>
            <a:srgbClr val="F26B43"/>
          </p15:clr>
        </p15:guide>
        <p15:guide id="10" orient="horz" pos="4094">
          <p15:clr>
            <a:srgbClr val="F26B43"/>
          </p15:clr>
        </p15:guide>
        <p15:guide id="11" pos="545">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0400" y="1028247"/>
            <a:ext cx="11379347" cy="1602672"/>
          </a:xfrm>
          <a:prstGeom prst="rect">
            <a:avLst/>
          </a:prstGeom>
        </p:spPr>
        <p:txBody>
          <a:bodyPr vert="horz" lIns="0" tIns="0" rIns="0" bIns="0" rtlCol="0" anchor="t" anchorCtr="0">
            <a:noAutofit/>
          </a:bodyPr>
          <a:lstStyle/>
          <a:p>
            <a:r>
              <a:rPr lang="en-GB" dirty="0"/>
              <a:t>Klik for at redigere i master</a:t>
            </a:r>
          </a:p>
        </p:txBody>
      </p:sp>
      <p:sp>
        <p:nvSpPr>
          <p:cNvPr id="3" name="Text Placeholder 2"/>
          <p:cNvSpPr>
            <a:spLocks noGrp="1"/>
          </p:cNvSpPr>
          <p:nvPr>
            <p:ph type="body" idx="1"/>
          </p:nvPr>
        </p:nvSpPr>
        <p:spPr>
          <a:xfrm>
            <a:off x="410400" y="3369040"/>
            <a:ext cx="11371905" cy="2472960"/>
          </a:xfrm>
          <a:prstGeom prst="rect">
            <a:avLst/>
          </a:prstGeom>
        </p:spPr>
        <p:txBody>
          <a:bodyPr vert="horz" lIns="0" tIns="0" rIns="0" bIns="0" rtlCol="0">
            <a:noAutofit/>
          </a:bodyPr>
          <a:lstStyle/>
          <a:p>
            <a:pPr lvl="0"/>
            <a:r>
              <a:rPr lang="en-GB" dirty="0"/>
              <a:t>Første niveau, bullet 16 </a:t>
            </a:r>
            <a:r>
              <a:rPr lang="en-GB" dirty="0" err="1"/>
              <a:t>pkt</a:t>
            </a:r>
            <a:endParaRPr lang="en-GB" dirty="0"/>
          </a:p>
          <a:p>
            <a:pPr lvl="1"/>
            <a:r>
              <a:rPr lang="en-GB" dirty="0"/>
              <a:t>Andet niveau, bullet 14 </a:t>
            </a:r>
            <a:r>
              <a:rPr lang="en-GB" dirty="0" err="1"/>
              <a:t>pkt</a:t>
            </a:r>
            <a:endParaRPr lang="en-GB" dirty="0"/>
          </a:p>
          <a:p>
            <a:pPr lvl="2"/>
            <a:r>
              <a:rPr lang="en-GB" dirty="0"/>
              <a:t>Tredje niveau, bullet 12 </a:t>
            </a:r>
            <a:r>
              <a:rPr lang="en-GB" dirty="0" err="1"/>
              <a:t>pkt</a:t>
            </a:r>
            <a:endParaRPr lang="en-GB" dirty="0"/>
          </a:p>
          <a:p>
            <a:pPr lvl="3"/>
            <a:r>
              <a:rPr lang="en-GB" dirty="0"/>
              <a:t>Fjerde niveau, Header bold 16 </a:t>
            </a:r>
            <a:r>
              <a:rPr lang="en-GB" dirty="0" err="1"/>
              <a:t>pkt</a:t>
            </a:r>
            <a:endParaRPr lang="en-GB" dirty="0"/>
          </a:p>
          <a:p>
            <a:pPr lvl="4"/>
            <a:r>
              <a:rPr lang="en-GB" dirty="0"/>
              <a:t>Femte niveau, Body </a:t>
            </a:r>
            <a:r>
              <a:rPr lang="en-GB" dirty="0" err="1"/>
              <a:t>regular</a:t>
            </a:r>
            <a:r>
              <a:rPr lang="en-GB" dirty="0"/>
              <a:t> 16 </a:t>
            </a:r>
            <a:r>
              <a:rPr lang="en-GB" dirty="0" err="1"/>
              <a:t>pkt</a:t>
            </a:r>
            <a:endParaRPr lang="en-GB" dirty="0"/>
          </a:p>
          <a:p>
            <a:pPr lvl="5"/>
            <a:r>
              <a:rPr lang="en-GB" dirty="0"/>
              <a:t>Sjette niveau, bullet 12 </a:t>
            </a:r>
            <a:r>
              <a:rPr lang="en-GB" dirty="0" err="1"/>
              <a:t>pkt</a:t>
            </a:r>
            <a:endParaRPr lang="en-GB" dirty="0"/>
          </a:p>
          <a:p>
            <a:pPr lvl="6"/>
            <a:r>
              <a:rPr lang="en-GB" dirty="0"/>
              <a:t>Syvende niveau, bullet 12 </a:t>
            </a:r>
            <a:r>
              <a:rPr lang="en-GB" dirty="0" err="1"/>
              <a:t>pkt</a:t>
            </a:r>
            <a:r>
              <a:rPr lang="en-GB" dirty="0"/>
              <a:t> (indryk 1 gang)</a:t>
            </a:r>
            <a:endParaRPr lang="en-GB"/>
          </a:p>
          <a:p>
            <a:pPr lvl="7"/>
            <a:r>
              <a:rPr lang="en-GB" dirty="0"/>
              <a:t>Ottende niveau, Header bold, 12 </a:t>
            </a:r>
            <a:r>
              <a:rPr lang="en-GB" dirty="0" err="1"/>
              <a:t>pkt</a:t>
            </a:r>
            <a:endParaRPr lang="en-GB" dirty="0"/>
          </a:p>
          <a:p>
            <a:pPr lvl="8"/>
            <a:r>
              <a:rPr lang="en-GB" dirty="0"/>
              <a:t>Niende niveau, Body </a:t>
            </a:r>
            <a:r>
              <a:rPr lang="en-GB" dirty="0" err="1"/>
              <a:t>regular</a:t>
            </a:r>
            <a:r>
              <a:rPr lang="en-GB" dirty="0"/>
              <a:t>, 12 </a:t>
            </a:r>
            <a:r>
              <a:rPr lang="en-GB" dirty="0" err="1"/>
              <a:t>pkt</a:t>
            </a:r>
            <a:endParaRPr lang="en-GB" dirty="0"/>
          </a:p>
        </p:txBody>
      </p:sp>
      <p:sp>
        <p:nvSpPr>
          <p:cNvPr id="5" name="OFF_institute"/>
          <p:cNvSpPr>
            <a:spLocks noGrp="1"/>
          </p:cNvSpPr>
          <p:nvPr>
            <p:ph type="ftr" sz="quarter" idx="3"/>
          </p:nvPr>
        </p:nvSpPr>
        <p:spPr>
          <a:xfrm>
            <a:off x="6915600" y="6376129"/>
            <a:ext cx="2240432" cy="180000"/>
          </a:xfrm>
          <a:prstGeom prst="rect">
            <a:avLst/>
          </a:prstGeom>
        </p:spPr>
        <p:txBody>
          <a:bodyPr vert="horz" lIns="0" tIns="0" rIns="0" bIns="0" rtlCol="0" anchor="t" anchorCtr="0">
            <a:noAutofit/>
          </a:bodyPr>
          <a:lstStyle>
            <a:lvl1pPr algn="r">
              <a:defRPr sz="1000" b="0" cap="none" baseline="0">
                <a:solidFill>
                  <a:schemeClr val="tx1"/>
                </a:solidFill>
              </a:defRPr>
            </a:lvl1pPr>
          </a:lstStyle>
          <a:p>
            <a:endParaRPr lang="da-DK"/>
          </a:p>
        </p:txBody>
      </p:sp>
      <p:sp>
        <p:nvSpPr>
          <p:cNvPr id="16" name="Rectangle 15">
            <a:extLst>
              <a:ext uri="{FF2B5EF4-FFF2-40B4-BE49-F238E27FC236}">
                <a16:creationId xmlns:a16="http://schemas.microsoft.com/office/drawing/2014/main" id="{D9C3F3D4-B958-489D-8401-2859D15536DE}"/>
              </a:ext>
            </a:extLst>
          </p:cNvPr>
          <p:cNvSpPr/>
          <p:nvPr/>
        </p:nvSpPr>
        <p:spPr>
          <a:xfrm rot="5400000">
            <a:off x="11480800" y="721379"/>
            <a:ext cx="914400" cy="3765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1100" b="1" noProof="1">
                <a:solidFill>
                  <a:schemeClr val="tx1"/>
                </a:solidFill>
              </a:rPr>
              <a:t>sdu.dk</a:t>
            </a:r>
            <a:endParaRPr lang="en-GB"/>
          </a:p>
        </p:txBody>
      </p:sp>
      <p:sp>
        <p:nvSpPr>
          <p:cNvPr id="17" name="Rectangle 16">
            <a:extLst>
              <a:ext uri="{FF2B5EF4-FFF2-40B4-BE49-F238E27FC236}">
                <a16:creationId xmlns:a16="http://schemas.microsoft.com/office/drawing/2014/main" id="{EDAD2A31-35D3-4D5D-AA2D-C72C49CA7FB0}"/>
              </a:ext>
            </a:extLst>
          </p:cNvPr>
          <p:cNvSpPr/>
          <p:nvPr/>
        </p:nvSpPr>
        <p:spPr>
          <a:xfrm rot="5400000">
            <a:off x="11482792" y="2027544"/>
            <a:ext cx="914400" cy="3765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1100" b="1" noProof="1">
                <a:solidFill>
                  <a:schemeClr val="tx1"/>
                </a:solidFill>
              </a:rPr>
              <a:t>#sdudk</a:t>
            </a:r>
            <a:endParaRPr lang="en-GB"/>
          </a:p>
        </p:txBody>
      </p:sp>
      <p:sp>
        <p:nvSpPr>
          <p:cNvPr id="15" name="Date Placeholder 14">
            <a:extLst>
              <a:ext uri="{FF2B5EF4-FFF2-40B4-BE49-F238E27FC236}">
                <a16:creationId xmlns:a16="http://schemas.microsoft.com/office/drawing/2014/main" id="{A56ADEC3-98E1-4CEA-9AF5-46F4CDD2FA7D}"/>
              </a:ext>
            </a:extLst>
          </p:cNvPr>
          <p:cNvSpPr>
            <a:spLocks noGrp="1"/>
          </p:cNvSpPr>
          <p:nvPr>
            <p:ph type="dt" sz="half" idx="2"/>
          </p:nvPr>
        </p:nvSpPr>
        <p:spPr>
          <a:xfrm>
            <a:off x="0" y="6912000"/>
            <a:ext cx="0" cy="0"/>
          </a:xfrm>
          <a:prstGeom prst="rect">
            <a:avLst/>
          </a:prstGeom>
        </p:spPr>
        <p:txBody>
          <a:bodyPr vert="horz" lIns="91440" tIns="45720" rIns="91440" bIns="45720" rtlCol="0" anchor="ctr"/>
          <a:lstStyle>
            <a:lvl1pPr algn="l">
              <a:defRPr sz="100">
                <a:noFill/>
              </a:defRPr>
            </a:lvl1pPr>
          </a:lstStyle>
          <a:p>
            <a:fld id="{1D8BD707-D9CF-40AE-B4C6-C98DA3205C09}" type="datetimeFigureOut">
              <a:rPr lang="en-US" smtClean="0"/>
              <a:t>2/26/24</a:t>
            </a:fld>
            <a:endParaRPr lang="en-US"/>
          </a:p>
        </p:txBody>
      </p:sp>
      <p:pic>
        <p:nvPicPr>
          <p:cNvPr id="25" name="Logo black">
            <a:extLst>
              <a:ext uri="{FF2B5EF4-FFF2-40B4-BE49-F238E27FC236}">
                <a16:creationId xmlns:a16="http://schemas.microsoft.com/office/drawing/2014/main" id="{860AC4C2-E6D6-4DCE-950A-C298C0AE9B87}"/>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403346" y="6294893"/>
            <a:ext cx="784800" cy="211840"/>
          </a:xfrm>
          <a:prstGeom prst="rect">
            <a:avLst/>
          </a:prstGeom>
        </p:spPr>
      </p:pic>
      <p:cxnSp>
        <p:nvCxnSpPr>
          <p:cNvPr id="27" name="Straight Connector 26">
            <a:extLst>
              <a:ext uri="{FF2B5EF4-FFF2-40B4-BE49-F238E27FC236}">
                <a16:creationId xmlns:a16="http://schemas.microsoft.com/office/drawing/2014/main" id="{C6C4C210-3CAD-4E96-8F10-9CD4863FC9B7}"/>
              </a:ext>
            </a:extLst>
          </p:cNvPr>
          <p:cNvCxnSpPr>
            <a:cxnSpLocks/>
          </p:cNvCxnSpPr>
          <p:nvPr/>
        </p:nvCxnSpPr>
        <p:spPr>
          <a:xfrm>
            <a:off x="410400" y="715665"/>
            <a:ext cx="699211"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date" descr="{&quot;templafy&quot;:{&quot;id&quot;:&quot;d572fa25-8edd-43b8-9b55-27d872b6b1fc&quot;}}" title="Form.Date">
            <a:extLst>
              <a:ext uri="{FF2B5EF4-FFF2-40B4-BE49-F238E27FC236}">
                <a16:creationId xmlns:a16="http://schemas.microsoft.com/office/drawing/2014/main" id="{8A346F21-C2D9-45A4-B26D-7DDC2CEB9FB7}"/>
              </a:ext>
            </a:extLst>
          </p:cNvPr>
          <p:cNvSpPr/>
          <p:nvPr/>
        </p:nvSpPr>
        <p:spPr>
          <a:xfrm>
            <a:off x="9156032" y="6349384"/>
            <a:ext cx="2624806" cy="1800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r"/>
            <a:r>
              <a:rPr lang="en-GB" sz="1200" b="0" dirty="0">
                <a:solidFill>
                  <a:schemeClr val="tx1"/>
                </a:solidFill>
              </a:rPr>
              <a:t>September 2020</a:t>
            </a:r>
          </a:p>
        </p:txBody>
      </p:sp>
      <p:sp>
        <p:nvSpPr>
          <p:cNvPr id="6" name="Slide Number Placeholder 5"/>
          <p:cNvSpPr>
            <a:spLocks noGrp="1"/>
          </p:cNvSpPr>
          <p:nvPr>
            <p:ph type="sldNum" sz="quarter" idx="4"/>
          </p:nvPr>
        </p:nvSpPr>
        <p:spPr>
          <a:xfrm>
            <a:off x="0" y="6912000"/>
            <a:ext cx="0" cy="0"/>
          </a:xfrm>
          <a:prstGeom prst="rect">
            <a:avLst/>
          </a:prstGeom>
        </p:spPr>
        <p:txBody>
          <a:bodyPr vert="horz" lIns="0" tIns="0" rIns="0" bIns="0" rtlCol="0" anchor="t" anchorCtr="0">
            <a:noAutofit/>
          </a:bodyPr>
          <a:lstStyle>
            <a:lvl1pPr algn="ctr">
              <a:defRPr sz="100">
                <a:noFill/>
              </a:defRPr>
            </a:lvl1pPr>
          </a:lstStyle>
          <a:p>
            <a:fld id="{B6F15528-21DE-4FAA-801E-634DDDAF4B2B}" type="slidenum">
              <a:rPr lang="da-DK" smtClean="0"/>
              <a:t>‹nr.›</a:t>
            </a:fld>
            <a:endParaRPr lang="da-DK"/>
          </a:p>
        </p:txBody>
      </p:sp>
      <p:sp>
        <p:nvSpPr>
          <p:cNvPr id="18" name="Date Placeholder 14">
            <a:extLst>
              <a:ext uri="{FF2B5EF4-FFF2-40B4-BE49-F238E27FC236}">
                <a16:creationId xmlns:a16="http://schemas.microsoft.com/office/drawing/2014/main" id="{7DF98717-AAEA-4E2B-96B8-AAAFF896C0EA}"/>
              </a:ext>
            </a:extLst>
          </p:cNvPr>
          <p:cNvSpPr txBox="1">
            <a:spLocks/>
          </p:cNvSpPr>
          <p:nvPr/>
        </p:nvSpPr>
        <p:spPr>
          <a:xfrm>
            <a:off x="0" y="6912000"/>
            <a:ext cx="0" cy="0"/>
          </a:xfrm>
          <a:prstGeom prst="rect">
            <a:avLst/>
          </a:prstGeom>
        </p:spPr>
        <p:txBody>
          <a:bodyPr vert="horz" lIns="91440" tIns="45720" rIns="91440" bIns="45720" rtlCol="0" anchor="ctr"/>
          <a:lstStyle>
            <a:defPPr>
              <a:defRPr lang="en-US"/>
            </a:defPPr>
            <a:lvl1pPr marL="0" algn="l" defTabSz="914400" rtl="0" eaLnBrk="1" latinLnBrk="0" hangingPunct="1">
              <a:defRPr sz="100"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1A13B18-F5ED-4611-8DBB-F05123AFBA22}" type="datetimeFigureOut">
              <a:rPr lang="en-GB" smtClean="0"/>
              <a:pPr/>
              <a:t>26/02/2024</a:t>
            </a:fld>
            <a:endParaRPr lang="en-GB" dirty="0"/>
          </a:p>
        </p:txBody>
      </p:sp>
      <p:sp>
        <p:nvSpPr>
          <p:cNvPr id="13" name="text" descr="{&quot;templafy&quot;:{&quot;id&quot;:&quot;bbb50dc8-a7c0-4554-930d-663460fed123&quot;}}" title="UserProfile.Institut.InstituteDCU_{{DocumentLanguage}}">
            <a:extLst>
              <a:ext uri="{FF2B5EF4-FFF2-40B4-BE49-F238E27FC236}">
                <a16:creationId xmlns:a16="http://schemas.microsoft.com/office/drawing/2014/main" id="{125E96D5-3BB9-422E-861E-C7C7A150AD68}"/>
              </a:ext>
            </a:extLst>
          </p:cNvPr>
          <p:cNvSpPr txBox="1">
            <a:spLocks/>
          </p:cNvSpPr>
          <p:nvPr/>
        </p:nvSpPr>
        <p:spPr>
          <a:xfrm>
            <a:off x="411163" y="450893"/>
            <a:ext cx="5684837" cy="284778"/>
          </a:xfrm>
          <a:prstGeom prst="rect">
            <a:avLst/>
          </a:prstGeom>
          <a:noFill/>
        </p:spPr>
        <p:txBody>
          <a:bodyPr wrap="square" lIns="10800" tIns="0" rIns="0" bIns="90000" anchor="b" anchorCtr="0">
            <a:spAutoFit/>
          </a:bodyPr>
          <a:lstStyle>
            <a:lvl1pPr marL="0" indent="0" algn="l" defTabSz="914400" rtl="0" eaLnBrk="1" latinLnBrk="0" hangingPunct="1">
              <a:lnSpc>
                <a:spcPct val="90000"/>
              </a:lnSpc>
              <a:spcBef>
                <a:spcPts val="0"/>
              </a:spcBef>
              <a:buFont typeface="Arial" panose="020B0604020202020204" pitchFamily="34" charset="0"/>
              <a:buNone/>
              <a:defRPr sz="1400" b="1"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GB" dirty="0"/>
              <a:t>The Maersk Mc-Kinney Moller Institute</a:t>
            </a:r>
          </a:p>
        </p:txBody>
      </p:sp>
    </p:spTree>
    <p:extLst>
      <p:ext uri="{BB962C8B-B14F-4D97-AF65-F5344CB8AC3E}">
        <p14:creationId xmlns:p14="http://schemas.microsoft.com/office/powerpoint/2010/main" val="1950933491"/>
      </p:ext>
    </p:extLst>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 id="2147483712" r:id="rId12"/>
    <p:sldLayoutId id="2147483713" r:id="rId13"/>
    <p:sldLayoutId id="2147483714" r:id="rId14"/>
    <p:sldLayoutId id="2147483715" r:id="rId15"/>
    <p:sldLayoutId id="2147483716" r:id="rId16"/>
  </p:sldLayoutIdLst>
  <p:txStyles>
    <p:titleStyle>
      <a:lvl1pPr algn="l" defTabSz="914400" rtl="0" eaLnBrk="1" latinLnBrk="0" hangingPunct="1">
        <a:lnSpc>
          <a:spcPct val="97000"/>
        </a:lnSpc>
        <a:spcBef>
          <a:spcPct val="0"/>
        </a:spcBef>
        <a:buNone/>
        <a:tabLst>
          <a:tab pos="1438275" algn="l"/>
        </a:tabLst>
        <a:defRPr sz="3600" b="1" kern="1200">
          <a:solidFill>
            <a:schemeClr val="tx1"/>
          </a:solidFill>
          <a:latin typeface="+mj-lt"/>
          <a:ea typeface="+mj-ea"/>
          <a:cs typeface="+mj-cs"/>
        </a:defRPr>
      </a:lvl1pPr>
    </p:titleStyle>
    <p:bodyStyle>
      <a:lvl1pPr marL="252000" indent="-252000" algn="l" defTabSz="914400" rtl="0" eaLnBrk="1" latinLnBrk="0" hangingPunct="1">
        <a:lnSpc>
          <a:spcPct val="110000"/>
        </a:lnSpc>
        <a:spcBef>
          <a:spcPts val="0"/>
        </a:spcBef>
        <a:buFont typeface="Wingdings" panose="05000000000000000000" pitchFamily="2" charset="2"/>
        <a:buChar char=""/>
        <a:defRPr sz="1600" kern="1200">
          <a:solidFill>
            <a:schemeClr val="tx1"/>
          </a:solidFill>
          <a:latin typeface="+mn-lt"/>
          <a:ea typeface="+mn-ea"/>
          <a:cs typeface="+mn-cs"/>
        </a:defRPr>
      </a:lvl1pPr>
      <a:lvl2pPr marL="504000" indent="-252000" algn="l" defTabSz="914400" rtl="0" eaLnBrk="1" latinLnBrk="0" hangingPunct="1">
        <a:lnSpc>
          <a:spcPct val="110000"/>
        </a:lnSpc>
        <a:spcBef>
          <a:spcPts val="0"/>
        </a:spcBef>
        <a:buFont typeface="Wingdings" panose="05000000000000000000" pitchFamily="2" charset="2"/>
        <a:buChar char="à"/>
        <a:defRPr sz="1400" kern="1200">
          <a:solidFill>
            <a:schemeClr val="tx1"/>
          </a:solidFill>
          <a:latin typeface="+mn-lt"/>
          <a:ea typeface="+mn-ea"/>
          <a:cs typeface="+mn-cs"/>
        </a:defRPr>
      </a:lvl2pPr>
      <a:lvl3pPr marL="756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3pPr>
      <a:lvl4pPr marL="0" indent="0" algn="l" defTabSz="914400" rtl="0" eaLnBrk="1" latinLnBrk="0" hangingPunct="1">
        <a:lnSpc>
          <a:spcPct val="110000"/>
        </a:lnSpc>
        <a:spcBef>
          <a:spcPts val="0"/>
        </a:spcBef>
        <a:spcAft>
          <a:spcPts val="1200"/>
        </a:spcAft>
        <a:buFont typeface="Arial" panose="020B0604020202020204" pitchFamily="34" charset="0"/>
        <a:buChar char="​"/>
        <a:defRPr sz="1600" b="1" kern="1200">
          <a:solidFill>
            <a:schemeClr val="tx1"/>
          </a:solidFill>
          <a:latin typeface="+mn-lt"/>
          <a:ea typeface="+mn-ea"/>
          <a:cs typeface="+mn-cs"/>
        </a:defRPr>
      </a:lvl4pPr>
      <a:lvl5pPr marL="0" indent="0" algn="l" defTabSz="914400" rtl="0" eaLnBrk="1" latinLnBrk="0" hangingPunct="1">
        <a:lnSpc>
          <a:spcPct val="110000"/>
        </a:lnSpc>
        <a:spcBef>
          <a:spcPts val="0"/>
        </a:spcBef>
        <a:buFont typeface="Arial" panose="020B0604020202020204" pitchFamily="34" charset="0"/>
        <a:buChar char="​"/>
        <a:defRPr sz="1600" kern="1200" baseline="0">
          <a:solidFill>
            <a:schemeClr val="tx1"/>
          </a:solidFill>
          <a:latin typeface="+mn-lt"/>
          <a:ea typeface="+mn-ea"/>
          <a:cs typeface="+mn-cs"/>
        </a:defRPr>
      </a:lvl5pPr>
      <a:lvl6pPr marL="252000" indent="-252000" algn="l" defTabSz="914400" rtl="0" eaLnBrk="1" latinLnBrk="0" hangingPunct="1">
        <a:lnSpc>
          <a:spcPct val="110000"/>
        </a:lnSpc>
        <a:spcBef>
          <a:spcPts val="0"/>
        </a:spcBef>
        <a:buFont typeface="Wingdings" panose="05000000000000000000" pitchFamily="2" charset="2"/>
        <a:buChar char="à"/>
        <a:defRPr sz="1200" kern="1200" baseline="0">
          <a:solidFill>
            <a:schemeClr val="tx1"/>
          </a:solidFill>
          <a:latin typeface="+mn-lt"/>
          <a:ea typeface="+mn-ea"/>
          <a:cs typeface="+mn-cs"/>
        </a:defRPr>
      </a:lvl6pPr>
      <a:lvl7pPr marL="504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7pPr>
      <a:lvl8pPr marL="0" indent="0" algn="l" defTabSz="914400" rtl="0" eaLnBrk="1" latinLnBrk="0" hangingPunct="1">
        <a:lnSpc>
          <a:spcPct val="110000"/>
        </a:lnSpc>
        <a:spcBef>
          <a:spcPts val="0"/>
        </a:spcBef>
        <a:spcAft>
          <a:spcPts val="1200"/>
        </a:spcAft>
        <a:buFont typeface="Arial" panose="020B0604020202020204" pitchFamily="34" charset="0"/>
        <a:buChar char="​"/>
        <a:defRPr sz="1200" b="1" kern="1200">
          <a:solidFill>
            <a:schemeClr val="tx1"/>
          </a:solidFill>
          <a:latin typeface="+mn-lt"/>
          <a:ea typeface="+mn-ea"/>
          <a:cs typeface="+mn-cs"/>
        </a:defRPr>
      </a:lvl8pPr>
      <a:lvl9pPr marL="0" indent="0" algn="l" defTabSz="914400" rtl="0" eaLnBrk="1" latinLnBrk="0" hangingPunct="1">
        <a:lnSpc>
          <a:spcPct val="110000"/>
        </a:lnSpc>
        <a:spcBef>
          <a:spcPts val="0"/>
        </a:spcBef>
        <a:buFont typeface="Arial" panose="020B0604020202020204" pitchFamily="34" charset="0"/>
        <a:buChar char="​"/>
        <a:defRPr sz="12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285">
          <p15:clr>
            <a:srgbClr val="F26B43"/>
          </p15:clr>
        </p15:guide>
        <p15:guide id="4" orient="horz" pos="1071">
          <p15:clr>
            <a:srgbClr val="F26B43"/>
          </p15:clr>
        </p15:guide>
        <p15:guide id="5" pos="259">
          <p15:clr>
            <a:srgbClr val="F26B43"/>
          </p15:clr>
        </p15:guide>
        <p15:guide id="6" pos="7421">
          <p15:clr>
            <a:srgbClr val="F26B43"/>
          </p15:clr>
        </p15:guide>
        <p15:guide id="7" orient="horz" pos="1253">
          <p15:clr>
            <a:srgbClr val="F26B43"/>
          </p15:clr>
        </p15:guide>
        <p15:guide id="8" orient="horz" pos="3680">
          <p15:clr>
            <a:srgbClr val="F26B43"/>
          </p15:clr>
        </p15:guide>
        <p15:guide id="9" orient="horz" pos="3916">
          <p15:clr>
            <a:srgbClr val="F26B43"/>
          </p15:clr>
        </p15:guide>
        <p15:guide id="10" orient="horz" pos="4094">
          <p15:clr>
            <a:srgbClr val="F26B43"/>
          </p15:clr>
        </p15:guide>
        <p15:guide id="11" pos="545">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bin"/><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bin"/></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bin"/><Relationship Id="rId2" Type="http://schemas.openxmlformats.org/officeDocument/2006/relationships/image" Target="../media/image5.png"/><Relationship Id="rId1" Type="http://schemas.openxmlformats.org/officeDocument/2006/relationships/slideLayout" Target="../slideLayouts/slideLayout15.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image" Target="../media/image1.bin"/><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image" Target="../media/image1.bin"/><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png"/><Relationship Id="rId1" Type="http://schemas.openxmlformats.org/officeDocument/2006/relationships/slideLayout" Target="../slideLayouts/slideLayout15.xml"/><Relationship Id="rId5" Type="http://schemas.openxmlformats.org/officeDocument/2006/relationships/image" Target="../media/image1.bin"/><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2" Type="http://schemas.openxmlformats.org/officeDocument/2006/relationships/image" Target="../media/image1.bin"/><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image" Target="../media/image1.bin"/><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2" Type="http://schemas.openxmlformats.org/officeDocument/2006/relationships/image" Target="../media/image1.bin"/><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3" Type="http://schemas.openxmlformats.org/officeDocument/2006/relationships/image" Target="../media/image1.bin"/><Relationship Id="rId2" Type="http://schemas.openxmlformats.org/officeDocument/2006/relationships/image" Target="../media/image14.png"/><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3" Type="http://schemas.openxmlformats.org/officeDocument/2006/relationships/image" Target="../media/image1.bin"/><Relationship Id="rId2" Type="http://schemas.openxmlformats.org/officeDocument/2006/relationships/image" Target="../media/image15.png"/><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2" Type="http://schemas.openxmlformats.org/officeDocument/2006/relationships/image" Target="../media/image1.bin"/><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3" Type="http://schemas.openxmlformats.org/officeDocument/2006/relationships/image" Target="../media/image1.bin"/><Relationship Id="rId2" Type="http://schemas.openxmlformats.org/officeDocument/2006/relationships/image" Target="../media/image16.png"/><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2" Type="http://schemas.openxmlformats.org/officeDocument/2006/relationships/image" Target="../media/image1.bin"/><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bin"/><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2" Type="http://schemas.openxmlformats.org/officeDocument/2006/relationships/image" Target="../media/image1.bin"/><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3" Type="http://schemas.openxmlformats.org/officeDocument/2006/relationships/image" Target="../media/image1.bin"/><Relationship Id="rId2" Type="http://schemas.openxmlformats.org/officeDocument/2006/relationships/image" Target="../media/image17.png"/><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2" Type="http://schemas.openxmlformats.org/officeDocument/2006/relationships/image" Target="../media/image1.bin"/><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bin"/><Relationship Id="rId2" Type="http://schemas.openxmlformats.org/officeDocument/2006/relationships/image" Target="../media/image18.png"/><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3" Type="http://schemas.openxmlformats.org/officeDocument/2006/relationships/image" Target="../media/image1.bin"/><Relationship Id="rId2" Type="http://schemas.openxmlformats.org/officeDocument/2006/relationships/image" Target="../media/image17.png"/><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2" Type="http://schemas.openxmlformats.org/officeDocument/2006/relationships/image" Target="../media/image1.bin"/><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2" Type="http://schemas.openxmlformats.org/officeDocument/2006/relationships/image" Target="../media/image1.bin"/><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2" Type="http://schemas.openxmlformats.org/officeDocument/2006/relationships/image" Target="../media/image1.bin"/><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3" Type="http://schemas.openxmlformats.org/officeDocument/2006/relationships/image" Target="../media/image1.bin"/><Relationship Id="rId2" Type="http://schemas.openxmlformats.org/officeDocument/2006/relationships/image" Target="../media/image19.png"/><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2" Type="http://schemas.openxmlformats.org/officeDocument/2006/relationships/image" Target="../media/image1.bin"/><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image" Target="../media/image1.bin"/><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2" Type="http://schemas.openxmlformats.org/officeDocument/2006/relationships/image" Target="../media/image1.bin"/><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349384" y="2590800"/>
            <a:ext cx="10069011" cy="3308408"/>
          </a:xfrm>
        </p:spPr>
        <p:txBody>
          <a:bodyPr vert="horz" lIns="0" tIns="12700" rIns="0" bIns="0" rtlCol="0" anchor="t">
            <a:normAutofit/>
          </a:bodyPr>
          <a:lstStyle/>
          <a:p>
            <a:pPr marL="12700">
              <a:spcBef>
                <a:spcPts val="100"/>
              </a:spcBef>
            </a:pPr>
            <a:r>
              <a:rPr lang="da-DK" spc="-10" dirty="0" err="1"/>
              <a:t>Introduction</a:t>
            </a:r>
            <a:r>
              <a:rPr lang="da-DK" spc="-245" dirty="0"/>
              <a:t> </a:t>
            </a:r>
            <a:r>
              <a:rPr lang="da-DK" dirty="0"/>
              <a:t>to</a:t>
            </a:r>
            <a:r>
              <a:rPr lang="da-DK" spc="-245" dirty="0"/>
              <a:t> </a:t>
            </a:r>
            <a:r>
              <a:rPr lang="da-DK" spc="-10" dirty="0" err="1"/>
              <a:t>React</a:t>
            </a:r>
            <a:endParaRPr lang="da-DK" dirty="0"/>
          </a:p>
        </p:txBody>
      </p:sp>
      <p:pic>
        <p:nvPicPr>
          <p:cNvPr id="3" name="Logo black">
            <a:extLst>
              <a:ext uri="{FF2B5EF4-FFF2-40B4-BE49-F238E27FC236}">
                <a16:creationId xmlns:a16="http://schemas.microsoft.com/office/drawing/2014/main" id="{3D12EE84-303B-003D-B9A4-106B1239C1A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3346" y="6294893"/>
            <a:ext cx="784800" cy="2118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ctrTitle"/>
          </p:nvPr>
        </p:nvSpPr>
        <p:spPr/>
        <p:txBody>
          <a:bodyPr vert="horz" wrap="square" lIns="0" tIns="12065" rIns="0" bIns="0" rtlCol="0">
            <a:spAutoFit/>
          </a:bodyPr>
          <a:lstStyle/>
          <a:p>
            <a:r>
              <a:rPr lang="da-DK" dirty="0"/>
              <a:t>What is React?</a:t>
            </a:r>
          </a:p>
        </p:txBody>
      </p:sp>
      <p:sp>
        <p:nvSpPr>
          <p:cNvPr id="8" name="Pladsholder til indhold 7">
            <a:extLst>
              <a:ext uri="{FF2B5EF4-FFF2-40B4-BE49-F238E27FC236}">
                <a16:creationId xmlns:a16="http://schemas.microsoft.com/office/drawing/2014/main" id="{BF5680A1-2296-BAB8-DA1D-FEC8A54F9B94}"/>
              </a:ext>
            </a:extLst>
          </p:cNvPr>
          <p:cNvSpPr>
            <a:spLocks noGrp="1"/>
          </p:cNvSpPr>
          <p:nvPr>
            <p:ph sz="quarter" idx="13"/>
          </p:nvPr>
        </p:nvSpPr>
        <p:spPr/>
        <p:txBody>
          <a:bodyPr/>
          <a:lstStyle/>
          <a:p>
            <a:endParaRPr lang="en-US"/>
          </a:p>
        </p:txBody>
      </p:sp>
      <p:sp>
        <p:nvSpPr>
          <p:cNvPr id="3" name="object 3"/>
          <p:cNvSpPr txBox="1"/>
          <p:nvPr/>
        </p:nvSpPr>
        <p:spPr>
          <a:xfrm>
            <a:off x="916939" y="2353348"/>
            <a:ext cx="6231890" cy="3208020"/>
          </a:xfrm>
          <a:prstGeom prst="rect">
            <a:avLst/>
          </a:prstGeom>
        </p:spPr>
        <p:txBody>
          <a:bodyPr vert="horz" wrap="square" lIns="0" tIns="12700" rIns="0" bIns="0" rtlCol="0">
            <a:spAutoFit/>
          </a:bodyPr>
          <a:lstStyle/>
          <a:p>
            <a:pPr marL="469265" indent="-456565">
              <a:lnSpc>
                <a:spcPct val="100000"/>
              </a:lnSpc>
              <a:spcBef>
                <a:spcPts val="100"/>
              </a:spcBef>
              <a:buClr>
                <a:srgbClr val="C00000"/>
              </a:buClr>
              <a:buFont typeface="Arial"/>
              <a:buChar char="•"/>
              <a:tabLst>
                <a:tab pos="469265" algn="l"/>
              </a:tabLst>
            </a:pPr>
            <a:r>
              <a:rPr sz="2800" dirty="0">
                <a:latin typeface="Calibri"/>
                <a:cs typeface="Calibri"/>
              </a:rPr>
              <a:t>React</a:t>
            </a:r>
            <a:r>
              <a:rPr sz="2800" spc="-120" dirty="0">
                <a:latin typeface="Times New Roman"/>
                <a:cs typeface="Times New Roman"/>
              </a:rPr>
              <a:t> </a:t>
            </a:r>
            <a:r>
              <a:rPr sz="2800" dirty="0">
                <a:latin typeface="Calibri"/>
                <a:cs typeface="Calibri"/>
              </a:rPr>
              <a:t>is</a:t>
            </a:r>
            <a:r>
              <a:rPr sz="2800" spc="-120" dirty="0">
                <a:latin typeface="Times New Roman"/>
                <a:cs typeface="Times New Roman"/>
              </a:rPr>
              <a:t> </a:t>
            </a:r>
            <a:r>
              <a:rPr sz="2800" dirty="0">
                <a:latin typeface="Calibri"/>
                <a:cs typeface="Calibri"/>
              </a:rPr>
              <a:t>a</a:t>
            </a:r>
            <a:r>
              <a:rPr sz="2800" spc="-114" dirty="0">
                <a:latin typeface="Times New Roman"/>
                <a:cs typeface="Times New Roman"/>
              </a:rPr>
              <a:t> </a:t>
            </a:r>
            <a:r>
              <a:rPr sz="2800" b="1" spc="-10" dirty="0">
                <a:solidFill>
                  <a:srgbClr val="C00000"/>
                </a:solidFill>
                <a:latin typeface="Calibri"/>
                <a:cs typeface="Calibri"/>
              </a:rPr>
              <a:t>JavaScript</a:t>
            </a:r>
            <a:r>
              <a:rPr sz="2800" spc="-110" dirty="0">
                <a:solidFill>
                  <a:srgbClr val="C00000"/>
                </a:solidFill>
                <a:latin typeface="Times New Roman"/>
                <a:cs typeface="Times New Roman"/>
              </a:rPr>
              <a:t> </a:t>
            </a:r>
            <a:r>
              <a:rPr sz="2800" b="1" spc="-10" dirty="0">
                <a:solidFill>
                  <a:srgbClr val="538135"/>
                </a:solidFill>
                <a:latin typeface="Calibri"/>
                <a:cs typeface="Calibri"/>
              </a:rPr>
              <a:t>framework</a:t>
            </a:r>
            <a:endParaRPr sz="2800">
              <a:latin typeface="Calibri"/>
              <a:cs typeface="Calibri"/>
            </a:endParaRPr>
          </a:p>
          <a:p>
            <a:pPr marL="469265" indent="-456565">
              <a:lnSpc>
                <a:spcPct val="100000"/>
              </a:lnSpc>
              <a:spcBef>
                <a:spcPts val="2065"/>
              </a:spcBef>
              <a:buClr>
                <a:srgbClr val="C00000"/>
              </a:buClr>
              <a:buFont typeface="Arial"/>
              <a:buChar char="•"/>
              <a:tabLst>
                <a:tab pos="469265" algn="l"/>
              </a:tabLst>
            </a:pPr>
            <a:r>
              <a:rPr sz="2800" dirty="0">
                <a:latin typeface="Calibri"/>
                <a:cs typeface="Calibri"/>
              </a:rPr>
              <a:t>Used</a:t>
            </a:r>
            <a:r>
              <a:rPr sz="2800" spc="-110" dirty="0">
                <a:latin typeface="Times New Roman"/>
                <a:cs typeface="Times New Roman"/>
              </a:rPr>
              <a:t> </a:t>
            </a:r>
            <a:r>
              <a:rPr sz="2800" dirty="0">
                <a:latin typeface="Calibri"/>
                <a:cs typeface="Calibri"/>
              </a:rPr>
              <a:t>for</a:t>
            </a:r>
            <a:r>
              <a:rPr sz="2800" spc="-120" dirty="0">
                <a:latin typeface="Times New Roman"/>
                <a:cs typeface="Times New Roman"/>
              </a:rPr>
              <a:t> </a:t>
            </a:r>
            <a:r>
              <a:rPr sz="2800" b="1" dirty="0">
                <a:solidFill>
                  <a:srgbClr val="2D75B6"/>
                </a:solidFill>
                <a:latin typeface="Calibri"/>
                <a:cs typeface="Calibri"/>
              </a:rPr>
              <a:t>front</a:t>
            </a:r>
            <a:r>
              <a:rPr sz="2800" spc="-114" dirty="0">
                <a:solidFill>
                  <a:srgbClr val="2D75B6"/>
                </a:solidFill>
                <a:latin typeface="Times New Roman"/>
                <a:cs typeface="Times New Roman"/>
              </a:rPr>
              <a:t> </a:t>
            </a:r>
            <a:r>
              <a:rPr sz="2800" b="1" dirty="0">
                <a:solidFill>
                  <a:srgbClr val="2D75B6"/>
                </a:solidFill>
                <a:latin typeface="Calibri"/>
                <a:cs typeface="Calibri"/>
              </a:rPr>
              <a:t>end</a:t>
            </a:r>
            <a:r>
              <a:rPr sz="2800" spc="-114" dirty="0">
                <a:solidFill>
                  <a:srgbClr val="2D75B6"/>
                </a:solidFill>
                <a:latin typeface="Times New Roman"/>
                <a:cs typeface="Times New Roman"/>
              </a:rPr>
              <a:t> </a:t>
            </a:r>
            <a:r>
              <a:rPr sz="2800" b="1" dirty="0">
                <a:solidFill>
                  <a:srgbClr val="C55A11"/>
                </a:solidFill>
                <a:latin typeface="Calibri"/>
                <a:cs typeface="Calibri"/>
              </a:rPr>
              <a:t>web</a:t>
            </a:r>
            <a:r>
              <a:rPr sz="2800" spc="-110" dirty="0">
                <a:solidFill>
                  <a:srgbClr val="C55A11"/>
                </a:solidFill>
                <a:latin typeface="Times New Roman"/>
                <a:cs typeface="Times New Roman"/>
              </a:rPr>
              <a:t> </a:t>
            </a:r>
            <a:r>
              <a:rPr sz="2800" b="1" spc="-10" dirty="0">
                <a:solidFill>
                  <a:srgbClr val="C55A11"/>
                </a:solidFill>
                <a:latin typeface="Calibri"/>
                <a:cs typeface="Calibri"/>
              </a:rPr>
              <a:t>development</a:t>
            </a:r>
            <a:endParaRPr sz="2800">
              <a:latin typeface="Calibri"/>
              <a:cs typeface="Calibri"/>
            </a:endParaRPr>
          </a:p>
          <a:p>
            <a:pPr marL="469265" indent="-456565">
              <a:lnSpc>
                <a:spcPct val="100000"/>
              </a:lnSpc>
              <a:spcBef>
                <a:spcPts val="2065"/>
              </a:spcBef>
              <a:buClr>
                <a:srgbClr val="C00000"/>
              </a:buClr>
              <a:buFont typeface="Arial"/>
              <a:buChar char="•"/>
              <a:tabLst>
                <a:tab pos="469265" algn="l"/>
              </a:tabLst>
            </a:pPr>
            <a:r>
              <a:rPr sz="2800" dirty="0">
                <a:latin typeface="Calibri"/>
                <a:cs typeface="Calibri"/>
              </a:rPr>
              <a:t>Think</a:t>
            </a:r>
            <a:r>
              <a:rPr sz="2800" spc="-100" dirty="0">
                <a:latin typeface="Times New Roman"/>
                <a:cs typeface="Times New Roman"/>
              </a:rPr>
              <a:t> </a:t>
            </a:r>
            <a:r>
              <a:rPr sz="2800" dirty="0">
                <a:latin typeface="Calibri"/>
                <a:cs typeface="Calibri"/>
              </a:rPr>
              <a:t>of</a:t>
            </a:r>
            <a:r>
              <a:rPr sz="2800" spc="-110" dirty="0">
                <a:latin typeface="Times New Roman"/>
                <a:cs typeface="Times New Roman"/>
              </a:rPr>
              <a:t> </a:t>
            </a:r>
            <a:r>
              <a:rPr sz="2800" spc="-30" dirty="0">
                <a:latin typeface="Calibri"/>
                <a:cs typeface="Calibri"/>
              </a:rPr>
              <a:t>jQuery,</a:t>
            </a:r>
            <a:r>
              <a:rPr sz="2800" spc="-105" dirty="0">
                <a:latin typeface="Times New Roman"/>
                <a:cs typeface="Times New Roman"/>
              </a:rPr>
              <a:t> </a:t>
            </a:r>
            <a:r>
              <a:rPr sz="2800" dirty="0">
                <a:latin typeface="Calibri"/>
                <a:cs typeface="Calibri"/>
              </a:rPr>
              <a:t>but</a:t>
            </a:r>
            <a:r>
              <a:rPr sz="2800" spc="-95" dirty="0">
                <a:latin typeface="Times New Roman"/>
                <a:cs typeface="Times New Roman"/>
              </a:rPr>
              <a:t> </a:t>
            </a:r>
            <a:r>
              <a:rPr sz="2800" dirty="0">
                <a:latin typeface="Calibri"/>
                <a:cs typeface="Calibri"/>
              </a:rPr>
              <a:t>more</a:t>
            </a:r>
            <a:r>
              <a:rPr sz="2800" spc="-114" dirty="0">
                <a:latin typeface="Times New Roman"/>
                <a:cs typeface="Times New Roman"/>
              </a:rPr>
              <a:t> </a:t>
            </a:r>
            <a:r>
              <a:rPr sz="2800" spc="-10" dirty="0">
                <a:latin typeface="Calibri"/>
                <a:cs typeface="Calibri"/>
              </a:rPr>
              <a:t>structured</a:t>
            </a:r>
            <a:endParaRPr sz="2800">
              <a:latin typeface="Calibri"/>
              <a:cs typeface="Calibri"/>
            </a:endParaRPr>
          </a:p>
          <a:p>
            <a:pPr marL="469265" indent="-456565">
              <a:lnSpc>
                <a:spcPct val="100000"/>
              </a:lnSpc>
              <a:spcBef>
                <a:spcPts val="2065"/>
              </a:spcBef>
              <a:buClr>
                <a:srgbClr val="C00000"/>
              </a:buClr>
              <a:buFont typeface="Arial"/>
              <a:buChar char="•"/>
              <a:tabLst>
                <a:tab pos="469265" algn="l"/>
              </a:tabLst>
            </a:pPr>
            <a:r>
              <a:rPr sz="2800" spc="-10" dirty="0">
                <a:latin typeface="Calibri"/>
                <a:cs typeface="Calibri"/>
              </a:rPr>
              <a:t>Created</a:t>
            </a:r>
            <a:r>
              <a:rPr sz="2800" spc="-120" dirty="0">
                <a:latin typeface="Times New Roman"/>
                <a:cs typeface="Times New Roman"/>
              </a:rPr>
              <a:t> </a:t>
            </a:r>
            <a:r>
              <a:rPr sz="2800" dirty="0">
                <a:latin typeface="Calibri"/>
                <a:cs typeface="Calibri"/>
              </a:rPr>
              <a:t>and</a:t>
            </a:r>
            <a:r>
              <a:rPr sz="2800" spc="-100" dirty="0">
                <a:latin typeface="Times New Roman"/>
                <a:cs typeface="Times New Roman"/>
              </a:rPr>
              <a:t> </a:t>
            </a:r>
            <a:r>
              <a:rPr sz="2800" dirty="0">
                <a:latin typeface="Calibri"/>
                <a:cs typeface="Calibri"/>
              </a:rPr>
              <a:t>used</a:t>
            </a:r>
            <a:r>
              <a:rPr sz="2800" spc="-100" dirty="0">
                <a:latin typeface="Times New Roman"/>
                <a:cs typeface="Times New Roman"/>
              </a:rPr>
              <a:t> </a:t>
            </a:r>
            <a:r>
              <a:rPr sz="2800" dirty="0">
                <a:latin typeface="Calibri"/>
                <a:cs typeface="Calibri"/>
              </a:rPr>
              <a:t>by</a:t>
            </a:r>
            <a:r>
              <a:rPr sz="2800" spc="-100" dirty="0">
                <a:latin typeface="Times New Roman"/>
                <a:cs typeface="Times New Roman"/>
              </a:rPr>
              <a:t> </a:t>
            </a:r>
            <a:r>
              <a:rPr sz="2800" b="1" spc="-10" dirty="0">
                <a:solidFill>
                  <a:srgbClr val="BE8F00"/>
                </a:solidFill>
                <a:latin typeface="Calibri"/>
                <a:cs typeface="Calibri"/>
              </a:rPr>
              <a:t>Facebook</a:t>
            </a:r>
            <a:endParaRPr sz="2800">
              <a:latin typeface="Calibri"/>
              <a:cs typeface="Calibri"/>
            </a:endParaRPr>
          </a:p>
          <a:p>
            <a:pPr marL="469265" indent="-456565">
              <a:lnSpc>
                <a:spcPct val="100000"/>
              </a:lnSpc>
              <a:spcBef>
                <a:spcPts val="2060"/>
              </a:spcBef>
              <a:buClr>
                <a:srgbClr val="C00000"/>
              </a:buClr>
              <a:buFont typeface="Arial"/>
              <a:buChar char="•"/>
              <a:tabLst>
                <a:tab pos="469265" algn="l"/>
              </a:tabLst>
            </a:pPr>
            <a:r>
              <a:rPr sz="2800" spc="-10" dirty="0">
                <a:latin typeface="Calibri"/>
                <a:cs typeface="Calibri"/>
              </a:rPr>
              <a:t>Famous</a:t>
            </a:r>
            <a:r>
              <a:rPr sz="2800" spc="-100" dirty="0">
                <a:latin typeface="Times New Roman"/>
                <a:cs typeface="Times New Roman"/>
              </a:rPr>
              <a:t> </a:t>
            </a:r>
            <a:r>
              <a:rPr sz="2800" dirty="0">
                <a:latin typeface="Calibri"/>
                <a:cs typeface="Calibri"/>
              </a:rPr>
              <a:t>for</a:t>
            </a:r>
            <a:r>
              <a:rPr sz="2800" spc="-100" dirty="0">
                <a:latin typeface="Times New Roman"/>
                <a:cs typeface="Times New Roman"/>
              </a:rPr>
              <a:t> </a:t>
            </a:r>
            <a:r>
              <a:rPr sz="2800" spc="-10" dirty="0">
                <a:latin typeface="Calibri"/>
                <a:cs typeface="Calibri"/>
              </a:rPr>
              <a:t>implementing</a:t>
            </a:r>
            <a:r>
              <a:rPr sz="2800" spc="-120" dirty="0">
                <a:latin typeface="Times New Roman"/>
                <a:cs typeface="Times New Roman"/>
              </a:rPr>
              <a:t> </a:t>
            </a:r>
            <a:r>
              <a:rPr sz="2800" dirty="0">
                <a:latin typeface="Calibri"/>
                <a:cs typeface="Calibri"/>
              </a:rPr>
              <a:t>a</a:t>
            </a:r>
            <a:r>
              <a:rPr sz="2800" spc="-100" dirty="0">
                <a:latin typeface="Times New Roman"/>
                <a:cs typeface="Times New Roman"/>
              </a:rPr>
              <a:t> </a:t>
            </a:r>
            <a:r>
              <a:rPr sz="2800" b="1" dirty="0">
                <a:solidFill>
                  <a:srgbClr val="6F2F9F"/>
                </a:solidFill>
                <a:latin typeface="Calibri"/>
                <a:cs typeface="Calibri"/>
              </a:rPr>
              <a:t>virtual</a:t>
            </a:r>
            <a:r>
              <a:rPr sz="2800" spc="-100" dirty="0">
                <a:solidFill>
                  <a:srgbClr val="6F2F9F"/>
                </a:solidFill>
                <a:latin typeface="Times New Roman"/>
                <a:cs typeface="Times New Roman"/>
              </a:rPr>
              <a:t> </a:t>
            </a:r>
            <a:r>
              <a:rPr sz="2800" b="1" spc="-25" dirty="0">
                <a:solidFill>
                  <a:srgbClr val="6F2F9F"/>
                </a:solidFill>
                <a:latin typeface="Calibri"/>
                <a:cs typeface="Calibri"/>
              </a:rPr>
              <a:t>dom</a:t>
            </a:r>
            <a:endParaRPr sz="2800">
              <a:latin typeface="Calibri"/>
              <a:cs typeface="Calibri"/>
            </a:endParaRPr>
          </a:p>
        </p:txBody>
      </p:sp>
      <p:pic>
        <p:nvPicPr>
          <p:cNvPr id="4" name="object 4"/>
          <p:cNvPicPr/>
          <p:nvPr/>
        </p:nvPicPr>
        <p:blipFill>
          <a:blip r:embed="rId2" cstate="print"/>
          <a:stretch>
            <a:fillRect/>
          </a:stretch>
        </p:blipFill>
        <p:spPr>
          <a:xfrm>
            <a:off x="9609581" y="4146042"/>
            <a:ext cx="1744218" cy="1744218"/>
          </a:xfrm>
          <a:prstGeom prst="rect">
            <a:avLst/>
          </a:prstGeom>
        </p:spPr>
      </p:pic>
      <p:pic>
        <p:nvPicPr>
          <p:cNvPr id="5" name="object 5"/>
          <p:cNvPicPr/>
          <p:nvPr/>
        </p:nvPicPr>
        <p:blipFill>
          <a:blip r:embed="rId3" cstate="print"/>
          <a:stretch>
            <a:fillRect/>
          </a:stretch>
        </p:blipFill>
        <p:spPr>
          <a:xfrm>
            <a:off x="9764268" y="2349787"/>
            <a:ext cx="1434845" cy="1435607"/>
          </a:xfrm>
          <a:prstGeom prst="rect">
            <a:avLst/>
          </a:prstGeom>
        </p:spPr>
      </p:pic>
      <p:pic>
        <p:nvPicPr>
          <p:cNvPr id="6" name="Logo black">
            <a:extLst>
              <a:ext uri="{FF2B5EF4-FFF2-40B4-BE49-F238E27FC236}">
                <a16:creationId xmlns:a16="http://schemas.microsoft.com/office/drawing/2014/main" id="{DF2DC226-29B7-8805-EE1C-7D2542D433A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03346" y="6294893"/>
            <a:ext cx="784800" cy="21184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25400">
              <a:lnSpc>
                <a:spcPct val="100000"/>
              </a:lnSpc>
              <a:spcBef>
                <a:spcPts val="95"/>
              </a:spcBef>
            </a:pPr>
            <a:r>
              <a:rPr spc="-10" dirty="0"/>
              <a:t>Timeline</a:t>
            </a:r>
            <a:r>
              <a:rPr spc="-165" dirty="0">
                <a:latin typeface="Times New Roman"/>
                <a:cs typeface="Times New Roman"/>
              </a:rPr>
              <a:t> </a:t>
            </a:r>
            <a:r>
              <a:rPr dirty="0"/>
              <a:t>of</a:t>
            </a:r>
            <a:r>
              <a:rPr spc="-170" dirty="0">
                <a:latin typeface="Times New Roman"/>
                <a:cs typeface="Times New Roman"/>
              </a:rPr>
              <a:t> </a:t>
            </a:r>
            <a:r>
              <a:rPr spc="-40" dirty="0"/>
              <a:t>front-</a:t>
            </a:r>
            <a:r>
              <a:rPr dirty="0"/>
              <a:t>end</a:t>
            </a:r>
            <a:r>
              <a:rPr spc="-160" dirty="0">
                <a:latin typeface="Times New Roman"/>
                <a:cs typeface="Times New Roman"/>
              </a:rPr>
              <a:t> </a:t>
            </a:r>
            <a:r>
              <a:rPr spc="-25" dirty="0"/>
              <a:t>JavaScript</a:t>
            </a:r>
            <a:r>
              <a:rPr spc="-145" dirty="0">
                <a:latin typeface="Times New Roman"/>
                <a:cs typeface="Times New Roman"/>
              </a:rPr>
              <a:t> </a:t>
            </a:r>
            <a:r>
              <a:rPr spc="-10" dirty="0"/>
              <a:t>frameworks</a:t>
            </a:r>
          </a:p>
        </p:txBody>
      </p:sp>
      <p:sp>
        <p:nvSpPr>
          <p:cNvPr id="3" name="object 3"/>
          <p:cNvSpPr/>
          <p:nvPr/>
        </p:nvSpPr>
        <p:spPr>
          <a:xfrm>
            <a:off x="838582" y="1826132"/>
            <a:ext cx="2053589" cy="3596004"/>
          </a:xfrm>
          <a:custGeom>
            <a:avLst/>
            <a:gdLst/>
            <a:ahLst/>
            <a:cxnLst/>
            <a:rect l="l" t="t" r="r" b="b"/>
            <a:pathLst>
              <a:path w="2053589" h="3596004">
                <a:moveTo>
                  <a:pt x="1848229" y="0"/>
                </a:moveTo>
                <a:lnTo>
                  <a:pt x="205357" y="0"/>
                </a:lnTo>
                <a:lnTo>
                  <a:pt x="158272" y="5423"/>
                </a:lnTo>
                <a:lnTo>
                  <a:pt x="115048" y="20873"/>
                </a:lnTo>
                <a:lnTo>
                  <a:pt x="76918" y="45116"/>
                </a:lnTo>
                <a:lnTo>
                  <a:pt x="45115" y="76919"/>
                </a:lnTo>
                <a:lnTo>
                  <a:pt x="20873" y="115049"/>
                </a:lnTo>
                <a:lnTo>
                  <a:pt x="5423" y="158273"/>
                </a:lnTo>
                <a:lnTo>
                  <a:pt x="0" y="205359"/>
                </a:lnTo>
                <a:lnTo>
                  <a:pt x="0" y="3390519"/>
                </a:lnTo>
                <a:lnTo>
                  <a:pt x="5423" y="3437604"/>
                </a:lnTo>
                <a:lnTo>
                  <a:pt x="20873" y="3480828"/>
                </a:lnTo>
                <a:lnTo>
                  <a:pt x="45115" y="3518958"/>
                </a:lnTo>
                <a:lnTo>
                  <a:pt x="76918" y="3550761"/>
                </a:lnTo>
                <a:lnTo>
                  <a:pt x="115048" y="3575004"/>
                </a:lnTo>
                <a:lnTo>
                  <a:pt x="158272" y="3590454"/>
                </a:lnTo>
                <a:lnTo>
                  <a:pt x="205357" y="3595878"/>
                </a:lnTo>
                <a:lnTo>
                  <a:pt x="1848229" y="3595878"/>
                </a:lnTo>
                <a:lnTo>
                  <a:pt x="1895314" y="3590454"/>
                </a:lnTo>
                <a:lnTo>
                  <a:pt x="1938538" y="3575004"/>
                </a:lnTo>
                <a:lnTo>
                  <a:pt x="1976668" y="3550761"/>
                </a:lnTo>
                <a:lnTo>
                  <a:pt x="2008471" y="3518958"/>
                </a:lnTo>
                <a:lnTo>
                  <a:pt x="2032714" y="3480828"/>
                </a:lnTo>
                <a:lnTo>
                  <a:pt x="2048164" y="3437604"/>
                </a:lnTo>
                <a:lnTo>
                  <a:pt x="2053588" y="3390519"/>
                </a:lnTo>
                <a:lnTo>
                  <a:pt x="2053588" y="205359"/>
                </a:lnTo>
                <a:lnTo>
                  <a:pt x="2048164" y="158273"/>
                </a:lnTo>
                <a:lnTo>
                  <a:pt x="2032714" y="115049"/>
                </a:lnTo>
                <a:lnTo>
                  <a:pt x="2008471" y="76919"/>
                </a:lnTo>
                <a:lnTo>
                  <a:pt x="1976668" y="45116"/>
                </a:lnTo>
                <a:lnTo>
                  <a:pt x="1938538" y="20873"/>
                </a:lnTo>
                <a:lnTo>
                  <a:pt x="1895314" y="5423"/>
                </a:lnTo>
                <a:lnTo>
                  <a:pt x="1848229" y="0"/>
                </a:lnTo>
                <a:close/>
              </a:path>
            </a:pathLst>
          </a:custGeom>
          <a:solidFill>
            <a:srgbClr val="4471C4"/>
          </a:solidFill>
        </p:spPr>
        <p:txBody>
          <a:bodyPr wrap="square" lIns="0" tIns="0" rIns="0" bIns="0" rtlCol="0"/>
          <a:lstStyle/>
          <a:p>
            <a:endParaRPr/>
          </a:p>
        </p:txBody>
      </p:sp>
      <p:sp>
        <p:nvSpPr>
          <p:cNvPr id="4" name="object 4"/>
          <p:cNvSpPr txBox="1"/>
          <p:nvPr/>
        </p:nvSpPr>
        <p:spPr>
          <a:xfrm>
            <a:off x="1214398" y="3471036"/>
            <a:ext cx="1302385" cy="930910"/>
          </a:xfrm>
          <a:prstGeom prst="rect">
            <a:avLst/>
          </a:prstGeom>
        </p:spPr>
        <p:txBody>
          <a:bodyPr vert="horz" wrap="square" lIns="0" tIns="60960" rIns="0" bIns="0" rtlCol="0">
            <a:spAutoFit/>
          </a:bodyPr>
          <a:lstStyle/>
          <a:p>
            <a:pPr marL="131445" marR="5080" indent="-119380">
              <a:lnSpc>
                <a:spcPts val="3400"/>
              </a:lnSpc>
              <a:spcBef>
                <a:spcPts val="480"/>
              </a:spcBef>
            </a:pPr>
            <a:r>
              <a:rPr sz="3100" spc="-10" dirty="0">
                <a:solidFill>
                  <a:srgbClr val="FFFFFF"/>
                </a:solidFill>
                <a:latin typeface="Calibri"/>
                <a:cs typeface="Calibri"/>
              </a:rPr>
              <a:t>jQuery*</a:t>
            </a:r>
            <a:r>
              <a:rPr sz="3100" spc="-10" dirty="0">
                <a:solidFill>
                  <a:srgbClr val="FFFFFF"/>
                </a:solidFill>
                <a:latin typeface="Times New Roman"/>
                <a:cs typeface="Times New Roman"/>
              </a:rPr>
              <a:t> </a:t>
            </a:r>
            <a:r>
              <a:rPr sz="3100" spc="-10" dirty="0">
                <a:solidFill>
                  <a:srgbClr val="FFFFFF"/>
                </a:solidFill>
                <a:latin typeface="Calibri"/>
                <a:cs typeface="Calibri"/>
              </a:rPr>
              <a:t>(2006)</a:t>
            </a:r>
            <a:endParaRPr sz="3100">
              <a:latin typeface="Calibri"/>
              <a:cs typeface="Calibri"/>
            </a:endParaRPr>
          </a:p>
        </p:txBody>
      </p:sp>
      <p:grpSp>
        <p:nvGrpSpPr>
          <p:cNvPr id="5" name="object 5"/>
          <p:cNvGrpSpPr/>
          <p:nvPr/>
        </p:nvGrpSpPr>
        <p:grpSpPr>
          <a:xfrm>
            <a:off x="1260157" y="1826132"/>
            <a:ext cx="3747770" cy="3596004"/>
            <a:chOff x="1260157" y="1826132"/>
            <a:chExt cx="3747770" cy="3596004"/>
          </a:xfrm>
        </p:grpSpPr>
        <p:pic>
          <p:nvPicPr>
            <p:cNvPr id="6" name="object 6"/>
            <p:cNvPicPr/>
            <p:nvPr/>
          </p:nvPicPr>
          <p:blipFill>
            <a:blip r:embed="rId2" cstate="print"/>
            <a:stretch>
              <a:fillRect/>
            </a:stretch>
          </p:blipFill>
          <p:spPr>
            <a:xfrm>
              <a:off x="1266824" y="2041778"/>
              <a:ext cx="1197101" cy="1197863"/>
            </a:xfrm>
            <a:prstGeom prst="rect">
              <a:avLst/>
            </a:prstGeom>
          </p:spPr>
        </p:pic>
        <p:sp>
          <p:nvSpPr>
            <p:cNvPr id="7" name="object 7"/>
            <p:cNvSpPr/>
            <p:nvPr/>
          </p:nvSpPr>
          <p:spPr>
            <a:xfrm>
              <a:off x="1266824" y="2041778"/>
              <a:ext cx="1197610" cy="1198245"/>
            </a:xfrm>
            <a:custGeom>
              <a:avLst/>
              <a:gdLst/>
              <a:ahLst/>
              <a:cxnLst/>
              <a:rect l="l" t="t" r="r" b="b"/>
              <a:pathLst>
                <a:path w="1197610" h="1198245">
                  <a:moveTo>
                    <a:pt x="0" y="598932"/>
                  </a:moveTo>
                  <a:lnTo>
                    <a:pt x="1984" y="549809"/>
                  </a:lnTo>
                  <a:lnTo>
                    <a:pt x="7834" y="501781"/>
                  </a:lnTo>
                  <a:lnTo>
                    <a:pt x="17395" y="455000"/>
                  </a:lnTo>
                  <a:lnTo>
                    <a:pt x="30514" y="409621"/>
                  </a:lnTo>
                  <a:lnTo>
                    <a:pt x="47037" y="365799"/>
                  </a:lnTo>
                  <a:lnTo>
                    <a:pt x="66809" y="323686"/>
                  </a:lnTo>
                  <a:lnTo>
                    <a:pt x="89677" y="283438"/>
                  </a:lnTo>
                  <a:lnTo>
                    <a:pt x="115486" y="245209"/>
                  </a:lnTo>
                  <a:lnTo>
                    <a:pt x="144082" y="209152"/>
                  </a:lnTo>
                  <a:lnTo>
                    <a:pt x="175312" y="175421"/>
                  </a:lnTo>
                  <a:lnTo>
                    <a:pt x="209021" y="144172"/>
                  </a:lnTo>
                  <a:lnTo>
                    <a:pt x="245055" y="115558"/>
                  </a:lnTo>
                  <a:lnTo>
                    <a:pt x="283260" y="89733"/>
                  </a:lnTo>
                  <a:lnTo>
                    <a:pt x="323483" y="66851"/>
                  </a:lnTo>
                  <a:lnTo>
                    <a:pt x="365568" y="47066"/>
                  </a:lnTo>
                  <a:lnTo>
                    <a:pt x="409363" y="30533"/>
                  </a:lnTo>
                  <a:lnTo>
                    <a:pt x="454713" y="17406"/>
                  </a:lnTo>
                  <a:lnTo>
                    <a:pt x="501463" y="7838"/>
                  </a:lnTo>
                  <a:lnTo>
                    <a:pt x="549460" y="1985"/>
                  </a:lnTo>
                  <a:lnTo>
                    <a:pt x="598551" y="0"/>
                  </a:lnTo>
                  <a:lnTo>
                    <a:pt x="647641" y="1985"/>
                  </a:lnTo>
                  <a:lnTo>
                    <a:pt x="695638" y="7838"/>
                  </a:lnTo>
                  <a:lnTo>
                    <a:pt x="742389" y="17406"/>
                  </a:lnTo>
                  <a:lnTo>
                    <a:pt x="787738" y="30533"/>
                  </a:lnTo>
                  <a:lnTo>
                    <a:pt x="831533" y="47066"/>
                  </a:lnTo>
                  <a:lnTo>
                    <a:pt x="873618" y="66851"/>
                  </a:lnTo>
                  <a:lnTo>
                    <a:pt x="913841" y="89733"/>
                  </a:lnTo>
                  <a:lnTo>
                    <a:pt x="952046" y="115558"/>
                  </a:lnTo>
                  <a:lnTo>
                    <a:pt x="988080" y="144172"/>
                  </a:lnTo>
                  <a:lnTo>
                    <a:pt x="1021789" y="175421"/>
                  </a:lnTo>
                  <a:lnTo>
                    <a:pt x="1053019" y="209152"/>
                  </a:lnTo>
                  <a:lnTo>
                    <a:pt x="1081615" y="245209"/>
                  </a:lnTo>
                  <a:lnTo>
                    <a:pt x="1107424" y="283438"/>
                  </a:lnTo>
                  <a:lnTo>
                    <a:pt x="1130292" y="323686"/>
                  </a:lnTo>
                  <a:lnTo>
                    <a:pt x="1150064" y="365799"/>
                  </a:lnTo>
                  <a:lnTo>
                    <a:pt x="1166587" y="409621"/>
                  </a:lnTo>
                  <a:lnTo>
                    <a:pt x="1179706" y="455000"/>
                  </a:lnTo>
                  <a:lnTo>
                    <a:pt x="1189267" y="501781"/>
                  </a:lnTo>
                  <a:lnTo>
                    <a:pt x="1195117" y="549809"/>
                  </a:lnTo>
                  <a:lnTo>
                    <a:pt x="1197102" y="598932"/>
                  </a:lnTo>
                  <a:lnTo>
                    <a:pt x="1195117" y="648054"/>
                  </a:lnTo>
                  <a:lnTo>
                    <a:pt x="1189267" y="696082"/>
                  </a:lnTo>
                  <a:lnTo>
                    <a:pt x="1179706" y="742863"/>
                  </a:lnTo>
                  <a:lnTo>
                    <a:pt x="1166587" y="788242"/>
                  </a:lnTo>
                  <a:lnTo>
                    <a:pt x="1150064" y="832064"/>
                  </a:lnTo>
                  <a:lnTo>
                    <a:pt x="1130292" y="874177"/>
                  </a:lnTo>
                  <a:lnTo>
                    <a:pt x="1107424" y="914425"/>
                  </a:lnTo>
                  <a:lnTo>
                    <a:pt x="1081615" y="952654"/>
                  </a:lnTo>
                  <a:lnTo>
                    <a:pt x="1053019" y="988711"/>
                  </a:lnTo>
                  <a:lnTo>
                    <a:pt x="1021789" y="1022442"/>
                  </a:lnTo>
                  <a:lnTo>
                    <a:pt x="988080" y="1053691"/>
                  </a:lnTo>
                  <a:lnTo>
                    <a:pt x="952046" y="1082305"/>
                  </a:lnTo>
                  <a:lnTo>
                    <a:pt x="913841" y="1108131"/>
                  </a:lnTo>
                  <a:lnTo>
                    <a:pt x="873618" y="1131012"/>
                  </a:lnTo>
                  <a:lnTo>
                    <a:pt x="831533" y="1150797"/>
                  </a:lnTo>
                  <a:lnTo>
                    <a:pt x="787738" y="1167330"/>
                  </a:lnTo>
                  <a:lnTo>
                    <a:pt x="742389" y="1180457"/>
                  </a:lnTo>
                  <a:lnTo>
                    <a:pt x="695638" y="1190025"/>
                  </a:lnTo>
                  <a:lnTo>
                    <a:pt x="647641" y="1195878"/>
                  </a:lnTo>
                  <a:lnTo>
                    <a:pt x="598551" y="1197864"/>
                  </a:lnTo>
                  <a:lnTo>
                    <a:pt x="549460" y="1195878"/>
                  </a:lnTo>
                  <a:lnTo>
                    <a:pt x="501463" y="1190025"/>
                  </a:lnTo>
                  <a:lnTo>
                    <a:pt x="454713" y="1180457"/>
                  </a:lnTo>
                  <a:lnTo>
                    <a:pt x="409363" y="1167330"/>
                  </a:lnTo>
                  <a:lnTo>
                    <a:pt x="365568" y="1150797"/>
                  </a:lnTo>
                  <a:lnTo>
                    <a:pt x="323483" y="1131012"/>
                  </a:lnTo>
                  <a:lnTo>
                    <a:pt x="283260" y="1108131"/>
                  </a:lnTo>
                  <a:lnTo>
                    <a:pt x="245055" y="1082305"/>
                  </a:lnTo>
                  <a:lnTo>
                    <a:pt x="209021" y="1053691"/>
                  </a:lnTo>
                  <a:lnTo>
                    <a:pt x="175312" y="1022442"/>
                  </a:lnTo>
                  <a:lnTo>
                    <a:pt x="144082" y="988711"/>
                  </a:lnTo>
                  <a:lnTo>
                    <a:pt x="115486" y="952654"/>
                  </a:lnTo>
                  <a:lnTo>
                    <a:pt x="89677" y="914425"/>
                  </a:lnTo>
                  <a:lnTo>
                    <a:pt x="66809" y="874177"/>
                  </a:lnTo>
                  <a:lnTo>
                    <a:pt x="47037" y="832064"/>
                  </a:lnTo>
                  <a:lnTo>
                    <a:pt x="30514" y="788242"/>
                  </a:lnTo>
                  <a:lnTo>
                    <a:pt x="17395" y="742863"/>
                  </a:lnTo>
                  <a:lnTo>
                    <a:pt x="7834" y="696082"/>
                  </a:lnTo>
                  <a:lnTo>
                    <a:pt x="1984" y="648054"/>
                  </a:lnTo>
                  <a:lnTo>
                    <a:pt x="0" y="598932"/>
                  </a:lnTo>
                  <a:close/>
                </a:path>
              </a:pathLst>
            </a:custGeom>
            <a:ln w="12954">
              <a:solidFill>
                <a:srgbClr val="FFFFFF"/>
              </a:solidFill>
            </a:ln>
          </p:spPr>
          <p:txBody>
            <a:bodyPr wrap="square" lIns="0" tIns="0" rIns="0" bIns="0" rtlCol="0"/>
            <a:lstStyle/>
            <a:p>
              <a:endParaRPr/>
            </a:p>
          </p:txBody>
        </p:sp>
        <p:sp>
          <p:nvSpPr>
            <p:cNvPr id="8" name="object 8"/>
            <p:cNvSpPr/>
            <p:nvPr/>
          </p:nvSpPr>
          <p:spPr>
            <a:xfrm>
              <a:off x="2953893" y="1826132"/>
              <a:ext cx="2053589" cy="3596004"/>
            </a:xfrm>
            <a:custGeom>
              <a:avLst/>
              <a:gdLst/>
              <a:ahLst/>
              <a:cxnLst/>
              <a:rect l="l" t="t" r="r" b="b"/>
              <a:pathLst>
                <a:path w="2053589" h="3596004">
                  <a:moveTo>
                    <a:pt x="1848231" y="0"/>
                  </a:moveTo>
                  <a:lnTo>
                    <a:pt x="205359" y="0"/>
                  </a:lnTo>
                  <a:lnTo>
                    <a:pt x="158273" y="5423"/>
                  </a:lnTo>
                  <a:lnTo>
                    <a:pt x="115049" y="20873"/>
                  </a:lnTo>
                  <a:lnTo>
                    <a:pt x="76919" y="45116"/>
                  </a:lnTo>
                  <a:lnTo>
                    <a:pt x="45116" y="76919"/>
                  </a:lnTo>
                  <a:lnTo>
                    <a:pt x="20873" y="115049"/>
                  </a:lnTo>
                  <a:lnTo>
                    <a:pt x="5423" y="158273"/>
                  </a:lnTo>
                  <a:lnTo>
                    <a:pt x="0" y="205359"/>
                  </a:lnTo>
                  <a:lnTo>
                    <a:pt x="0" y="3390519"/>
                  </a:lnTo>
                  <a:lnTo>
                    <a:pt x="5423" y="3437604"/>
                  </a:lnTo>
                  <a:lnTo>
                    <a:pt x="20873" y="3480828"/>
                  </a:lnTo>
                  <a:lnTo>
                    <a:pt x="45116" y="3518958"/>
                  </a:lnTo>
                  <a:lnTo>
                    <a:pt x="76919" y="3550761"/>
                  </a:lnTo>
                  <a:lnTo>
                    <a:pt x="115049" y="3575004"/>
                  </a:lnTo>
                  <a:lnTo>
                    <a:pt x="158273" y="3590454"/>
                  </a:lnTo>
                  <a:lnTo>
                    <a:pt x="205359" y="3595878"/>
                  </a:lnTo>
                  <a:lnTo>
                    <a:pt x="1848231" y="3595878"/>
                  </a:lnTo>
                  <a:lnTo>
                    <a:pt x="1895316" y="3590454"/>
                  </a:lnTo>
                  <a:lnTo>
                    <a:pt x="1938540" y="3575004"/>
                  </a:lnTo>
                  <a:lnTo>
                    <a:pt x="1976670" y="3550761"/>
                  </a:lnTo>
                  <a:lnTo>
                    <a:pt x="2008473" y="3518958"/>
                  </a:lnTo>
                  <a:lnTo>
                    <a:pt x="2032716" y="3480828"/>
                  </a:lnTo>
                  <a:lnTo>
                    <a:pt x="2048166" y="3437604"/>
                  </a:lnTo>
                  <a:lnTo>
                    <a:pt x="2053590" y="3390519"/>
                  </a:lnTo>
                  <a:lnTo>
                    <a:pt x="2053590" y="205359"/>
                  </a:lnTo>
                  <a:lnTo>
                    <a:pt x="2048166" y="158273"/>
                  </a:lnTo>
                  <a:lnTo>
                    <a:pt x="2032716" y="115049"/>
                  </a:lnTo>
                  <a:lnTo>
                    <a:pt x="2008473" y="76919"/>
                  </a:lnTo>
                  <a:lnTo>
                    <a:pt x="1976670" y="45116"/>
                  </a:lnTo>
                  <a:lnTo>
                    <a:pt x="1938540" y="20873"/>
                  </a:lnTo>
                  <a:lnTo>
                    <a:pt x="1895316" y="5423"/>
                  </a:lnTo>
                  <a:lnTo>
                    <a:pt x="1848231" y="0"/>
                  </a:lnTo>
                  <a:close/>
                </a:path>
              </a:pathLst>
            </a:custGeom>
            <a:solidFill>
              <a:srgbClr val="4471C4"/>
            </a:solidFill>
          </p:spPr>
          <p:txBody>
            <a:bodyPr wrap="square" lIns="0" tIns="0" rIns="0" bIns="0" rtlCol="0"/>
            <a:lstStyle/>
            <a:p>
              <a:endParaRPr/>
            </a:p>
          </p:txBody>
        </p:sp>
      </p:grpSp>
      <p:sp>
        <p:nvSpPr>
          <p:cNvPr id="9" name="object 9"/>
          <p:cNvSpPr txBox="1"/>
          <p:nvPr/>
        </p:nvSpPr>
        <p:spPr>
          <a:xfrm>
            <a:off x="3191891" y="3471036"/>
            <a:ext cx="1577975" cy="930910"/>
          </a:xfrm>
          <a:prstGeom prst="rect">
            <a:avLst/>
          </a:prstGeom>
        </p:spPr>
        <p:txBody>
          <a:bodyPr vert="horz" wrap="square" lIns="0" tIns="60960" rIns="0" bIns="0" rtlCol="0">
            <a:spAutoFit/>
          </a:bodyPr>
          <a:lstStyle/>
          <a:p>
            <a:pPr marL="269240" marR="5080" indent="-257175">
              <a:lnSpc>
                <a:spcPts val="3400"/>
              </a:lnSpc>
              <a:spcBef>
                <a:spcPts val="480"/>
              </a:spcBef>
            </a:pPr>
            <a:r>
              <a:rPr sz="3100" spc="-10" dirty="0">
                <a:solidFill>
                  <a:srgbClr val="FFFFFF"/>
                </a:solidFill>
                <a:latin typeface="Calibri"/>
                <a:cs typeface="Calibri"/>
              </a:rPr>
              <a:t>AngularJS</a:t>
            </a:r>
            <a:r>
              <a:rPr sz="3100" spc="-10" dirty="0">
                <a:solidFill>
                  <a:srgbClr val="FFFFFF"/>
                </a:solidFill>
                <a:latin typeface="Times New Roman"/>
                <a:cs typeface="Times New Roman"/>
              </a:rPr>
              <a:t> </a:t>
            </a:r>
            <a:r>
              <a:rPr sz="3100" spc="-10" dirty="0">
                <a:solidFill>
                  <a:srgbClr val="FFFFFF"/>
                </a:solidFill>
                <a:latin typeface="Calibri"/>
                <a:cs typeface="Calibri"/>
              </a:rPr>
              <a:t>(2010)</a:t>
            </a:r>
            <a:endParaRPr sz="3100">
              <a:latin typeface="Calibri"/>
              <a:cs typeface="Calibri"/>
            </a:endParaRPr>
          </a:p>
        </p:txBody>
      </p:sp>
      <p:grpSp>
        <p:nvGrpSpPr>
          <p:cNvPr id="10" name="object 10"/>
          <p:cNvGrpSpPr/>
          <p:nvPr/>
        </p:nvGrpSpPr>
        <p:grpSpPr>
          <a:xfrm>
            <a:off x="3375469" y="1826132"/>
            <a:ext cx="3748404" cy="3596004"/>
            <a:chOff x="3375469" y="1826132"/>
            <a:chExt cx="3748404" cy="3596004"/>
          </a:xfrm>
        </p:grpSpPr>
        <p:pic>
          <p:nvPicPr>
            <p:cNvPr id="11" name="object 11"/>
            <p:cNvPicPr/>
            <p:nvPr/>
          </p:nvPicPr>
          <p:blipFill>
            <a:blip r:embed="rId3" cstate="print"/>
            <a:stretch>
              <a:fillRect/>
            </a:stretch>
          </p:blipFill>
          <p:spPr>
            <a:xfrm>
              <a:off x="3382137" y="2041778"/>
              <a:ext cx="1197863" cy="1197863"/>
            </a:xfrm>
            <a:prstGeom prst="rect">
              <a:avLst/>
            </a:prstGeom>
          </p:spPr>
        </p:pic>
        <p:sp>
          <p:nvSpPr>
            <p:cNvPr id="12" name="object 12"/>
            <p:cNvSpPr/>
            <p:nvPr/>
          </p:nvSpPr>
          <p:spPr>
            <a:xfrm>
              <a:off x="3382137" y="2041778"/>
              <a:ext cx="1198245" cy="1198245"/>
            </a:xfrm>
            <a:custGeom>
              <a:avLst/>
              <a:gdLst/>
              <a:ahLst/>
              <a:cxnLst/>
              <a:rect l="l" t="t" r="r" b="b"/>
              <a:pathLst>
                <a:path w="1198245" h="1198245">
                  <a:moveTo>
                    <a:pt x="0" y="598932"/>
                  </a:moveTo>
                  <a:lnTo>
                    <a:pt x="1985" y="549809"/>
                  </a:lnTo>
                  <a:lnTo>
                    <a:pt x="7838" y="501781"/>
                  </a:lnTo>
                  <a:lnTo>
                    <a:pt x="17406" y="455000"/>
                  </a:lnTo>
                  <a:lnTo>
                    <a:pt x="30533" y="409621"/>
                  </a:lnTo>
                  <a:lnTo>
                    <a:pt x="47066" y="365799"/>
                  </a:lnTo>
                  <a:lnTo>
                    <a:pt x="66851" y="323686"/>
                  </a:lnTo>
                  <a:lnTo>
                    <a:pt x="89733" y="283438"/>
                  </a:lnTo>
                  <a:lnTo>
                    <a:pt x="115558" y="245209"/>
                  </a:lnTo>
                  <a:lnTo>
                    <a:pt x="144172" y="209152"/>
                  </a:lnTo>
                  <a:lnTo>
                    <a:pt x="175421" y="175421"/>
                  </a:lnTo>
                  <a:lnTo>
                    <a:pt x="209152" y="144172"/>
                  </a:lnTo>
                  <a:lnTo>
                    <a:pt x="245209" y="115558"/>
                  </a:lnTo>
                  <a:lnTo>
                    <a:pt x="283438" y="89733"/>
                  </a:lnTo>
                  <a:lnTo>
                    <a:pt x="323686" y="66851"/>
                  </a:lnTo>
                  <a:lnTo>
                    <a:pt x="365799" y="47066"/>
                  </a:lnTo>
                  <a:lnTo>
                    <a:pt x="409621" y="30533"/>
                  </a:lnTo>
                  <a:lnTo>
                    <a:pt x="455000" y="17406"/>
                  </a:lnTo>
                  <a:lnTo>
                    <a:pt x="501781" y="7838"/>
                  </a:lnTo>
                  <a:lnTo>
                    <a:pt x="549809" y="1985"/>
                  </a:lnTo>
                  <a:lnTo>
                    <a:pt x="598932" y="0"/>
                  </a:lnTo>
                  <a:lnTo>
                    <a:pt x="648054" y="1985"/>
                  </a:lnTo>
                  <a:lnTo>
                    <a:pt x="696082" y="7838"/>
                  </a:lnTo>
                  <a:lnTo>
                    <a:pt x="742863" y="17406"/>
                  </a:lnTo>
                  <a:lnTo>
                    <a:pt x="788242" y="30533"/>
                  </a:lnTo>
                  <a:lnTo>
                    <a:pt x="832064" y="47066"/>
                  </a:lnTo>
                  <a:lnTo>
                    <a:pt x="874177" y="66851"/>
                  </a:lnTo>
                  <a:lnTo>
                    <a:pt x="914425" y="89733"/>
                  </a:lnTo>
                  <a:lnTo>
                    <a:pt x="952654" y="115558"/>
                  </a:lnTo>
                  <a:lnTo>
                    <a:pt x="988711" y="144172"/>
                  </a:lnTo>
                  <a:lnTo>
                    <a:pt x="1022442" y="175421"/>
                  </a:lnTo>
                  <a:lnTo>
                    <a:pt x="1053691" y="209152"/>
                  </a:lnTo>
                  <a:lnTo>
                    <a:pt x="1082305" y="245209"/>
                  </a:lnTo>
                  <a:lnTo>
                    <a:pt x="1108131" y="283438"/>
                  </a:lnTo>
                  <a:lnTo>
                    <a:pt x="1131012" y="323686"/>
                  </a:lnTo>
                  <a:lnTo>
                    <a:pt x="1150797" y="365799"/>
                  </a:lnTo>
                  <a:lnTo>
                    <a:pt x="1167330" y="409621"/>
                  </a:lnTo>
                  <a:lnTo>
                    <a:pt x="1180457" y="455000"/>
                  </a:lnTo>
                  <a:lnTo>
                    <a:pt x="1190025" y="501781"/>
                  </a:lnTo>
                  <a:lnTo>
                    <a:pt x="1195878" y="549809"/>
                  </a:lnTo>
                  <a:lnTo>
                    <a:pt x="1197864" y="598932"/>
                  </a:lnTo>
                  <a:lnTo>
                    <a:pt x="1195878" y="648054"/>
                  </a:lnTo>
                  <a:lnTo>
                    <a:pt x="1190025" y="696082"/>
                  </a:lnTo>
                  <a:lnTo>
                    <a:pt x="1180457" y="742863"/>
                  </a:lnTo>
                  <a:lnTo>
                    <a:pt x="1167330" y="788242"/>
                  </a:lnTo>
                  <a:lnTo>
                    <a:pt x="1150797" y="832064"/>
                  </a:lnTo>
                  <a:lnTo>
                    <a:pt x="1131012" y="874177"/>
                  </a:lnTo>
                  <a:lnTo>
                    <a:pt x="1108131" y="914425"/>
                  </a:lnTo>
                  <a:lnTo>
                    <a:pt x="1082305" y="952654"/>
                  </a:lnTo>
                  <a:lnTo>
                    <a:pt x="1053691" y="988711"/>
                  </a:lnTo>
                  <a:lnTo>
                    <a:pt x="1022442" y="1022442"/>
                  </a:lnTo>
                  <a:lnTo>
                    <a:pt x="988711" y="1053691"/>
                  </a:lnTo>
                  <a:lnTo>
                    <a:pt x="952654" y="1082305"/>
                  </a:lnTo>
                  <a:lnTo>
                    <a:pt x="914425" y="1108131"/>
                  </a:lnTo>
                  <a:lnTo>
                    <a:pt x="874177" y="1131012"/>
                  </a:lnTo>
                  <a:lnTo>
                    <a:pt x="832064" y="1150797"/>
                  </a:lnTo>
                  <a:lnTo>
                    <a:pt x="788242" y="1167330"/>
                  </a:lnTo>
                  <a:lnTo>
                    <a:pt x="742863" y="1180457"/>
                  </a:lnTo>
                  <a:lnTo>
                    <a:pt x="696082" y="1190025"/>
                  </a:lnTo>
                  <a:lnTo>
                    <a:pt x="648054" y="1195878"/>
                  </a:lnTo>
                  <a:lnTo>
                    <a:pt x="598932" y="1197864"/>
                  </a:lnTo>
                  <a:lnTo>
                    <a:pt x="549809" y="1195878"/>
                  </a:lnTo>
                  <a:lnTo>
                    <a:pt x="501781" y="1190025"/>
                  </a:lnTo>
                  <a:lnTo>
                    <a:pt x="455000" y="1180457"/>
                  </a:lnTo>
                  <a:lnTo>
                    <a:pt x="409621" y="1167330"/>
                  </a:lnTo>
                  <a:lnTo>
                    <a:pt x="365799" y="1150797"/>
                  </a:lnTo>
                  <a:lnTo>
                    <a:pt x="323686" y="1131012"/>
                  </a:lnTo>
                  <a:lnTo>
                    <a:pt x="283438" y="1108131"/>
                  </a:lnTo>
                  <a:lnTo>
                    <a:pt x="245209" y="1082305"/>
                  </a:lnTo>
                  <a:lnTo>
                    <a:pt x="209152" y="1053691"/>
                  </a:lnTo>
                  <a:lnTo>
                    <a:pt x="175421" y="1022442"/>
                  </a:lnTo>
                  <a:lnTo>
                    <a:pt x="144172" y="988711"/>
                  </a:lnTo>
                  <a:lnTo>
                    <a:pt x="115558" y="952654"/>
                  </a:lnTo>
                  <a:lnTo>
                    <a:pt x="89733" y="914425"/>
                  </a:lnTo>
                  <a:lnTo>
                    <a:pt x="66851" y="874177"/>
                  </a:lnTo>
                  <a:lnTo>
                    <a:pt x="47066" y="832064"/>
                  </a:lnTo>
                  <a:lnTo>
                    <a:pt x="30533" y="788242"/>
                  </a:lnTo>
                  <a:lnTo>
                    <a:pt x="17406" y="742863"/>
                  </a:lnTo>
                  <a:lnTo>
                    <a:pt x="7838" y="696082"/>
                  </a:lnTo>
                  <a:lnTo>
                    <a:pt x="1985" y="648054"/>
                  </a:lnTo>
                  <a:lnTo>
                    <a:pt x="0" y="598932"/>
                  </a:lnTo>
                  <a:close/>
                </a:path>
              </a:pathLst>
            </a:custGeom>
            <a:ln w="12954">
              <a:solidFill>
                <a:srgbClr val="FFFFFF"/>
              </a:solidFill>
            </a:ln>
          </p:spPr>
          <p:txBody>
            <a:bodyPr wrap="square" lIns="0" tIns="0" rIns="0" bIns="0" rtlCol="0"/>
            <a:lstStyle/>
            <a:p>
              <a:endParaRPr/>
            </a:p>
          </p:txBody>
        </p:sp>
        <p:sp>
          <p:nvSpPr>
            <p:cNvPr id="13" name="object 13"/>
            <p:cNvSpPr/>
            <p:nvPr/>
          </p:nvSpPr>
          <p:spPr>
            <a:xfrm>
              <a:off x="5069205" y="1826132"/>
              <a:ext cx="2054860" cy="3596004"/>
            </a:xfrm>
            <a:custGeom>
              <a:avLst/>
              <a:gdLst/>
              <a:ahLst/>
              <a:cxnLst/>
              <a:rect l="l" t="t" r="r" b="b"/>
              <a:pathLst>
                <a:path w="2054859" h="3596004">
                  <a:moveTo>
                    <a:pt x="1848916" y="0"/>
                  </a:moveTo>
                  <a:lnTo>
                    <a:pt x="205435" y="0"/>
                  </a:lnTo>
                  <a:lnTo>
                    <a:pt x="158329" y="5425"/>
                  </a:lnTo>
                  <a:lnTo>
                    <a:pt x="115088" y="20880"/>
                  </a:lnTo>
                  <a:lnTo>
                    <a:pt x="76944" y="45130"/>
                  </a:lnTo>
                  <a:lnTo>
                    <a:pt x="45130" y="76944"/>
                  </a:lnTo>
                  <a:lnTo>
                    <a:pt x="20880" y="115088"/>
                  </a:lnTo>
                  <a:lnTo>
                    <a:pt x="5425" y="158329"/>
                  </a:lnTo>
                  <a:lnTo>
                    <a:pt x="0" y="205435"/>
                  </a:lnTo>
                  <a:lnTo>
                    <a:pt x="0" y="3390442"/>
                  </a:lnTo>
                  <a:lnTo>
                    <a:pt x="5425" y="3437548"/>
                  </a:lnTo>
                  <a:lnTo>
                    <a:pt x="20880" y="3480789"/>
                  </a:lnTo>
                  <a:lnTo>
                    <a:pt x="45130" y="3518933"/>
                  </a:lnTo>
                  <a:lnTo>
                    <a:pt x="76944" y="3550747"/>
                  </a:lnTo>
                  <a:lnTo>
                    <a:pt x="115088" y="3574997"/>
                  </a:lnTo>
                  <a:lnTo>
                    <a:pt x="158329" y="3590452"/>
                  </a:lnTo>
                  <a:lnTo>
                    <a:pt x="205435" y="3595878"/>
                  </a:lnTo>
                  <a:lnTo>
                    <a:pt x="1848916" y="3595878"/>
                  </a:lnTo>
                  <a:lnTo>
                    <a:pt x="1896022" y="3590452"/>
                  </a:lnTo>
                  <a:lnTo>
                    <a:pt x="1939263" y="3574997"/>
                  </a:lnTo>
                  <a:lnTo>
                    <a:pt x="1977407" y="3550747"/>
                  </a:lnTo>
                  <a:lnTo>
                    <a:pt x="2009221" y="3518933"/>
                  </a:lnTo>
                  <a:lnTo>
                    <a:pt x="2033471" y="3480789"/>
                  </a:lnTo>
                  <a:lnTo>
                    <a:pt x="2048926" y="3437548"/>
                  </a:lnTo>
                  <a:lnTo>
                    <a:pt x="2054352" y="3390442"/>
                  </a:lnTo>
                  <a:lnTo>
                    <a:pt x="2054352" y="205435"/>
                  </a:lnTo>
                  <a:lnTo>
                    <a:pt x="2048926" y="158329"/>
                  </a:lnTo>
                  <a:lnTo>
                    <a:pt x="2033471" y="115088"/>
                  </a:lnTo>
                  <a:lnTo>
                    <a:pt x="2009221" y="76944"/>
                  </a:lnTo>
                  <a:lnTo>
                    <a:pt x="1977407" y="45130"/>
                  </a:lnTo>
                  <a:lnTo>
                    <a:pt x="1939263" y="20880"/>
                  </a:lnTo>
                  <a:lnTo>
                    <a:pt x="1896022" y="5425"/>
                  </a:lnTo>
                  <a:lnTo>
                    <a:pt x="1848916" y="0"/>
                  </a:lnTo>
                  <a:close/>
                </a:path>
              </a:pathLst>
            </a:custGeom>
            <a:solidFill>
              <a:srgbClr val="4471C4"/>
            </a:solidFill>
          </p:spPr>
          <p:txBody>
            <a:bodyPr wrap="square" lIns="0" tIns="0" rIns="0" bIns="0" rtlCol="0"/>
            <a:lstStyle/>
            <a:p>
              <a:endParaRPr/>
            </a:p>
          </p:txBody>
        </p:sp>
      </p:grpSp>
      <p:sp>
        <p:nvSpPr>
          <p:cNvPr id="14" name="object 14"/>
          <p:cNvSpPr txBox="1"/>
          <p:nvPr/>
        </p:nvSpPr>
        <p:spPr>
          <a:xfrm>
            <a:off x="5563976" y="3471036"/>
            <a:ext cx="1062990" cy="930910"/>
          </a:xfrm>
          <a:prstGeom prst="rect">
            <a:avLst/>
          </a:prstGeom>
        </p:spPr>
        <p:txBody>
          <a:bodyPr vert="horz" wrap="square" lIns="0" tIns="60960" rIns="0" bIns="0" rtlCol="0">
            <a:spAutoFit/>
          </a:bodyPr>
          <a:lstStyle/>
          <a:p>
            <a:pPr marL="12700" marR="5080" indent="73660">
              <a:lnSpc>
                <a:spcPts val="3400"/>
              </a:lnSpc>
              <a:spcBef>
                <a:spcPts val="480"/>
              </a:spcBef>
            </a:pPr>
            <a:r>
              <a:rPr sz="3100" spc="-20" dirty="0">
                <a:solidFill>
                  <a:srgbClr val="FFFFFF"/>
                </a:solidFill>
                <a:latin typeface="Calibri"/>
                <a:cs typeface="Calibri"/>
              </a:rPr>
              <a:t>React</a:t>
            </a:r>
            <a:r>
              <a:rPr sz="3100" spc="-20" dirty="0">
                <a:solidFill>
                  <a:srgbClr val="FFFFFF"/>
                </a:solidFill>
                <a:latin typeface="Times New Roman"/>
                <a:cs typeface="Times New Roman"/>
              </a:rPr>
              <a:t> </a:t>
            </a:r>
            <a:r>
              <a:rPr sz="3100" spc="-10" dirty="0">
                <a:solidFill>
                  <a:srgbClr val="FFFFFF"/>
                </a:solidFill>
                <a:latin typeface="Calibri"/>
                <a:cs typeface="Calibri"/>
              </a:rPr>
              <a:t>(2013)</a:t>
            </a:r>
            <a:endParaRPr sz="3100">
              <a:latin typeface="Calibri"/>
              <a:cs typeface="Calibri"/>
            </a:endParaRPr>
          </a:p>
        </p:txBody>
      </p:sp>
      <p:grpSp>
        <p:nvGrpSpPr>
          <p:cNvPr id="15" name="object 15"/>
          <p:cNvGrpSpPr/>
          <p:nvPr/>
        </p:nvGrpSpPr>
        <p:grpSpPr>
          <a:xfrm>
            <a:off x="5490781" y="1826132"/>
            <a:ext cx="3748404" cy="3596004"/>
            <a:chOff x="5490781" y="1826132"/>
            <a:chExt cx="3748404" cy="3596004"/>
          </a:xfrm>
        </p:grpSpPr>
        <p:pic>
          <p:nvPicPr>
            <p:cNvPr id="16" name="object 16"/>
            <p:cNvPicPr/>
            <p:nvPr/>
          </p:nvPicPr>
          <p:blipFill>
            <a:blip r:embed="rId4" cstate="print"/>
            <a:stretch>
              <a:fillRect/>
            </a:stretch>
          </p:blipFill>
          <p:spPr>
            <a:xfrm>
              <a:off x="5497449" y="2041778"/>
              <a:ext cx="1197863" cy="1197863"/>
            </a:xfrm>
            <a:prstGeom prst="rect">
              <a:avLst/>
            </a:prstGeom>
          </p:spPr>
        </p:pic>
        <p:sp>
          <p:nvSpPr>
            <p:cNvPr id="17" name="object 17"/>
            <p:cNvSpPr/>
            <p:nvPr/>
          </p:nvSpPr>
          <p:spPr>
            <a:xfrm>
              <a:off x="5497449" y="2041778"/>
              <a:ext cx="1198245" cy="1198245"/>
            </a:xfrm>
            <a:custGeom>
              <a:avLst/>
              <a:gdLst/>
              <a:ahLst/>
              <a:cxnLst/>
              <a:rect l="l" t="t" r="r" b="b"/>
              <a:pathLst>
                <a:path w="1198245" h="1198245">
                  <a:moveTo>
                    <a:pt x="0" y="598932"/>
                  </a:moveTo>
                  <a:lnTo>
                    <a:pt x="1985" y="549809"/>
                  </a:lnTo>
                  <a:lnTo>
                    <a:pt x="7838" y="501781"/>
                  </a:lnTo>
                  <a:lnTo>
                    <a:pt x="17406" y="455000"/>
                  </a:lnTo>
                  <a:lnTo>
                    <a:pt x="30533" y="409621"/>
                  </a:lnTo>
                  <a:lnTo>
                    <a:pt x="47066" y="365799"/>
                  </a:lnTo>
                  <a:lnTo>
                    <a:pt x="66851" y="323686"/>
                  </a:lnTo>
                  <a:lnTo>
                    <a:pt x="89733" y="283438"/>
                  </a:lnTo>
                  <a:lnTo>
                    <a:pt x="115558" y="245209"/>
                  </a:lnTo>
                  <a:lnTo>
                    <a:pt x="144172" y="209152"/>
                  </a:lnTo>
                  <a:lnTo>
                    <a:pt x="175421" y="175421"/>
                  </a:lnTo>
                  <a:lnTo>
                    <a:pt x="209152" y="144172"/>
                  </a:lnTo>
                  <a:lnTo>
                    <a:pt x="245209" y="115558"/>
                  </a:lnTo>
                  <a:lnTo>
                    <a:pt x="283438" y="89733"/>
                  </a:lnTo>
                  <a:lnTo>
                    <a:pt x="323686" y="66851"/>
                  </a:lnTo>
                  <a:lnTo>
                    <a:pt x="365799" y="47066"/>
                  </a:lnTo>
                  <a:lnTo>
                    <a:pt x="409621" y="30533"/>
                  </a:lnTo>
                  <a:lnTo>
                    <a:pt x="455000" y="17406"/>
                  </a:lnTo>
                  <a:lnTo>
                    <a:pt x="501781" y="7838"/>
                  </a:lnTo>
                  <a:lnTo>
                    <a:pt x="549809" y="1985"/>
                  </a:lnTo>
                  <a:lnTo>
                    <a:pt x="598932" y="0"/>
                  </a:lnTo>
                  <a:lnTo>
                    <a:pt x="648054" y="1985"/>
                  </a:lnTo>
                  <a:lnTo>
                    <a:pt x="696082" y="7838"/>
                  </a:lnTo>
                  <a:lnTo>
                    <a:pt x="742863" y="17406"/>
                  </a:lnTo>
                  <a:lnTo>
                    <a:pt x="788242" y="30533"/>
                  </a:lnTo>
                  <a:lnTo>
                    <a:pt x="832064" y="47066"/>
                  </a:lnTo>
                  <a:lnTo>
                    <a:pt x="874177" y="66851"/>
                  </a:lnTo>
                  <a:lnTo>
                    <a:pt x="914425" y="89733"/>
                  </a:lnTo>
                  <a:lnTo>
                    <a:pt x="952654" y="115558"/>
                  </a:lnTo>
                  <a:lnTo>
                    <a:pt x="988711" y="144172"/>
                  </a:lnTo>
                  <a:lnTo>
                    <a:pt x="1022442" y="175421"/>
                  </a:lnTo>
                  <a:lnTo>
                    <a:pt x="1053691" y="209152"/>
                  </a:lnTo>
                  <a:lnTo>
                    <a:pt x="1082305" y="245209"/>
                  </a:lnTo>
                  <a:lnTo>
                    <a:pt x="1108131" y="283438"/>
                  </a:lnTo>
                  <a:lnTo>
                    <a:pt x="1131012" y="323686"/>
                  </a:lnTo>
                  <a:lnTo>
                    <a:pt x="1150797" y="365799"/>
                  </a:lnTo>
                  <a:lnTo>
                    <a:pt x="1167330" y="409621"/>
                  </a:lnTo>
                  <a:lnTo>
                    <a:pt x="1180457" y="455000"/>
                  </a:lnTo>
                  <a:lnTo>
                    <a:pt x="1190025" y="501781"/>
                  </a:lnTo>
                  <a:lnTo>
                    <a:pt x="1195878" y="549809"/>
                  </a:lnTo>
                  <a:lnTo>
                    <a:pt x="1197864" y="598932"/>
                  </a:lnTo>
                  <a:lnTo>
                    <a:pt x="1195878" y="648054"/>
                  </a:lnTo>
                  <a:lnTo>
                    <a:pt x="1190025" y="696082"/>
                  </a:lnTo>
                  <a:lnTo>
                    <a:pt x="1180457" y="742863"/>
                  </a:lnTo>
                  <a:lnTo>
                    <a:pt x="1167330" y="788242"/>
                  </a:lnTo>
                  <a:lnTo>
                    <a:pt x="1150797" y="832064"/>
                  </a:lnTo>
                  <a:lnTo>
                    <a:pt x="1131012" y="874177"/>
                  </a:lnTo>
                  <a:lnTo>
                    <a:pt x="1108131" y="914425"/>
                  </a:lnTo>
                  <a:lnTo>
                    <a:pt x="1082305" y="952654"/>
                  </a:lnTo>
                  <a:lnTo>
                    <a:pt x="1053691" y="988711"/>
                  </a:lnTo>
                  <a:lnTo>
                    <a:pt x="1022442" y="1022442"/>
                  </a:lnTo>
                  <a:lnTo>
                    <a:pt x="988711" y="1053691"/>
                  </a:lnTo>
                  <a:lnTo>
                    <a:pt x="952654" y="1082305"/>
                  </a:lnTo>
                  <a:lnTo>
                    <a:pt x="914425" y="1108131"/>
                  </a:lnTo>
                  <a:lnTo>
                    <a:pt x="874177" y="1131012"/>
                  </a:lnTo>
                  <a:lnTo>
                    <a:pt x="832064" y="1150797"/>
                  </a:lnTo>
                  <a:lnTo>
                    <a:pt x="788242" y="1167330"/>
                  </a:lnTo>
                  <a:lnTo>
                    <a:pt x="742863" y="1180457"/>
                  </a:lnTo>
                  <a:lnTo>
                    <a:pt x="696082" y="1190025"/>
                  </a:lnTo>
                  <a:lnTo>
                    <a:pt x="648054" y="1195878"/>
                  </a:lnTo>
                  <a:lnTo>
                    <a:pt x="598932" y="1197864"/>
                  </a:lnTo>
                  <a:lnTo>
                    <a:pt x="549809" y="1195878"/>
                  </a:lnTo>
                  <a:lnTo>
                    <a:pt x="501781" y="1190025"/>
                  </a:lnTo>
                  <a:lnTo>
                    <a:pt x="455000" y="1180457"/>
                  </a:lnTo>
                  <a:lnTo>
                    <a:pt x="409621" y="1167330"/>
                  </a:lnTo>
                  <a:lnTo>
                    <a:pt x="365799" y="1150797"/>
                  </a:lnTo>
                  <a:lnTo>
                    <a:pt x="323686" y="1131012"/>
                  </a:lnTo>
                  <a:lnTo>
                    <a:pt x="283438" y="1108131"/>
                  </a:lnTo>
                  <a:lnTo>
                    <a:pt x="245209" y="1082305"/>
                  </a:lnTo>
                  <a:lnTo>
                    <a:pt x="209152" y="1053691"/>
                  </a:lnTo>
                  <a:lnTo>
                    <a:pt x="175421" y="1022442"/>
                  </a:lnTo>
                  <a:lnTo>
                    <a:pt x="144172" y="988711"/>
                  </a:lnTo>
                  <a:lnTo>
                    <a:pt x="115558" y="952654"/>
                  </a:lnTo>
                  <a:lnTo>
                    <a:pt x="89733" y="914425"/>
                  </a:lnTo>
                  <a:lnTo>
                    <a:pt x="66851" y="874177"/>
                  </a:lnTo>
                  <a:lnTo>
                    <a:pt x="47066" y="832064"/>
                  </a:lnTo>
                  <a:lnTo>
                    <a:pt x="30533" y="788242"/>
                  </a:lnTo>
                  <a:lnTo>
                    <a:pt x="17406" y="742863"/>
                  </a:lnTo>
                  <a:lnTo>
                    <a:pt x="7838" y="696082"/>
                  </a:lnTo>
                  <a:lnTo>
                    <a:pt x="1985" y="648054"/>
                  </a:lnTo>
                  <a:lnTo>
                    <a:pt x="0" y="598932"/>
                  </a:lnTo>
                  <a:close/>
                </a:path>
              </a:pathLst>
            </a:custGeom>
            <a:ln w="12954">
              <a:solidFill>
                <a:srgbClr val="FFFFFF"/>
              </a:solidFill>
            </a:ln>
          </p:spPr>
          <p:txBody>
            <a:bodyPr wrap="square" lIns="0" tIns="0" rIns="0" bIns="0" rtlCol="0"/>
            <a:lstStyle/>
            <a:p>
              <a:endParaRPr/>
            </a:p>
          </p:txBody>
        </p:sp>
        <p:sp>
          <p:nvSpPr>
            <p:cNvPr id="18" name="object 18"/>
            <p:cNvSpPr/>
            <p:nvPr/>
          </p:nvSpPr>
          <p:spPr>
            <a:xfrm>
              <a:off x="7185279" y="1826132"/>
              <a:ext cx="2053589" cy="3596004"/>
            </a:xfrm>
            <a:custGeom>
              <a:avLst/>
              <a:gdLst/>
              <a:ahLst/>
              <a:cxnLst/>
              <a:rect l="l" t="t" r="r" b="b"/>
              <a:pathLst>
                <a:path w="2053590" h="3596004">
                  <a:moveTo>
                    <a:pt x="1848231" y="0"/>
                  </a:moveTo>
                  <a:lnTo>
                    <a:pt x="205359" y="0"/>
                  </a:lnTo>
                  <a:lnTo>
                    <a:pt x="158273" y="5423"/>
                  </a:lnTo>
                  <a:lnTo>
                    <a:pt x="115049" y="20873"/>
                  </a:lnTo>
                  <a:lnTo>
                    <a:pt x="76919" y="45116"/>
                  </a:lnTo>
                  <a:lnTo>
                    <a:pt x="45116" y="76919"/>
                  </a:lnTo>
                  <a:lnTo>
                    <a:pt x="20873" y="115049"/>
                  </a:lnTo>
                  <a:lnTo>
                    <a:pt x="5423" y="158273"/>
                  </a:lnTo>
                  <a:lnTo>
                    <a:pt x="0" y="205359"/>
                  </a:lnTo>
                  <a:lnTo>
                    <a:pt x="0" y="3390519"/>
                  </a:lnTo>
                  <a:lnTo>
                    <a:pt x="5423" y="3437604"/>
                  </a:lnTo>
                  <a:lnTo>
                    <a:pt x="20873" y="3480828"/>
                  </a:lnTo>
                  <a:lnTo>
                    <a:pt x="45116" y="3518958"/>
                  </a:lnTo>
                  <a:lnTo>
                    <a:pt x="76919" y="3550761"/>
                  </a:lnTo>
                  <a:lnTo>
                    <a:pt x="115049" y="3575004"/>
                  </a:lnTo>
                  <a:lnTo>
                    <a:pt x="158273" y="3590454"/>
                  </a:lnTo>
                  <a:lnTo>
                    <a:pt x="205359" y="3595878"/>
                  </a:lnTo>
                  <a:lnTo>
                    <a:pt x="1848231" y="3595878"/>
                  </a:lnTo>
                  <a:lnTo>
                    <a:pt x="1895316" y="3590454"/>
                  </a:lnTo>
                  <a:lnTo>
                    <a:pt x="1938540" y="3575004"/>
                  </a:lnTo>
                  <a:lnTo>
                    <a:pt x="1976670" y="3550761"/>
                  </a:lnTo>
                  <a:lnTo>
                    <a:pt x="2008473" y="3518958"/>
                  </a:lnTo>
                  <a:lnTo>
                    <a:pt x="2032716" y="3480828"/>
                  </a:lnTo>
                  <a:lnTo>
                    <a:pt x="2048166" y="3437604"/>
                  </a:lnTo>
                  <a:lnTo>
                    <a:pt x="2053590" y="3390519"/>
                  </a:lnTo>
                  <a:lnTo>
                    <a:pt x="2053590" y="205359"/>
                  </a:lnTo>
                  <a:lnTo>
                    <a:pt x="2048166" y="158273"/>
                  </a:lnTo>
                  <a:lnTo>
                    <a:pt x="2032716" y="115049"/>
                  </a:lnTo>
                  <a:lnTo>
                    <a:pt x="2008473" y="76919"/>
                  </a:lnTo>
                  <a:lnTo>
                    <a:pt x="1976670" y="45116"/>
                  </a:lnTo>
                  <a:lnTo>
                    <a:pt x="1938540" y="20873"/>
                  </a:lnTo>
                  <a:lnTo>
                    <a:pt x="1895316" y="5423"/>
                  </a:lnTo>
                  <a:lnTo>
                    <a:pt x="1848231" y="0"/>
                  </a:lnTo>
                  <a:close/>
                </a:path>
              </a:pathLst>
            </a:custGeom>
            <a:solidFill>
              <a:srgbClr val="4471C4"/>
            </a:solidFill>
          </p:spPr>
          <p:txBody>
            <a:bodyPr wrap="square" lIns="0" tIns="0" rIns="0" bIns="0" rtlCol="0"/>
            <a:lstStyle/>
            <a:p>
              <a:endParaRPr/>
            </a:p>
          </p:txBody>
        </p:sp>
      </p:grpSp>
      <p:sp>
        <p:nvSpPr>
          <p:cNvPr id="19" name="object 19"/>
          <p:cNvSpPr txBox="1"/>
          <p:nvPr/>
        </p:nvSpPr>
        <p:spPr>
          <a:xfrm>
            <a:off x="7679479" y="3471036"/>
            <a:ext cx="1062990" cy="930910"/>
          </a:xfrm>
          <a:prstGeom prst="rect">
            <a:avLst/>
          </a:prstGeom>
        </p:spPr>
        <p:txBody>
          <a:bodyPr vert="horz" wrap="square" lIns="0" tIns="60960" rIns="0" bIns="0" rtlCol="0">
            <a:spAutoFit/>
          </a:bodyPr>
          <a:lstStyle/>
          <a:p>
            <a:pPr marL="12700" marR="5080" indent="210820">
              <a:lnSpc>
                <a:spcPts val="3400"/>
              </a:lnSpc>
              <a:spcBef>
                <a:spcPts val="480"/>
              </a:spcBef>
            </a:pPr>
            <a:r>
              <a:rPr sz="3100" spc="-25" dirty="0">
                <a:solidFill>
                  <a:srgbClr val="FFFFFF"/>
                </a:solidFill>
                <a:latin typeface="Calibri"/>
                <a:cs typeface="Calibri"/>
              </a:rPr>
              <a:t>Vue</a:t>
            </a:r>
            <a:r>
              <a:rPr sz="3100" spc="-25" dirty="0">
                <a:solidFill>
                  <a:srgbClr val="FFFFFF"/>
                </a:solidFill>
                <a:latin typeface="Times New Roman"/>
                <a:cs typeface="Times New Roman"/>
              </a:rPr>
              <a:t> </a:t>
            </a:r>
            <a:r>
              <a:rPr sz="3100" spc="-10" dirty="0">
                <a:solidFill>
                  <a:srgbClr val="FFFFFF"/>
                </a:solidFill>
                <a:latin typeface="Calibri"/>
                <a:cs typeface="Calibri"/>
              </a:rPr>
              <a:t>(2014)</a:t>
            </a:r>
            <a:endParaRPr sz="3100">
              <a:latin typeface="Calibri"/>
              <a:cs typeface="Calibri"/>
            </a:endParaRPr>
          </a:p>
        </p:txBody>
      </p:sp>
      <p:grpSp>
        <p:nvGrpSpPr>
          <p:cNvPr id="20" name="object 20"/>
          <p:cNvGrpSpPr/>
          <p:nvPr/>
        </p:nvGrpSpPr>
        <p:grpSpPr>
          <a:xfrm>
            <a:off x="7606093" y="1826132"/>
            <a:ext cx="3748404" cy="3596004"/>
            <a:chOff x="7606093" y="1826132"/>
            <a:chExt cx="3748404" cy="3596004"/>
          </a:xfrm>
        </p:grpSpPr>
        <p:pic>
          <p:nvPicPr>
            <p:cNvPr id="21" name="object 21"/>
            <p:cNvPicPr/>
            <p:nvPr/>
          </p:nvPicPr>
          <p:blipFill>
            <a:blip r:embed="rId5" cstate="print"/>
            <a:stretch>
              <a:fillRect/>
            </a:stretch>
          </p:blipFill>
          <p:spPr>
            <a:xfrm>
              <a:off x="7612761" y="2041778"/>
              <a:ext cx="1197863" cy="1197863"/>
            </a:xfrm>
            <a:prstGeom prst="rect">
              <a:avLst/>
            </a:prstGeom>
          </p:spPr>
        </p:pic>
        <p:sp>
          <p:nvSpPr>
            <p:cNvPr id="22" name="object 22"/>
            <p:cNvSpPr/>
            <p:nvPr/>
          </p:nvSpPr>
          <p:spPr>
            <a:xfrm>
              <a:off x="7612761" y="2041778"/>
              <a:ext cx="1198245" cy="1198245"/>
            </a:xfrm>
            <a:custGeom>
              <a:avLst/>
              <a:gdLst/>
              <a:ahLst/>
              <a:cxnLst/>
              <a:rect l="l" t="t" r="r" b="b"/>
              <a:pathLst>
                <a:path w="1198245" h="1198245">
                  <a:moveTo>
                    <a:pt x="0" y="598932"/>
                  </a:moveTo>
                  <a:lnTo>
                    <a:pt x="1985" y="549809"/>
                  </a:lnTo>
                  <a:lnTo>
                    <a:pt x="7838" y="501781"/>
                  </a:lnTo>
                  <a:lnTo>
                    <a:pt x="17406" y="455000"/>
                  </a:lnTo>
                  <a:lnTo>
                    <a:pt x="30533" y="409621"/>
                  </a:lnTo>
                  <a:lnTo>
                    <a:pt x="47066" y="365799"/>
                  </a:lnTo>
                  <a:lnTo>
                    <a:pt x="66851" y="323686"/>
                  </a:lnTo>
                  <a:lnTo>
                    <a:pt x="89733" y="283438"/>
                  </a:lnTo>
                  <a:lnTo>
                    <a:pt x="115558" y="245209"/>
                  </a:lnTo>
                  <a:lnTo>
                    <a:pt x="144172" y="209152"/>
                  </a:lnTo>
                  <a:lnTo>
                    <a:pt x="175421" y="175421"/>
                  </a:lnTo>
                  <a:lnTo>
                    <a:pt x="209152" y="144172"/>
                  </a:lnTo>
                  <a:lnTo>
                    <a:pt x="245209" y="115558"/>
                  </a:lnTo>
                  <a:lnTo>
                    <a:pt x="283438" y="89733"/>
                  </a:lnTo>
                  <a:lnTo>
                    <a:pt x="323686" y="66851"/>
                  </a:lnTo>
                  <a:lnTo>
                    <a:pt x="365799" y="47066"/>
                  </a:lnTo>
                  <a:lnTo>
                    <a:pt x="409621" y="30533"/>
                  </a:lnTo>
                  <a:lnTo>
                    <a:pt x="455000" y="17406"/>
                  </a:lnTo>
                  <a:lnTo>
                    <a:pt x="501781" y="7838"/>
                  </a:lnTo>
                  <a:lnTo>
                    <a:pt x="549809" y="1985"/>
                  </a:lnTo>
                  <a:lnTo>
                    <a:pt x="598932" y="0"/>
                  </a:lnTo>
                  <a:lnTo>
                    <a:pt x="648054" y="1985"/>
                  </a:lnTo>
                  <a:lnTo>
                    <a:pt x="696082" y="7838"/>
                  </a:lnTo>
                  <a:lnTo>
                    <a:pt x="742863" y="17406"/>
                  </a:lnTo>
                  <a:lnTo>
                    <a:pt x="788242" y="30533"/>
                  </a:lnTo>
                  <a:lnTo>
                    <a:pt x="832064" y="47066"/>
                  </a:lnTo>
                  <a:lnTo>
                    <a:pt x="874177" y="66851"/>
                  </a:lnTo>
                  <a:lnTo>
                    <a:pt x="914425" y="89733"/>
                  </a:lnTo>
                  <a:lnTo>
                    <a:pt x="952654" y="115558"/>
                  </a:lnTo>
                  <a:lnTo>
                    <a:pt x="988711" y="144172"/>
                  </a:lnTo>
                  <a:lnTo>
                    <a:pt x="1022442" y="175421"/>
                  </a:lnTo>
                  <a:lnTo>
                    <a:pt x="1053691" y="209152"/>
                  </a:lnTo>
                  <a:lnTo>
                    <a:pt x="1082305" y="245209"/>
                  </a:lnTo>
                  <a:lnTo>
                    <a:pt x="1108131" y="283438"/>
                  </a:lnTo>
                  <a:lnTo>
                    <a:pt x="1131012" y="323686"/>
                  </a:lnTo>
                  <a:lnTo>
                    <a:pt x="1150797" y="365799"/>
                  </a:lnTo>
                  <a:lnTo>
                    <a:pt x="1167330" y="409621"/>
                  </a:lnTo>
                  <a:lnTo>
                    <a:pt x="1180457" y="455000"/>
                  </a:lnTo>
                  <a:lnTo>
                    <a:pt x="1190025" y="501781"/>
                  </a:lnTo>
                  <a:lnTo>
                    <a:pt x="1195878" y="549809"/>
                  </a:lnTo>
                  <a:lnTo>
                    <a:pt x="1197864" y="598932"/>
                  </a:lnTo>
                  <a:lnTo>
                    <a:pt x="1195878" y="648054"/>
                  </a:lnTo>
                  <a:lnTo>
                    <a:pt x="1190025" y="696082"/>
                  </a:lnTo>
                  <a:lnTo>
                    <a:pt x="1180457" y="742863"/>
                  </a:lnTo>
                  <a:lnTo>
                    <a:pt x="1167330" y="788242"/>
                  </a:lnTo>
                  <a:lnTo>
                    <a:pt x="1150797" y="832064"/>
                  </a:lnTo>
                  <a:lnTo>
                    <a:pt x="1131012" y="874177"/>
                  </a:lnTo>
                  <a:lnTo>
                    <a:pt x="1108131" y="914425"/>
                  </a:lnTo>
                  <a:lnTo>
                    <a:pt x="1082305" y="952654"/>
                  </a:lnTo>
                  <a:lnTo>
                    <a:pt x="1053691" y="988711"/>
                  </a:lnTo>
                  <a:lnTo>
                    <a:pt x="1022442" y="1022442"/>
                  </a:lnTo>
                  <a:lnTo>
                    <a:pt x="988711" y="1053691"/>
                  </a:lnTo>
                  <a:lnTo>
                    <a:pt x="952654" y="1082305"/>
                  </a:lnTo>
                  <a:lnTo>
                    <a:pt x="914425" y="1108131"/>
                  </a:lnTo>
                  <a:lnTo>
                    <a:pt x="874177" y="1131012"/>
                  </a:lnTo>
                  <a:lnTo>
                    <a:pt x="832064" y="1150797"/>
                  </a:lnTo>
                  <a:lnTo>
                    <a:pt x="788242" y="1167330"/>
                  </a:lnTo>
                  <a:lnTo>
                    <a:pt x="742863" y="1180457"/>
                  </a:lnTo>
                  <a:lnTo>
                    <a:pt x="696082" y="1190025"/>
                  </a:lnTo>
                  <a:lnTo>
                    <a:pt x="648054" y="1195878"/>
                  </a:lnTo>
                  <a:lnTo>
                    <a:pt x="598932" y="1197864"/>
                  </a:lnTo>
                  <a:lnTo>
                    <a:pt x="549809" y="1195878"/>
                  </a:lnTo>
                  <a:lnTo>
                    <a:pt x="501781" y="1190025"/>
                  </a:lnTo>
                  <a:lnTo>
                    <a:pt x="455000" y="1180457"/>
                  </a:lnTo>
                  <a:lnTo>
                    <a:pt x="409621" y="1167330"/>
                  </a:lnTo>
                  <a:lnTo>
                    <a:pt x="365799" y="1150797"/>
                  </a:lnTo>
                  <a:lnTo>
                    <a:pt x="323686" y="1131012"/>
                  </a:lnTo>
                  <a:lnTo>
                    <a:pt x="283438" y="1108131"/>
                  </a:lnTo>
                  <a:lnTo>
                    <a:pt x="245209" y="1082305"/>
                  </a:lnTo>
                  <a:lnTo>
                    <a:pt x="209152" y="1053691"/>
                  </a:lnTo>
                  <a:lnTo>
                    <a:pt x="175421" y="1022442"/>
                  </a:lnTo>
                  <a:lnTo>
                    <a:pt x="144172" y="988711"/>
                  </a:lnTo>
                  <a:lnTo>
                    <a:pt x="115558" y="952654"/>
                  </a:lnTo>
                  <a:lnTo>
                    <a:pt x="89733" y="914425"/>
                  </a:lnTo>
                  <a:lnTo>
                    <a:pt x="66851" y="874177"/>
                  </a:lnTo>
                  <a:lnTo>
                    <a:pt x="47066" y="832064"/>
                  </a:lnTo>
                  <a:lnTo>
                    <a:pt x="30533" y="788242"/>
                  </a:lnTo>
                  <a:lnTo>
                    <a:pt x="17406" y="742863"/>
                  </a:lnTo>
                  <a:lnTo>
                    <a:pt x="7838" y="696082"/>
                  </a:lnTo>
                  <a:lnTo>
                    <a:pt x="1985" y="648054"/>
                  </a:lnTo>
                  <a:lnTo>
                    <a:pt x="0" y="598932"/>
                  </a:lnTo>
                  <a:close/>
                </a:path>
              </a:pathLst>
            </a:custGeom>
            <a:ln w="12954">
              <a:solidFill>
                <a:srgbClr val="FFFFFF"/>
              </a:solidFill>
            </a:ln>
          </p:spPr>
          <p:txBody>
            <a:bodyPr wrap="square" lIns="0" tIns="0" rIns="0" bIns="0" rtlCol="0"/>
            <a:lstStyle/>
            <a:p>
              <a:endParaRPr/>
            </a:p>
          </p:txBody>
        </p:sp>
        <p:sp>
          <p:nvSpPr>
            <p:cNvPr id="23" name="object 23"/>
            <p:cNvSpPr/>
            <p:nvPr/>
          </p:nvSpPr>
          <p:spPr>
            <a:xfrm>
              <a:off x="9300591" y="1826132"/>
              <a:ext cx="2053589" cy="3596004"/>
            </a:xfrm>
            <a:custGeom>
              <a:avLst/>
              <a:gdLst/>
              <a:ahLst/>
              <a:cxnLst/>
              <a:rect l="l" t="t" r="r" b="b"/>
              <a:pathLst>
                <a:path w="2053590" h="3596004">
                  <a:moveTo>
                    <a:pt x="1848231" y="0"/>
                  </a:moveTo>
                  <a:lnTo>
                    <a:pt x="205359" y="0"/>
                  </a:lnTo>
                  <a:lnTo>
                    <a:pt x="158273" y="5423"/>
                  </a:lnTo>
                  <a:lnTo>
                    <a:pt x="115049" y="20873"/>
                  </a:lnTo>
                  <a:lnTo>
                    <a:pt x="76919" y="45116"/>
                  </a:lnTo>
                  <a:lnTo>
                    <a:pt x="45116" y="76919"/>
                  </a:lnTo>
                  <a:lnTo>
                    <a:pt x="20873" y="115049"/>
                  </a:lnTo>
                  <a:lnTo>
                    <a:pt x="5423" y="158273"/>
                  </a:lnTo>
                  <a:lnTo>
                    <a:pt x="0" y="205359"/>
                  </a:lnTo>
                  <a:lnTo>
                    <a:pt x="0" y="3390519"/>
                  </a:lnTo>
                  <a:lnTo>
                    <a:pt x="5423" y="3437604"/>
                  </a:lnTo>
                  <a:lnTo>
                    <a:pt x="20873" y="3480828"/>
                  </a:lnTo>
                  <a:lnTo>
                    <a:pt x="45116" y="3518958"/>
                  </a:lnTo>
                  <a:lnTo>
                    <a:pt x="76919" y="3550761"/>
                  </a:lnTo>
                  <a:lnTo>
                    <a:pt x="115049" y="3575004"/>
                  </a:lnTo>
                  <a:lnTo>
                    <a:pt x="158273" y="3590454"/>
                  </a:lnTo>
                  <a:lnTo>
                    <a:pt x="205359" y="3595878"/>
                  </a:lnTo>
                  <a:lnTo>
                    <a:pt x="1848231" y="3595878"/>
                  </a:lnTo>
                  <a:lnTo>
                    <a:pt x="1895316" y="3590454"/>
                  </a:lnTo>
                  <a:lnTo>
                    <a:pt x="1938540" y="3575004"/>
                  </a:lnTo>
                  <a:lnTo>
                    <a:pt x="1976670" y="3550761"/>
                  </a:lnTo>
                  <a:lnTo>
                    <a:pt x="2008473" y="3518958"/>
                  </a:lnTo>
                  <a:lnTo>
                    <a:pt x="2032716" y="3480828"/>
                  </a:lnTo>
                  <a:lnTo>
                    <a:pt x="2048166" y="3437604"/>
                  </a:lnTo>
                  <a:lnTo>
                    <a:pt x="2053590" y="3390519"/>
                  </a:lnTo>
                  <a:lnTo>
                    <a:pt x="2053590" y="205359"/>
                  </a:lnTo>
                  <a:lnTo>
                    <a:pt x="2048166" y="158273"/>
                  </a:lnTo>
                  <a:lnTo>
                    <a:pt x="2032716" y="115049"/>
                  </a:lnTo>
                  <a:lnTo>
                    <a:pt x="2008473" y="76919"/>
                  </a:lnTo>
                  <a:lnTo>
                    <a:pt x="1976670" y="45116"/>
                  </a:lnTo>
                  <a:lnTo>
                    <a:pt x="1938540" y="20873"/>
                  </a:lnTo>
                  <a:lnTo>
                    <a:pt x="1895316" y="5423"/>
                  </a:lnTo>
                  <a:lnTo>
                    <a:pt x="1848231" y="0"/>
                  </a:lnTo>
                  <a:close/>
                </a:path>
              </a:pathLst>
            </a:custGeom>
            <a:solidFill>
              <a:srgbClr val="4471C4"/>
            </a:solidFill>
          </p:spPr>
          <p:txBody>
            <a:bodyPr wrap="square" lIns="0" tIns="0" rIns="0" bIns="0" rtlCol="0"/>
            <a:lstStyle/>
            <a:p>
              <a:endParaRPr/>
            </a:p>
          </p:txBody>
        </p:sp>
      </p:grpSp>
      <p:sp>
        <p:nvSpPr>
          <p:cNvPr id="24" name="object 24"/>
          <p:cNvSpPr txBox="1"/>
          <p:nvPr/>
        </p:nvSpPr>
        <p:spPr>
          <a:xfrm>
            <a:off x="9692144" y="3471036"/>
            <a:ext cx="1271905" cy="930910"/>
          </a:xfrm>
          <a:prstGeom prst="rect">
            <a:avLst/>
          </a:prstGeom>
        </p:spPr>
        <p:txBody>
          <a:bodyPr vert="horz" wrap="square" lIns="0" tIns="60960" rIns="0" bIns="0" rtlCol="0">
            <a:spAutoFit/>
          </a:bodyPr>
          <a:lstStyle/>
          <a:p>
            <a:pPr marL="114935" marR="5080" indent="-102870">
              <a:lnSpc>
                <a:spcPts val="3400"/>
              </a:lnSpc>
              <a:spcBef>
                <a:spcPts val="480"/>
              </a:spcBef>
            </a:pPr>
            <a:r>
              <a:rPr sz="3100" spc="-10" dirty="0">
                <a:solidFill>
                  <a:srgbClr val="FFFFFF"/>
                </a:solidFill>
                <a:latin typeface="Calibri"/>
                <a:cs typeface="Calibri"/>
              </a:rPr>
              <a:t>Angular</a:t>
            </a:r>
            <a:r>
              <a:rPr sz="3100" spc="-10" dirty="0">
                <a:solidFill>
                  <a:srgbClr val="FFFFFF"/>
                </a:solidFill>
                <a:latin typeface="Times New Roman"/>
                <a:cs typeface="Times New Roman"/>
              </a:rPr>
              <a:t> </a:t>
            </a:r>
            <a:r>
              <a:rPr sz="3100" spc="-10" dirty="0">
                <a:solidFill>
                  <a:srgbClr val="FFFFFF"/>
                </a:solidFill>
                <a:latin typeface="Calibri"/>
                <a:cs typeface="Calibri"/>
              </a:rPr>
              <a:t>(2014)</a:t>
            </a:r>
            <a:endParaRPr sz="3100">
              <a:latin typeface="Calibri"/>
              <a:cs typeface="Calibri"/>
            </a:endParaRPr>
          </a:p>
        </p:txBody>
      </p:sp>
      <p:grpSp>
        <p:nvGrpSpPr>
          <p:cNvPr id="25" name="object 25"/>
          <p:cNvGrpSpPr/>
          <p:nvPr/>
        </p:nvGrpSpPr>
        <p:grpSpPr>
          <a:xfrm>
            <a:off x="1252727" y="2035301"/>
            <a:ext cx="9687560" cy="3213735"/>
            <a:chOff x="1252727" y="2035301"/>
            <a:chExt cx="9687560" cy="3213735"/>
          </a:xfrm>
        </p:grpSpPr>
        <p:pic>
          <p:nvPicPr>
            <p:cNvPr id="26" name="object 26"/>
            <p:cNvPicPr/>
            <p:nvPr/>
          </p:nvPicPr>
          <p:blipFill>
            <a:blip r:embed="rId6" cstate="print"/>
            <a:stretch>
              <a:fillRect/>
            </a:stretch>
          </p:blipFill>
          <p:spPr>
            <a:xfrm>
              <a:off x="9728835" y="2041779"/>
              <a:ext cx="1197101" cy="1197863"/>
            </a:xfrm>
            <a:prstGeom prst="rect">
              <a:avLst/>
            </a:prstGeom>
          </p:spPr>
        </p:pic>
        <p:sp>
          <p:nvSpPr>
            <p:cNvPr id="27" name="object 27"/>
            <p:cNvSpPr/>
            <p:nvPr/>
          </p:nvSpPr>
          <p:spPr>
            <a:xfrm>
              <a:off x="9728835" y="2041778"/>
              <a:ext cx="1197610" cy="1198245"/>
            </a:xfrm>
            <a:custGeom>
              <a:avLst/>
              <a:gdLst/>
              <a:ahLst/>
              <a:cxnLst/>
              <a:rect l="l" t="t" r="r" b="b"/>
              <a:pathLst>
                <a:path w="1197609" h="1198245">
                  <a:moveTo>
                    <a:pt x="0" y="598932"/>
                  </a:moveTo>
                  <a:lnTo>
                    <a:pt x="1984" y="549809"/>
                  </a:lnTo>
                  <a:lnTo>
                    <a:pt x="7834" y="501781"/>
                  </a:lnTo>
                  <a:lnTo>
                    <a:pt x="17395" y="455000"/>
                  </a:lnTo>
                  <a:lnTo>
                    <a:pt x="30514" y="409621"/>
                  </a:lnTo>
                  <a:lnTo>
                    <a:pt x="47037" y="365799"/>
                  </a:lnTo>
                  <a:lnTo>
                    <a:pt x="66809" y="323686"/>
                  </a:lnTo>
                  <a:lnTo>
                    <a:pt x="89677" y="283438"/>
                  </a:lnTo>
                  <a:lnTo>
                    <a:pt x="115486" y="245209"/>
                  </a:lnTo>
                  <a:lnTo>
                    <a:pt x="144082" y="209152"/>
                  </a:lnTo>
                  <a:lnTo>
                    <a:pt x="175312" y="175421"/>
                  </a:lnTo>
                  <a:lnTo>
                    <a:pt x="209021" y="144172"/>
                  </a:lnTo>
                  <a:lnTo>
                    <a:pt x="245055" y="115558"/>
                  </a:lnTo>
                  <a:lnTo>
                    <a:pt x="283260" y="89733"/>
                  </a:lnTo>
                  <a:lnTo>
                    <a:pt x="323483" y="66851"/>
                  </a:lnTo>
                  <a:lnTo>
                    <a:pt x="365568" y="47066"/>
                  </a:lnTo>
                  <a:lnTo>
                    <a:pt x="409363" y="30533"/>
                  </a:lnTo>
                  <a:lnTo>
                    <a:pt x="454713" y="17406"/>
                  </a:lnTo>
                  <a:lnTo>
                    <a:pt x="501463" y="7838"/>
                  </a:lnTo>
                  <a:lnTo>
                    <a:pt x="549460" y="1985"/>
                  </a:lnTo>
                  <a:lnTo>
                    <a:pt x="598551" y="0"/>
                  </a:lnTo>
                  <a:lnTo>
                    <a:pt x="647641" y="1985"/>
                  </a:lnTo>
                  <a:lnTo>
                    <a:pt x="695638" y="7838"/>
                  </a:lnTo>
                  <a:lnTo>
                    <a:pt x="742389" y="17406"/>
                  </a:lnTo>
                  <a:lnTo>
                    <a:pt x="787738" y="30533"/>
                  </a:lnTo>
                  <a:lnTo>
                    <a:pt x="831533" y="47066"/>
                  </a:lnTo>
                  <a:lnTo>
                    <a:pt x="873618" y="66851"/>
                  </a:lnTo>
                  <a:lnTo>
                    <a:pt x="913841" y="89733"/>
                  </a:lnTo>
                  <a:lnTo>
                    <a:pt x="952046" y="115558"/>
                  </a:lnTo>
                  <a:lnTo>
                    <a:pt x="988080" y="144172"/>
                  </a:lnTo>
                  <a:lnTo>
                    <a:pt x="1021789" y="175421"/>
                  </a:lnTo>
                  <a:lnTo>
                    <a:pt x="1053019" y="209152"/>
                  </a:lnTo>
                  <a:lnTo>
                    <a:pt x="1081615" y="245209"/>
                  </a:lnTo>
                  <a:lnTo>
                    <a:pt x="1107424" y="283438"/>
                  </a:lnTo>
                  <a:lnTo>
                    <a:pt x="1130292" y="323686"/>
                  </a:lnTo>
                  <a:lnTo>
                    <a:pt x="1150064" y="365799"/>
                  </a:lnTo>
                  <a:lnTo>
                    <a:pt x="1166587" y="409621"/>
                  </a:lnTo>
                  <a:lnTo>
                    <a:pt x="1179706" y="455000"/>
                  </a:lnTo>
                  <a:lnTo>
                    <a:pt x="1189267" y="501781"/>
                  </a:lnTo>
                  <a:lnTo>
                    <a:pt x="1195117" y="549809"/>
                  </a:lnTo>
                  <a:lnTo>
                    <a:pt x="1197102" y="598932"/>
                  </a:lnTo>
                  <a:lnTo>
                    <a:pt x="1195117" y="648054"/>
                  </a:lnTo>
                  <a:lnTo>
                    <a:pt x="1189267" y="696082"/>
                  </a:lnTo>
                  <a:lnTo>
                    <a:pt x="1179706" y="742863"/>
                  </a:lnTo>
                  <a:lnTo>
                    <a:pt x="1166587" y="788242"/>
                  </a:lnTo>
                  <a:lnTo>
                    <a:pt x="1150064" y="832064"/>
                  </a:lnTo>
                  <a:lnTo>
                    <a:pt x="1130292" y="874177"/>
                  </a:lnTo>
                  <a:lnTo>
                    <a:pt x="1107424" y="914425"/>
                  </a:lnTo>
                  <a:lnTo>
                    <a:pt x="1081615" y="952654"/>
                  </a:lnTo>
                  <a:lnTo>
                    <a:pt x="1053019" y="988711"/>
                  </a:lnTo>
                  <a:lnTo>
                    <a:pt x="1021789" y="1022442"/>
                  </a:lnTo>
                  <a:lnTo>
                    <a:pt x="988080" y="1053691"/>
                  </a:lnTo>
                  <a:lnTo>
                    <a:pt x="952046" y="1082305"/>
                  </a:lnTo>
                  <a:lnTo>
                    <a:pt x="913841" y="1108131"/>
                  </a:lnTo>
                  <a:lnTo>
                    <a:pt x="873618" y="1131012"/>
                  </a:lnTo>
                  <a:lnTo>
                    <a:pt x="831533" y="1150797"/>
                  </a:lnTo>
                  <a:lnTo>
                    <a:pt x="787738" y="1167330"/>
                  </a:lnTo>
                  <a:lnTo>
                    <a:pt x="742389" y="1180457"/>
                  </a:lnTo>
                  <a:lnTo>
                    <a:pt x="695638" y="1190025"/>
                  </a:lnTo>
                  <a:lnTo>
                    <a:pt x="647641" y="1195878"/>
                  </a:lnTo>
                  <a:lnTo>
                    <a:pt x="598551" y="1197864"/>
                  </a:lnTo>
                  <a:lnTo>
                    <a:pt x="549460" y="1195878"/>
                  </a:lnTo>
                  <a:lnTo>
                    <a:pt x="501463" y="1190025"/>
                  </a:lnTo>
                  <a:lnTo>
                    <a:pt x="454713" y="1180457"/>
                  </a:lnTo>
                  <a:lnTo>
                    <a:pt x="409363" y="1167330"/>
                  </a:lnTo>
                  <a:lnTo>
                    <a:pt x="365568" y="1150797"/>
                  </a:lnTo>
                  <a:lnTo>
                    <a:pt x="323483" y="1131012"/>
                  </a:lnTo>
                  <a:lnTo>
                    <a:pt x="283260" y="1108131"/>
                  </a:lnTo>
                  <a:lnTo>
                    <a:pt x="245055" y="1082305"/>
                  </a:lnTo>
                  <a:lnTo>
                    <a:pt x="209021" y="1053691"/>
                  </a:lnTo>
                  <a:lnTo>
                    <a:pt x="175312" y="1022442"/>
                  </a:lnTo>
                  <a:lnTo>
                    <a:pt x="144082" y="988711"/>
                  </a:lnTo>
                  <a:lnTo>
                    <a:pt x="115486" y="952654"/>
                  </a:lnTo>
                  <a:lnTo>
                    <a:pt x="89677" y="914425"/>
                  </a:lnTo>
                  <a:lnTo>
                    <a:pt x="66809" y="874177"/>
                  </a:lnTo>
                  <a:lnTo>
                    <a:pt x="47037" y="832064"/>
                  </a:lnTo>
                  <a:lnTo>
                    <a:pt x="30514" y="788242"/>
                  </a:lnTo>
                  <a:lnTo>
                    <a:pt x="17395" y="742863"/>
                  </a:lnTo>
                  <a:lnTo>
                    <a:pt x="7834" y="696082"/>
                  </a:lnTo>
                  <a:lnTo>
                    <a:pt x="1984" y="648054"/>
                  </a:lnTo>
                  <a:lnTo>
                    <a:pt x="0" y="598932"/>
                  </a:lnTo>
                  <a:close/>
                </a:path>
              </a:pathLst>
            </a:custGeom>
            <a:ln w="12954">
              <a:solidFill>
                <a:srgbClr val="FFFFFF"/>
              </a:solidFill>
            </a:ln>
          </p:spPr>
          <p:txBody>
            <a:bodyPr wrap="square" lIns="0" tIns="0" rIns="0" bIns="0" rtlCol="0"/>
            <a:lstStyle/>
            <a:p>
              <a:endParaRPr/>
            </a:p>
          </p:txBody>
        </p:sp>
        <p:sp>
          <p:nvSpPr>
            <p:cNvPr id="28" name="object 28"/>
            <p:cNvSpPr/>
            <p:nvPr/>
          </p:nvSpPr>
          <p:spPr>
            <a:xfrm>
              <a:off x="1259204" y="4702682"/>
              <a:ext cx="9674860" cy="539750"/>
            </a:xfrm>
            <a:custGeom>
              <a:avLst/>
              <a:gdLst/>
              <a:ahLst/>
              <a:cxnLst/>
              <a:rect l="l" t="t" r="r" b="b"/>
              <a:pathLst>
                <a:path w="9674860" h="539750">
                  <a:moveTo>
                    <a:pt x="9404604" y="0"/>
                  </a:moveTo>
                  <a:lnTo>
                    <a:pt x="9404604" y="134874"/>
                  </a:lnTo>
                  <a:lnTo>
                    <a:pt x="0" y="134874"/>
                  </a:lnTo>
                  <a:lnTo>
                    <a:pt x="0" y="404622"/>
                  </a:lnTo>
                  <a:lnTo>
                    <a:pt x="9404604" y="404622"/>
                  </a:lnTo>
                  <a:lnTo>
                    <a:pt x="9404604" y="539496"/>
                  </a:lnTo>
                  <a:lnTo>
                    <a:pt x="9674352" y="269748"/>
                  </a:lnTo>
                  <a:lnTo>
                    <a:pt x="9404604" y="0"/>
                  </a:lnTo>
                  <a:close/>
                </a:path>
              </a:pathLst>
            </a:custGeom>
            <a:solidFill>
              <a:srgbClr val="AFBBDE"/>
            </a:solidFill>
          </p:spPr>
          <p:txBody>
            <a:bodyPr wrap="square" lIns="0" tIns="0" rIns="0" bIns="0" rtlCol="0"/>
            <a:lstStyle/>
            <a:p>
              <a:endParaRPr/>
            </a:p>
          </p:txBody>
        </p:sp>
        <p:sp>
          <p:nvSpPr>
            <p:cNvPr id="29" name="object 29"/>
            <p:cNvSpPr/>
            <p:nvPr/>
          </p:nvSpPr>
          <p:spPr>
            <a:xfrm>
              <a:off x="1259204" y="4702682"/>
              <a:ext cx="9674860" cy="539750"/>
            </a:xfrm>
            <a:custGeom>
              <a:avLst/>
              <a:gdLst/>
              <a:ahLst/>
              <a:cxnLst/>
              <a:rect l="l" t="t" r="r" b="b"/>
              <a:pathLst>
                <a:path w="9674860" h="539750">
                  <a:moveTo>
                    <a:pt x="0" y="134874"/>
                  </a:moveTo>
                  <a:lnTo>
                    <a:pt x="9404604" y="134874"/>
                  </a:lnTo>
                  <a:lnTo>
                    <a:pt x="9404604" y="0"/>
                  </a:lnTo>
                  <a:lnTo>
                    <a:pt x="9674352" y="269748"/>
                  </a:lnTo>
                  <a:lnTo>
                    <a:pt x="9404604" y="539496"/>
                  </a:lnTo>
                  <a:lnTo>
                    <a:pt x="9404604" y="404622"/>
                  </a:lnTo>
                  <a:lnTo>
                    <a:pt x="0" y="404622"/>
                  </a:lnTo>
                  <a:lnTo>
                    <a:pt x="0" y="134874"/>
                  </a:lnTo>
                  <a:close/>
                </a:path>
              </a:pathLst>
            </a:custGeom>
            <a:ln w="12954">
              <a:solidFill>
                <a:srgbClr val="FFFFFF"/>
              </a:solidFill>
            </a:ln>
          </p:spPr>
          <p:txBody>
            <a:bodyPr wrap="square" lIns="0" tIns="0" rIns="0" bIns="0" rtlCol="0"/>
            <a:lstStyle/>
            <a:p>
              <a:endParaRPr/>
            </a:p>
          </p:txBody>
        </p:sp>
      </p:grpSp>
      <p:sp>
        <p:nvSpPr>
          <p:cNvPr id="30" name="object 30"/>
          <p:cNvSpPr txBox="1"/>
          <p:nvPr/>
        </p:nvSpPr>
        <p:spPr>
          <a:xfrm>
            <a:off x="4833251" y="6039129"/>
            <a:ext cx="6379845" cy="330200"/>
          </a:xfrm>
          <a:prstGeom prst="rect">
            <a:avLst/>
          </a:prstGeom>
        </p:spPr>
        <p:txBody>
          <a:bodyPr vert="horz" wrap="square" lIns="0" tIns="12065" rIns="0" bIns="0" rtlCol="0">
            <a:spAutoFit/>
          </a:bodyPr>
          <a:lstStyle/>
          <a:p>
            <a:pPr marL="12700">
              <a:lnSpc>
                <a:spcPct val="100000"/>
              </a:lnSpc>
              <a:spcBef>
                <a:spcPts val="95"/>
              </a:spcBef>
            </a:pPr>
            <a:r>
              <a:rPr sz="2000" dirty="0">
                <a:latin typeface="Calibri"/>
                <a:cs typeface="Calibri"/>
              </a:rPr>
              <a:t>*</a:t>
            </a:r>
            <a:r>
              <a:rPr sz="2000" spc="-75" dirty="0">
                <a:latin typeface="Times New Roman"/>
                <a:cs typeface="Times New Roman"/>
              </a:rPr>
              <a:t> </a:t>
            </a:r>
            <a:r>
              <a:rPr sz="2000" dirty="0">
                <a:latin typeface="Calibri"/>
                <a:cs typeface="Calibri"/>
              </a:rPr>
              <a:t>jQuery</a:t>
            </a:r>
            <a:r>
              <a:rPr sz="2000" spc="-80" dirty="0">
                <a:latin typeface="Times New Roman"/>
                <a:cs typeface="Times New Roman"/>
              </a:rPr>
              <a:t> </a:t>
            </a:r>
            <a:r>
              <a:rPr sz="2000" dirty="0">
                <a:latin typeface="Calibri"/>
                <a:cs typeface="Calibri"/>
              </a:rPr>
              <a:t>is</a:t>
            </a:r>
            <a:r>
              <a:rPr sz="2000" spc="-70" dirty="0">
                <a:latin typeface="Times New Roman"/>
                <a:cs typeface="Times New Roman"/>
              </a:rPr>
              <a:t> </a:t>
            </a:r>
            <a:r>
              <a:rPr sz="2000" dirty="0">
                <a:latin typeface="Calibri"/>
                <a:cs typeface="Calibri"/>
              </a:rPr>
              <a:t>more</a:t>
            </a:r>
            <a:r>
              <a:rPr sz="2000" spc="-75" dirty="0">
                <a:latin typeface="Times New Roman"/>
                <a:cs typeface="Times New Roman"/>
              </a:rPr>
              <a:t> </a:t>
            </a:r>
            <a:r>
              <a:rPr sz="2000" dirty="0">
                <a:latin typeface="Calibri"/>
                <a:cs typeface="Calibri"/>
              </a:rPr>
              <a:t>often</a:t>
            </a:r>
            <a:r>
              <a:rPr sz="2000" spc="-80" dirty="0">
                <a:latin typeface="Times New Roman"/>
                <a:cs typeface="Times New Roman"/>
              </a:rPr>
              <a:t> </a:t>
            </a:r>
            <a:r>
              <a:rPr sz="2000" spc="-10" dirty="0">
                <a:latin typeface="Calibri"/>
                <a:cs typeface="Calibri"/>
              </a:rPr>
              <a:t>considered</a:t>
            </a:r>
            <a:r>
              <a:rPr sz="2000" spc="-65" dirty="0">
                <a:latin typeface="Times New Roman"/>
                <a:cs typeface="Times New Roman"/>
              </a:rPr>
              <a:t> </a:t>
            </a:r>
            <a:r>
              <a:rPr sz="2000" dirty="0">
                <a:latin typeface="Calibri"/>
                <a:cs typeface="Calibri"/>
              </a:rPr>
              <a:t>a</a:t>
            </a:r>
            <a:r>
              <a:rPr sz="2000" spc="-70" dirty="0">
                <a:latin typeface="Times New Roman"/>
                <a:cs typeface="Times New Roman"/>
              </a:rPr>
              <a:t> </a:t>
            </a:r>
            <a:r>
              <a:rPr sz="2000" b="1" spc="-10" dirty="0">
                <a:latin typeface="Calibri"/>
                <a:cs typeface="Calibri"/>
              </a:rPr>
              <a:t>library</a:t>
            </a:r>
            <a:r>
              <a:rPr sz="2000" spc="-80" dirty="0">
                <a:latin typeface="Times New Roman"/>
                <a:cs typeface="Times New Roman"/>
              </a:rPr>
              <a:t> </a:t>
            </a:r>
            <a:r>
              <a:rPr sz="2000" dirty="0">
                <a:latin typeface="Calibri"/>
                <a:cs typeface="Calibri"/>
              </a:rPr>
              <a:t>than</a:t>
            </a:r>
            <a:r>
              <a:rPr sz="2000" spc="-75" dirty="0">
                <a:latin typeface="Times New Roman"/>
                <a:cs typeface="Times New Roman"/>
              </a:rPr>
              <a:t> </a:t>
            </a:r>
            <a:r>
              <a:rPr sz="2000" dirty="0">
                <a:latin typeface="Calibri"/>
                <a:cs typeface="Calibri"/>
              </a:rPr>
              <a:t>a</a:t>
            </a:r>
            <a:r>
              <a:rPr sz="2000" spc="-80" dirty="0">
                <a:latin typeface="Times New Roman"/>
                <a:cs typeface="Times New Roman"/>
              </a:rPr>
              <a:t> </a:t>
            </a:r>
            <a:r>
              <a:rPr sz="2000" b="1" spc="-10" dirty="0">
                <a:latin typeface="Calibri"/>
                <a:cs typeface="Calibri"/>
              </a:rPr>
              <a:t>framework</a:t>
            </a:r>
            <a:endParaRPr sz="2000">
              <a:latin typeface="Calibri"/>
              <a:cs typeface="Calibri"/>
            </a:endParaRPr>
          </a:p>
        </p:txBody>
      </p:sp>
      <p:pic>
        <p:nvPicPr>
          <p:cNvPr id="31" name="Logo black">
            <a:extLst>
              <a:ext uri="{FF2B5EF4-FFF2-40B4-BE49-F238E27FC236}">
                <a16:creationId xmlns:a16="http://schemas.microsoft.com/office/drawing/2014/main" id="{7198C845-045A-9B7B-6A70-857639DB1972}"/>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03346" y="6294893"/>
            <a:ext cx="784800" cy="21184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4076FDEB-15D2-2175-4ABC-85E5DFE6F4EC}"/>
              </a:ext>
            </a:extLst>
          </p:cNvPr>
          <p:cNvSpPr>
            <a:spLocks noGrp="1"/>
          </p:cNvSpPr>
          <p:nvPr>
            <p:ph type="dt" sz="half" idx="10"/>
          </p:nvPr>
        </p:nvSpPr>
        <p:spPr/>
        <p:txBody>
          <a:bodyPr/>
          <a:lstStyle/>
          <a:p>
            <a:fld id="{1325F948-84CE-1D4D-8AB2-756CB67BE463}" type="datetime1">
              <a:rPr lang="en-GB" smtClean="0"/>
              <a:t>26/02/2024</a:t>
            </a:fld>
            <a:endParaRPr lang="en-GB" dirty="0"/>
          </a:p>
        </p:txBody>
      </p:sp>
      <p:sp>
        <p:nvSpPr>
          <p:cNvPr id="4" name="Footer Placeholder 3">
            <a:extLst>
              <a:ext uri="{FF2B5EF4-FFF2-40B4-BE49-F238E27FC236}">
                <a16:creationId xmlns:a16="http://schemas.microsoft.com/office/drawing/2014/main" id="{10F71AB0-9BA1-5C74-AD7B-86B2512993E9}"/>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47F547CC-7A23-CD57-7D91-B7FFBB5744B6}"/>
              </a:ext>
            </a:extLst>
          </p:cNvPr>
          <p:cNvSpPr>
            <a:spLocks noGrp="1"/>
          </p:cNvSpPr>
          <p:nvPr>
            <p:ph type="sldNum" sz="quarter" idx="12"/>
          </p:nvPr>
        </p:nvSpPr>
        <p:spPr/>
        <p:txBody>
          <a:bodyPr/>
          <a:lstStyle/>
          <a:p>
            <a:fld id="{45D37B1E-C366-494F-A587-962AD9AABC83}" type="slidenum">
              <a:rPr lang="en-GB" smtClean="0"/>
              <a:pPr/>
              <a:t>4</a:t>
            </a:fld>
            <a:endParaRPr lang="en-GB" dirty="0"/>
          </a:p>
        </p:txBody>
      </p:sp>
      <p:sp>
        <p:nvSpPr>
          <p:cNvPr id="6" name="Title 2">
            <a:extLst>
              <a:ext uri="{FF2B5EF4-FFF2-40B4-BE49-F238E27FC236}">
                <a16:creationId xmlns:a16="http://schemas.microsoft.com/office/drawing/2014/main" id="{FD8AE2EF-E3D5-BE5D-AF45-AC639014F2EC}"/>
              </a:ext>
            </a:extLst>
          </p:cNvPr>
          <p:cNvSpPr txBox="1">
            <a:spLocks/>
          </p:cNvSpPr>
          <p:nvPr/>
        </p:nvSpPr>
        <p:spPr>
          <a:xfrm>
            <a:off x="254138" y="752282"/>
            <a:ext cx="9645236" cy="701891"/>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tabLst>
                <a:tab pos="1438275" algn="l"/>
              </a:tabLst>
              <a:defRPr sz="3600" b="1" kern="1200">
                <a:solidFill>
                  <a:schemeClr val="tx1"/>
                </a:solidFill>
                <a:latin typeface="+mj-lt"/>
                <a:ea typeface="+mj-ea"/>
                <a:cs typeface="+mj-cs"/>
              </a:defRPr>
            </a:lvl1pPr>
          </a:lstStyle>
          <a:p>
            <a:r>
              <a:rPr lang="en-GB" dirty="0"/>
              <a:t>Frontend Framework Popularity</a:t>
            </a:r>
            <a:endParaRPr lang="en-DK" dirty="0"/>
          </a:p>
        </p:txBody>
      </p:sp>
      <p:pic>
        <p:nvPicPr>
          <p:cNvPr id="2" name="Picture 1">
            <a:extLst>
              <a:ext uri="{FF2B5EF4-FFF2-40B4-BE49-F238E27FC236}">
                <a16:creationId xmlns:a16="http://schemas.microsoft.com/office/drawing/2014/main" id="{1ABF74BE-2394-6609-5CD0-775F02998876}"/>
              </a:ext>
            </a:extLst>
          </p:cNvPr>
          <p:cNvPicPr>
            <a:picLocks noChangeAspect="1"/>
          </p:cNvPicPr>
          <p:nvPr/>
        </p:nvPicPr>
        <p:blipFill>
          <a:blip r:embed="rId2"/>
          <a:stretch>
            <a:fillRect/>
          </a:stretch>
        </p:blipFill>
        <p:spPr>
          <a:xfrm>
            <a:off x="2455222" y="1422473"/>
            <a:ext cx="7281555" cy="5435527"/>
          </a:xfrm>
          <a:prstGeom prst="rect">
            <a:avLst/>
          </a:prstGeom>
        </p:spPr>
      </p:pic>
    </p:spTree>
    <p:extLst>
      <p:ext uri="{BB962C8B-B14F-4D97-AF65-F5344CB8AC3E}">
        <p14:creationId xmlns:p14="http://schemas.microsoft.com/office/powerpoint/2010/main" val="2132013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25400">
              <a:lnSpc>
                <a:spcPct val="100000"/>
              </a:lnSpc>
              <a:spcBef>
                <a:spcPts val="95"/>
              </a:spcBef>
            </a:pPr>
            <a:r>
              <a:rPr dirty="0"/>
              <a:t>Common</a:t>
            </a:r>
            <a:r>
              <a:rPr spc="-195" dirty="0">
                <a:latin typeface="Times New Roman"/>
                <a:cs typeface="Times New Roman"/>
              </a:rPr>
              <a:t> </a:t>
            </a:r>
            <a:r>
              <a:rPr dirty="0"/>
              <a:t>tasks</a:t>
            </a:r>
            <a:r>
              <a:rPr spc="-200" dirty="0">
                <a:latin typeface="Times New Roman"/>
                <a:cs typeface="Times New Roman"/>
              </a:rPr>
              <a:t> </a:t>
            </a:r>
            <a:r>
              <a:rPr dirty="0"/>
              <a:t>in</a:t>
            </a:r>
            <a:r>
              <a:rPr spc="-190" dirty="0">
                <a:latin typeface="Times New Roman"/>
                <a:cs typeface="Times New Roman"/>
              </a:rPr>
              <a:t> </a:t>
            </a:r>
            <a:r>
              <a:rPr spc="-45" dirty="0"/>
              <a:t>front-</a:t>
            </a:r>
            <a:r>
              <a:rPr dirty="0"/>
              <a:t>end</a:t>
            </a:r>
            <a:r>
              <a:rPr spc="-185" dirty="0">
                <a:latin typeface="Times New Roman"/>
                <a:cs typeface="Times New Roman"/>
              </a:rPr>
              <a:t> </a:t>
            </a:r>
            <a:r>
              <a:rPr spc="-10" dirty="0"/>
              <a:t>development</a:t>
            </a:r>
          </a:p>
        </p:txBody>
      </p:sp>
      <p:grpSp>
        <p:nvGrpSpPr>
          <p:cNvPr id="3" name="object 3"/>
          <p:cNvGrpSpPr/>
          <p:nvPr/>
        </p:nvGrpSpPr>
        <p:grpSpPr>
          <a:xfrm>
            <a:off x="4617529" y="1904809"/>
            <a:ext cx="6743700" cy="682625"/>
            <a:chOff x="4617529" y="1904809"/>
            <a:chExt cx="6743700" cy="682625"/>
          </a:xfrm>
        </p:grpSpPr>
        <p:sp>
          <p:nvSpPr>
            <p:cNvPr id="4" name="object 4"/>
            <p:cNvSpPr/>
            <p:nvPr/>
          </p:nvSpPr>
          <p:spPr>
            <a:xfrm>
              <a:off x="4624196" y="1911477"/>
              <a:ext cx="6730365" cy="669290"/>
            </a:xfrm>
            <a:custGeom>
              <a:avLst/>
              <a:gdLst/>
              <a:ahLst/>
              <a:cxnLst/>
              <a:rect l="l" t="t" r="r" b="b"/>
              <a:pathLst>
                <a:path w="6730365" h="669289">
                  <a:moveTo>
                    <a:pt x="6618478" y="0"/>
                  </a:moveTo>
                  <a:lnTo>
                    <a:pt x="0" y="0"/>
                  </a:lnTo>
                  <a:lnTo>
                    <a:pt x="0" y="669036"/>
                  </a:lnTo>
                  <a:lnTo>
                    <a:pt x="6618478" y="669036"/>
                  </a:lnTo>
                  <a:lnTo>
                    <a:pt x="6661880" y="660273"/>
                  </a:lnTo>
                  <a:lnTo>
                    <a:pt x="6697324" y="636376"/>
                  </a:lnTo>
                  <a:lnTo>
                    <a:pt x="6721221" y="600932"/>
                  </a:lnTo>
                  <a:lnTo>
                    <a:pt x="6729984" y="557530"/>
                  </a:lnTo>
                  <a:lnTo>
                    <a:pt x="6729984" y="111506"/>
                  </a:lnTo>
                  <a:lnTo>
                    <a:pt x="6721221" y="68103"/>
                  </a:lnTo>
                  <a:lnTo>
                    <a:pt x="6697324" y="32659"/>
                  </a:lnTo>
                  <a:lnTo>
                    <a:pt x="6661880" y="8762"/>
                  </a:lnTo>
                  <a:lnTo>
                    <a:pt x="6618478" y="0"/>
                  </a:lnTo>
                  <a:close/>
                </a:path>
              </a:pathLst>
            </a:custGeom>
            <a:solidFill>
              <a:srgbClr val="D2DEEF">
                <a:alpha val="90194"/>
              </a:srgbClr>
            </a:solidFill>
          </p:spPr>
          <p:txBody>
            <a:bodyPr wrap="square" lIns="0" tIns="0" rIns="0" bIns="0" rtlCol="0"/>
            <a:lstStyle/>
            <a:p>
              <a:endParaRPr/>
            </a:p>
          </p:txBody>
        </p:sp>
        <p:sp>
          <p:nvSpPr>
            <p:cNvPr id="5" name="object 5"/>
            <p:cNvSpPr/>
            <p:nvPr/>
          </p:nvSpPr>
          <p:spPr>
            <a:xfrm>
              <a:off x="4624196" y="1911477"/>
              <a:ext cx="6730365" cy="669290"/>
            </a:xfrm>
            <a:custGeom>
              <a:avLst/>
              <a:gdLst/>
              <a:ahLst/>
              <a:cxnLst/>
              <a:rect l="l" t="t" r="r" b="b"/>
              <a:pathLst>
                <a:path w="6730365" h="669289">
                  <a:moveTo>
                    <a:pt x="6729984" y="111506"/>
                  </a:moveTo>
                  <a:lnTo>
                    <a:pt x="6729984" y="557530"/>
                  </a:lnTo>
                  <a:lnTo>
                    <a:pt x="6721221" y="600932"/>
                  </a:lnTo>
                  <a:lnTo>
                    <a:pt x="6697324" y="636376"/>
                  </a:lnTo>
                  <a:lnTo>
                    <a:pt x="6661880" y="660273"/>
                  </a:lnTo>
                  <a:lnTo>
                    <a:pt x="6618478" y="669036"/>
                  </a:lnTo>
                  <a:lnTo>
                    <a:pt x="0" y="669036"/>
                  </a:lnTo>
                  <a:lnTo>
                    <a:pt x="0" y="0"/>
                  </a:lnTo>
                  <a:lnTo>
                    <a:pt x="6618478" y="0"/>
                  </a:lnTo>
                  <a:lnTo>
                    <a:pt x="6661880" y="8762"/>
                  </a:lnTo>
                  <a:lnTo>
                    <a:pt x="6697324" y="32659"/>
                  </a:lnTo>
                  <a:lnTo>
                    <a:pt x="6721221" y="68103"/>
                  </a:lnTo>
                  <a:lnTo>
                    <a:pt x="6729984" y="111506"/>
                  </a:lnTo>
                  <a:close/>
                </a:path>
              </a:pathLst>
            </a:custGeom>
            <a:ln w="12954">
              <a:solidFill>
                <a:srgbClr val="D2DEEF"/>
              </a:solidFill>
            </a:ln>
          </p:spPr>
          <p:txBody>
            <a:bodyPr wrap="square" lIns="0" tIns="0" rIns="0" bIns="0" rtlCol="0"/>
            <a:lstStyle/>
            <a:p>
              <a:endParaRPr/>
            </a:p>
          </p:txBody>
        </p:sp>
      </p:grpSp>
      <p:sp>
        <p:nvSpPr>
          <p:cNvPr id="6" name="object 6"/>
          <p:cNvSpPr txBox="1"/>
          <p:nvPr/>
        </p:nvSpPr>
        <p:spPr>
          <a:xfrm>
            <a:off x="4713985" y="1986584"/>
            <a:ext cx="5771515" cy="436880"/>
          </a:xfrm>
          <a:prstGeom prst="rect">
            <a:avLst/>
          </a:prstGeom>
        </p:spPr>
        <p:txBody>
          <a:bodyPr vert="horz" wrap="square" lIns="0" tIns="12700" rIns="0" bIns="0" rtlCol="0">
            <a:spAutoFit/>
          </a:bodyPr>
          <a:lstStyle/>
          <a:p>
            <a:pPr marL="12700">
              <a:lnSpc>
                <a:spcPct val="100000"/>
              </a:lnSpc>
              <a:spcBef>
                <a:spcPts val="100"/>
              </a:spcBef>
            </a:pPr>
            <a:r>
              <a:rPr sz="2700" dirty="0">
                <a:latin typeface="Calibri"/>
                <a:cs typeface="Calibri"/>
              </a:rPr>
              <a:t>Data</a:t>
            </a:r>
            <a:r>
              <a:rPr sz="2700" spc="-114" dirty="0">
                <a:latin typeface="Times New Roman"/>
                <a:cs typeface="Times New Roman"/>
              </a:rPr>
              <a:t> </a:t>
            </a:r>
            <a:r>
              <a:rPr sz="2700" dirty="0">
                <a:latin typeface="Calibri"/>
                <a:cs typeface="Calibri"/>
              </a:rPr>
              <a:t>definition,</a:t>
            </a:r>
            <a:r>
              <a:rPr sz="2700" spc="-95" dirty="0">
                <a:latin typeface="Times New Roman"/>
                <a:cs typeface="Times New Roman"/>
              </a:rPr>
              <a:t> </a:t>
            </a:r>
            <a:r>
              <a:rPr sz="2700" spc="-20" dirty="0">
                <a:latin typeface="Calibri"/>
                <a:cs typeface="Calibri"/>
              </a:rPr>
              <a:t>organization,</a:t>
            </a:r>
            <a:r>
              <a:rPr sz="2700" spc="-100" dirty="0">
                <a:latin typeface="Times New Roman"/>
                <a:cs typeface="Times New Roman"/>
              </a:rPr>
              <a:t> </a:t>
            </a:r>
            <a:r>
              <a:rPr sz="2700" dirty="0">
                <a:latin typeface="Calibri"/>
                <a:cs typeface="Calibri"/>
              </a:rPr>
              <a:t>and</a:t>
            </a:r>
            <a:r>
              <a:rPr sz="2700" spc="-110" dirty="0">
                <a:latin typeface="Times New Roman"/>
                <a:cs typeface="Times New Roman"/>
              </a:rPr>
              <a:t> </a:t>
            </a:r>
            <a:r>
              <a:rPr sz="2700" spc="-10" dirty="0">
                <a:latin typeface="Calibri"/>
                <a:cs typeface="Calibri"/>
              </a:rPr>
              <a:t>storage</a:t>
            </a:r>
            <a:endParaRPr sz="2700">
              <a:latin typeface="Calibri"/>
              <a:cs typeface="Calibri"/>
            </a:endParaRPr>
          </a:p>
        </p:txBody>
      </p:sp>
      <p:grpSp>
        <p:nvGrpSpPr>
          <p:cNvPr id="7" name="object 7"/>
          <p:cNvGrpSpPr/>
          <p:nvPr/>
        </p:nvGrpSpPr>
        <p:grpSpPr>
          <a:xfrm>
            <a:off x="831914" y="1820989"/>
            <a:ext cx="10528935" cy="1644014"/>
            <a:chOff x="831914" y="1820989"/>
            <a:chExt cx="10528935" cy="1644014"/>
          </a:xfrm>
        </p:grpSpPr>
        <p:sp>
          <p:nvSpPr>
            <p:cNvPr id="8" name="object 8"/>
            <p:cNvSpPr/>
            <p:nvPr/>
          </p:nvSpPr>
          <p:spPr>
            <a:xfrm>
              <a:off x="838582" y="1827656"/>
              <a:ext cx="3785870" cy="836930"/>
            </a:xfrm>
            <a:custGeom>
              <a:avLst/>
              <a:gdLst/>
              <a:ahLst/>
              <a:cxnLst/>
              <a:rect l="l" t="t" r="r" b="b"/>
              <a:pathLst>
                <a:path w="3785870" h="836930">
                  <a:moveTo>
                    <a:pt x="3646168" y="0"/>
                  </a:moveTo>
                  <a:lnTo>
                    <a:pt x="139447" y="0"/>
                  </a:lnTo>
                  <a:lnTo>
                    <a:pt x="95371" y="7109"/>
                  </a:lnTo>
                  <a:lnTo>
                    <a:pt x="57091" y="26905"/>
                  </a:lnTo>
                  <a:lnTo>
                    <a:pt x="26905" y="57091"/>
                  </a:lnTo>
                  <a:lnTo>
                    <a:pt x="7109" y="95370"/>
                  </a:lnTo>
                  <a:lnTo>
                    <a:pt x="0" y="139446"/>
                  </a:lnTo>
                  <a:lnTo>
                    <a:pt x="0" y="697230"/>
                  </a:lnTo>
                  <a:lnTo>
                    <a:pt x="7109" y="741305"/>
                  </a:lnTo>
                  <a:lnTo>
                    <a:pt x="26905" y="779584"/>
                  </a:lnTo>
                  <a:lnTo>
                    <a:pt x="57091" y="809770"/>
                  </a:lnTo>
                  <a:lnTo>
                    <a:pt x="95371" y="829566"/>
                  </a:lnTo>
                  <a:lnTo>
                    <a:pt x="139447" y="836676"/>
                  </a:lnTo>
                  <a:lnTo>
                    <a:pt x="3646168" y="836676"/>
                  </a:lnTo>
                  <a:lnTo>
                    <a:pt x="3690244" y="829566"/>
                  </a:lnTo>
                  <a:lnTo>
                    <a:pt x="3728523" y="809770"/>
                  </a:lnTo>
                  <a:lnTo>
                    <a:pt x="3758709" y="779584"/>
                  </a:lnTo>
                  <a:lnTo>
                    <a:pt x="3778505" y="741305"/>
                  </a:lnTo>
                  <a:lnTo>
                    <a:pt x="3785614" y="697230"/>
                  </a:lnTo>
                  <a:lnTo>
                    <a:pt x="3785614" y="139446"/>
                  </a:lnTo>
                  <a:lnTo>
                    <a:pt x="3778505" y="95370"/>
                  </a:lnTo>
                  <a:lnTo>
                    <a:pt x="3758709" y="57091"/>
                  </a:lnTo>
                  <a:lnTo>
                    <a:pt x="3728523" y="26905"/>
                  </a:lnTo>
                  <a:lnTo>
                    <a:pt x="3690244" y="7109"/>
                  </a:lnTo>
                  <a:lnTo>
                    <a:pt x="3646168" y="0"/>
                  </a:lnTo>
                  <a:close/>
                </a:path>
              </a:pathLst>
            </a:custGeom>
            <a:solidFill>
              <a:srgbClr val="5B9AD5"/>
            </a:solidFill>
          </p:spPr>
          <p:txBody>
            <a:bodyPr wrap="square" lIns="0" tIns="0" rIns="0" bIns="0" rtlCol="0" anchor="ctr"/>
            <a:lstStyle/>
            <a:p>
              <a:pPr algn="ctr"/>
              <a:r>
                <a:rPr lang="da-DK" sz="3600" dirty="0">
                  <a:solidFill>
                    <a:schemeClr val="bg1"/>
                  </a:solidFill>
                </a:rPr>
                <a:t>App State</a:t>
              </a:r>
              <a:endParaRPr sz="3600" dirty="0">
                <a:solidFill>
                  <a:schemeClr val="bg1"/>
                </a:solidFill>
              </a:endParaRPr>
            </a:p>
          </p:txBody>
        </p:sp>
        <p:sp>
          <p:nvSpPr>
            <p:cNvPr id="9" name="object 9"/>
            <p:cNvSpPr/>
            <p:nvPr/>
          </p:nvSpPr>
          <p:spPr>
            <a:xfrm>
              <a:off x="838582" y="1827656"/>
              <a:ext cx="3785870" cy="836930"/>
            </a:xfrm>
            <a:custGeom>
              <a:avLst/>
              <a:gdLst/>
              <a:ahLst/>
              <a:cxnLst/>
              <a:rect l="l" t="t" r="r" b="b"/>
              <a:pathLst>
                <a:path w="3785870" h="836930">
                  <a:moveTo>
                    <a:pt x="0" y="139446"/>
                  </a:moveTo>
                  <a:lnTo>
                    <a:pt x="7109" y="95370"/>
                  </a:lnTo>
                  <a:lnTo>
                    <a:pt x="26905" y="57091"/>
                  </a:lnTo>
                  <a:lnTo>
                    <a:pt x="57091" y="26905"/>
                  </a:lnTo>
                  <a:lnTo>
                    <a:pt x="95371" y="7109"/>
                  </a:lnTo>
                  <a:lnTo>
                    <a:pt x="139447" y="0"/>
                  </a:lnTo>
                  <a:lnTo>
                    <a:pt x="3646168" y="0"/>
                  </a:lnTo>
                  <a:lnTo>
                    <a:pt x="3690244" y="7109"/>
                  </a:lnTo>
                  <a:lnTo>
                    <a:pt x="3728523" y="26905"/>
                  </a:lnTo>
                  <a:lnTo>
                    <a:pt x="3758709" y="57091"/>
                  </a:lnTo>
                  <a:lnTo>
                    <a:pt x="3778505" y="95370"/>
                  </a:lnTo>
                  <a:lnTo>
                    <a:pt x="3785614" y="139446"/>
                  </a:lnTo>
                  <a:lnTo>
                    <a:pt x="3785614" y="697230"/>
                  </a:lnTo>
                  <a:lnTo>
                    <a:pt x="3778505" y="741305"/>
                  </a:lnTo>
                  <a:lnTo>
                    <a:pt x="3758709" y="779584"/>
                  </a:lnTo>
                  <a:lnTo>
                    <a:pt x="3728523" y="809770"/>
                  </a:lnTo>
                  <a:lnTo>
                    <a:pt x="3690244" y="829566"/>
                  </a:lnTo>
                  <a:lnTo>
                    <a:pt x="3646168" y="836676"/>
                  </a:lnTo>
                  <a:lnTo>
                    <a:pt x="139447" y="836676"/>
                  </a:lnTo>
                  <a:lnTo>
                    <a:pt x="95371" y="829566"/>
                  </a:lnTo>
                  <a:lnTo>
                    <a:pt x="57091" y="809770"/>
                  </a:lnTo>
                  <a:lnTo>
                    <a:pt x="26905" y="779584"/>
                  </a:lnTo>
                  <a:lnTo>
                    <a:pt x="7109" y="741305"/>
                  </a:lnTo>
                  <a:lnTo>
                    <a:pt x="0" y="697230"/>
                  </a:lnTo>
                  <a:lnTo>
                    <a:pt x="0" y="139446"/>
                  </a:lnTo>
                  <a:close/>
                </a:path>
              </a:pathLst>
            </a:custGeom>
            <a:ln w="12954">
              <a:solidFill>
                <a:srgbClr val="FFFFFF"/>
              </a:solidFill>
            </a:ln>
          </p:spPr>
          <p:txBody>
            <a:bodyPr wrap="square" lIns="0" tIns="0" rIns="0" bIns="0" rtlCol="0"/>
            <a:lstStyle/>
            <a:p>
              <a:endParaRPr/>
            </a:p>
          </p:txBody>
        </p:sp>
        <p:sp>
          <p:nvSpPr>
            <p:cNvPr id="10" name="object 10"/>
            <p:cNvSpPr/>
            <p:nvPr/>
          </p:nvSpPr>
          <p:spPr>
            <a:xfrm>
              <a:off x="4624197" y="2789300"/>
              <a:ext cx="6730365" cy="669290"/>
            </a:xfrm>
            <a:custGeom>
              <a:avLst/>
              <a:gdLst/>
              <a:ahLst/>
              <a:cxnLst/>
              <a:rect l="l" t="t" r="r" b="b"/>
              <a:pathLst>
                <a:path w="6730365" h="669289">
                  <a:moveTo>
                    <a:pt x="6618478" y="0"/>
                  </a:moveTo>
                  <a:lnTo>
                    <a:pt x="0" y="0"/>
                  </a:lnTo>
                  <a:lnTo>
                    <a:pt x="0" y="669036"/>
                  </a:lnTo>
                  <a:lnTo>
                    <a:pt x="6618478" y="669036"/>
                  </a:lnTo>
                  <a:lnTo>
                    <a:pt x="6661880" y="660273"/>
                  </a:lnTo>
                  <a:lnTo>
                    <a:pt x="6697324" y="636376"/>
                  </a:lnTo>
                  <a:lnTo>
                    <a:pt x="6721221" y="600932"/>
                  </a:lnTo>
                  <a:lnTo>
                    <a:pt x="6729984" y="557530"/>
                  </a:lnTo>
                  <a:lnTo>
                    <a:pt x="6729984" y="111506"/>
                  </a:lnTo>
                  <a:lnTo>
                    <a:pt x="6721221" y="68103"/>
                  </a:lnTo>
                  <a:lnTo>
                    <a:pt x="6697324" y="32659"/>
                  </a:lnTo>
                  <a:lnTo>
                    <a:pt x="6661880" y="8762"/>
                  </a:lnTo>
                  <a:lnTo>
                    <a:pt x="6618478" y="0"/>
                  </a:lnTo>
                  <a:close/>
                </a:path>
              </a:pathLst>
            </a:custGeom>
            <a:solidFill>
              <a:srgbClr val="D1E9ED">
                <a:alpha val="90194"/>
              </a:srgbClr>
            </a:solidFill>
          </p:spPr>
          <p:txBody>
            <a:bodyPr wrap="square" lIns="0" tIns="0" rIns="0" bIns="0" rtlCol="0"/>
            <a:lstStyle/>
            <a:p>
              <a:endParaRPr/>
            </a:p>
          </p:txBody>
        </p:sp>
        <p:sp>
          <p:nvSpPr>
            <p:cNvPr id="11" name="object 11"/>
            <p:cNvSpPr/>
            <p:nvPr/>
          </p:nvSpPr>
          <p:spPr>
            <a:xfrm>
              <a:off x="4624197" y="2789300"/>
              <a:ext cx="6730365" cy="669290"/>
            </a:xfrm>
            <a:custGeom>
              <a:avLst/>
              <a:gdLst/>
              <a:ahLst/>
              <a:cxnLst/>
              <a:rect l="l" t="t" r="r" b="b"/>
              <a:pathLst>
                <a:path w="6730365" h="669289">
                  <a:moveTo>
                    <a:pt x="6729984" y="111506"/>
                  </a:moveTo>
                  <a:lnTo>
                    <a:pt x="6729984" y="557530"/>
                  </a:lnTo>
                  <a:lnTo>
                    <a:pt x="6721221" y="600932"/>
                  </a:lnTo>
                  <a:lnTo>
                    <a:pt x="6697324" y="636376"/>
                  </a:lnTo>
                  <a:lnTo>
                    <a:pt x="6661880" y="660273"/>
                  </a:lnTo>
                  <a:lnTo>
                    <a:pt x="6618478" y="669036"/>
                  </a:lnTo>
                  <a:lnTo>
                    <a:pt x="0" y="669036"/>
                  </a:lnTo>
                  <a:lnTo>
                    <a:pt x="0" y="0"/>
                  </a:lnTo>
                  <a:lnTo>
                    <a:pt x="6618478" y="0"/>
                  </a:lnTo>
                  <a:lnTo>
                    <a:pt x="6661880" y="8762"/>
                  </a:lnTo>
                  <a:lnTo>
                    <a:pt x="6697324" y="32659"/>
                  </a:lnTo>
                  <a:lnTo>
                    <a:pt x="6721221" y="68103"/>
                  </a:lnTo>
                  <a:lnTo>
                    <a:pt x="6729984" y="111506"/>
                  </a:lnTo>
                  <a:close/>
                </a:path>
              </a:pathLst>
            </a:custGeom>
            <a:ln w="12954">
              <a:solidFill>
                <a:srgbClr val="D1E9ED"/>
              </a:solidFill>
            </a:ln>
          </p:spPr>
          <p:txBody>
            <a:bodyPr wrap="square" lIns="0" tIns="0" rIns="0" bIns="0" rtlCol="0"/>
            <a:lstStyle/>
            <a:p>
              <a:endParaRPr/>
            </a:p>
          </p:txBody>
        </p:sp>
      </p:grpSp>
      <p:sp>
        <p:nvSpPr>
          <p:cNvPr id="12" name="object 12"/>
          <p:cNvSpPr txBox="1"/>
          <p:nvPr/>
        </p:nvSpPr>
        <p:spPr>
          <a:xfrm>
            <a:off x="4713985" y="2864446"/>
            <a:ext cx="5422265" cy="436880"/>
          </a:xfrm>
          <a:prstGeom prst="rect">
            <a:avLst/>
          </a:prstGeom>
        </p:spPr>
        <p:txBody>
          <a:bodyPr vert="horz" wrap="square" lIns="0" tIns="12700" rIns="0" bIns="0" rtlCol="0">
            <a:spAutoFit/>
          </a:bodyPr>
          <a:lstStyle/>
          <a:p>
            <a:pPr marL="12700">
              <a:lnSpc>
                <a:spcPct val="100000"/>
              </a:lnSpc>
              <a:spcBef>
                <a:spcPts val="100"/>
              </a:spcBef>
            </a:pPr>
            <a:r>
              <a:rPr sz="2700" spc="-10" dirty="0">
                <a:latin typeface="Calibri"/>
                <a:cs typeface="Calibri"/>
              </a:rPr>
              <a:t>Event</a:t>
            </a:r>
            <a:r>
              <a:rPr sz="2700" spc="-120" dirty="0">
                <a:latin typeface="Times New Roman"/>
                <a:cs typeface="Times New Roman"/>
              </a:rPr>
              <a:t> </a:t>
            </a:r>
            <a:r>
              <a:rPr sz="2700" dirty="0">
                <a:latin typeface="Calibri"/>
                <a:cs typeface="Calibri"/>
              </a:rPr>
              <a:t>handlers</a:t>
            </a:r>
            <a:r>
              <a:rPr sz="2700" spc="-110" dirty="0">
                <a:latin typeface="Times New Roman"/>
                <a:cs typeface="Times New Roman"/>
              </a:rPr>
              <a:t> </a:t>
            </a:r>
            <a:r>
              <a:rPr sz="2700" dirty="0">
                <a:latin typeface="Calibri"/>
                <a:cs typeface="Calibri"/>
              </a:rPr>
              <a:t>respond</a:t>
            </a:r>
            <a:r>
              <a:rPr sz="2700" spc="-114" dirty="0">
                <a:latin typeface="Times New Roman"/>
                <a:cs typeface="Times New Roman"/>
              </a:rPr>
              <a:t> </a:t>
            </a:r>
            <a:r>
              <a:rPr sz="2700" dirty="0">
                <a:latin typeface="Calibri"/>
                <a:cs typeface="Calibri"/>
              </a:rPr>
              <a:t>to</a:t>
            </a:r>
            <a:r>
              <a:rPr sz="2700" spc="-130" dirty="0">
                <a:latin typeface="Times New Roman"/>
                <a:cs typeface="Times New Roman"/>
              </a:rPr>
              <a:t> </a:t>
            </a:r>
            <a:r>
              <a:rPr sz="2700" dirty="0">
                <a:latin typeface="Calibri"/>
                <a:cs typeface="Calibri"/>
              </a:rPr>
              <a:t>user</a:t>
            </a:r>
            <a:r>
              <a:rPr sz="2700" spc="-114" dirty="0">
                <a:latin typeface="Times New Roman"/>
                <a:cs typeface="Times New Roman"/>
              </a:rPr>
              <a:t> </a:t>
            </a:r>
            <a:r>
              <a:rPr sz="2700" spc="-10" dirty="0">
                <a:latin typeface="Calibri"/>
                <a:cs typeface="Calibri"/>
              </a:rPr>
              <a:t>actions</a:t>
            </a:r>
            <a:endParaRPr sz="2700">
              <a:latin typeface="Calibri"/>
              <a:cs typeface="Calibri"/>
            </a:endParaRPr>
          </a:p>
        </p:txBody>
      </p:sp>
      <p:grpSp>
        <p:nvGrpSpPr>
          <p:cNvPr id="13" name="object 13"/>
          <p:cNvGrpSpPr/>
          <p:nvPr/>
        </p:nvGrpSpPr>
        <p:grpSpPr>
          <a:xfrm>
            <a:off x="832105" y="2681477"/>
            <a:ext cx="3798570" cy="848994"/>
            <a:chOff x="832105" y="2681477"/>
            <a:chExt cx="3798570" cy="848994"/>
          </a:xfrm>
        </p:grpSpPr>
        <p:sp>
          <p:nvSpPr>
            <p:cNvPr id="14" name="object 14"/>
            <p:cNvSpPr/>
            <p:nvPr/>
          </p:nvSpPr>
          <p:spPr>
            <a:xfrm>
              <a:off x="838582" y="2687954"/>
              <a:ext cx="3785870" cy="836294"/>
            </a:xfrm>
            <a:custGeom>
              <a:avLst/>
              <a:gdLst/>
              <a:ahLst/>
              <a:cxnLst/>
              <a:rect l="l" t="t" r="r" b="b"/>
              <a:pathLst>
                <a:path w="3785870" h="836295">
                  <a:moveTo>
                    <a:pt x="3646295" y="0"/>
                  </a:moveTo>
                  <a:lnTo>
                    <a:pt x="139317" y="0"/>
                  </a:lnTo>
                  <a:lnTo>
                    <a:pt x="95286" y="7102"/>
                  </a:lnTo>
                  <a:lnTo>
                    <a:pt x="57042" y="26878"/>
                  </a:lnTo>
                  <a:lnTo>
                    <a:pt x="26882" y="57036"/>
                  </a:lnTo>
                  <a:lnTo>
                    <a:pt x="7103" y="95281"/>
                  </a:lnTo>
                  <a:lnTo>
                    <a:pt x="0" y="139319"/>
                  </a:lnTo>
                  <a:lnTo>
                    <a:pt x="0" y="696582"/>
                  </a:lnTo>
                  <a:lnTo>
                    <a:pt x="7103" y="740621"/>
                  </a:lnTo>
                  <a:lnTo>
                    <a:pt x="26882" y="778869"/>
                  </a:lnTo>
                  <a:lnTo>
                    <a:pt x="57042" y="809030"/>
                  </a:lnTo>
                  <a:lnTo>
                    <a:pt x="95286" y="828810"/>
                  </a:lnTo>
                  <a:lnTo>
                    <a:pt x="139317" y="835914"/>
                  </a:lnTo>
                  <a:lnTo>
                    <a:pt x="3646295" y="835914"/>
                  </a:lnTo>
                  <a:lnTo>
                    <a:pt x="3690328" y="828810"/>
                  </a:lnTo>
                  <a:lnTo>
                    <a:pt x="3728572" y="809030"/>
                  </a:lnTo>
                  <a:lnTo>
                    <a:pt x="3758732" y="778869"/>
                  </a:lnTo>
                  <a:lnTo>
                    <a:pt x="3778511" y="740621"/>
                  </a:lnTo>
                  <a:lnTo>
                    <a:pt x="3785614" y="696582"/>
                  </a:lnTo>
                  <a:lnTo>
                    <a:pt x="3785614" y="139319"/>
                  </a:lnTo>
                  <a:lnTo>
                    <a:pt x="3778511" y="95281"/>
                  </a:lnTo>
                  <a:lnTo>
                    <a:pt x="3758732" y="57036"/>
                  </a:lnTo>
                  <a:lnTo>
                    <a:pt x="3728572" y="26878"/>
                  </a:lnTo>
                  <a:lnTo>
                    <a:pt x="3690328" y="7102"/>
                  </a:lnTo>
                  <a:lnTo>
                    <a:pt x="3646295" y="0"/>
                  </a:lnTo>
                  <a:close/>
                </a:path>
              </a:pathLst>
            </a:custGeom>
            <a:solidFill>
              <a:srgbClr val="53CCCD"/>
            </a:solidFill>
          </p:spPr>
          <p:txBody>
            <a:bodyPr wrap="square" lIns="0" tIns="0" rIns="0" bIns="0" rtlCol="0" anchor="ctr"/>
            <a:lstStyle/>
            <a:p>
              <a:pPr algn="ctr"/>
              <a:r>
                <a:rPr lang="da-DK" sz="3600" dirty="0">
                  <a:solidFill>
                    <a:schemeClr val="bg1"/>
                  </a:solidFill>
                </a:rPr>
                <a:t>User Actions</a:t>
              </a:r>
              <a:endParaRPr sz="3600" dirty="0"/>
            </a:p>
          </p:txBody>
        </p:sp>
        <p:sp>
          <p:nvSpPr>
            <p:cNvPr id="15" name="object 15"/>
            <p:cNvSpPr/>
            <p:nvPr/>
          </p:nvSpPr>
          <p:spPr>
            <a:xfrm>
              <a:off x="838582" y="2687954"/>
              <a:ext cx="3785870" cy="836294"/>
            </a:xfrm>
            <a:custGeom>
              <a:avLst/>
              <a:gdLst/>
              <a:ahLst/>
              <a:cxnLst/>
              <a:rect l="l" t="t" r="r" b="b"/>
              <a:pathLst>
                <a:path w="3785870" h="836295">
                  <a:moveTo>
                    <a:pt x="0" y="139319"/>
                  </a:moveTo>
                  <a:lnTo>
                    <a:pt x="7103" y="95281"/>
                  </a:lnTo>
                  <a:lnTo>
                    <a:pt x="26882" y="57036"/>
                  </a:lnTo>
                  <a:lnTo>
                    <a:pt x="57042" y="26878"/>
                  </a:lnTo>
                  <a:lnTo>
                    <a:pt x="95286" y="7102"/>
                  </a:lnTo>
                  <a:lnTo>
                    <a:pt x="139317" y="0"/>
                  </a:lnTo>
                  <a:lnTo>
                    <a:pt x="3646295" y="0"/>
                  </a:lnTo>
                  <a:lnTo>
                    <a:pt x="3690328" y="7102"/>
                  </a:lnTo>
                  <a:lnTo>
                    <a:pt x="3728572" y="26878"/>
                  </a:lnTo>
                  <a:lnTo>
                    <a:pt x="3758732" y="57036"/>
                  </a:lnTo>
                  <a:lnTo>
                    <a:pt x="3778511" y="95281"/>
                  </a:lnTo>
                  <a:lnTo>
                    <a:pt x="3785614" y="139319"/>
                  </a:lnTo>
                  <a:lnTo>
                    <a:pt x="3785614" y="696582"/>
                  </a:lnTo>
                  <a:lnTo>
                    <a:pt x="3778511" y="740621"/>
                  </a:lnTo>
                  <a:lnTo>
                    <a:pt x="3758732" y="778869"/>
                  </a:lnTo>
                  <a:lnTo>
                    <a:pt x="3728572" y="809030"/>
                  </a:lnTo>
                  <a:lnTo>
                    <a:pt x="3690328" y="828810"/>
                  </a:lnTo>
                  <a:lnTo>
                    <a:pt x="3646295" y="835914"/>
                  </a:lnTo>
                  <a:lnTo>
                    <a:pt x="139317" y="835914"/>
                  </a:lnTo>
                  <a:lnTo>
                    <a:pt x="95286" y="828810"/>
                  </a:lnTo>
                  <a:lnTo>
                    <a:pt x="57042" y="809030"/>
                  </a:lnTo>
                  <a:lnTo>
                    <a:pt x="26882" y="778869"/>
                  </a:lnTo>
                  <a:lnTo>
                    <a:pt x="7103" y="740621"/>
                  </a:lnTo>
                  <a:lnTo>
                    <a:pt x="0" y="696582"/>
                  </a:lnTo>
                  <a:lnTo>
                    <a:pt x="0" y="139319"/>
                  </a:lnTo>
                  <a:close/>
                </a:path>
              </a:pathLst>
            </a:custGeom>
            <a:ln w="12954">
              <a:solidFill>
                <a:srgbClr val="FFFFFF"/>
              </a:solidFill>
            </a:ln>
          </p:spPr>
          <p:txBody>
            <a:bodyPr wrap="square" lIns="0" tIns="0" rIns="0" bIns="0" rtlCol="0"/>
            <a:lstStyle/>
            <a:p>
              <a:endParaRPr/>
            </a:p>
          </p:txBody>
        </p:sp>
      </p:grpSp>
      <p:grpSp>
        <p:nvGrpSpPr>
          <p:cNvPr id="16" name="object 16"/>
          <p:cNvGrpSpPr/>
          <p:nvPr/>
        </p:nvGrpSpPr>
        <p:grpSpPr>
          <a:xfrm>
            <a:off x="4617529" y="3660457"/>
            <a:ext cx="6743700" cy="682625"/>
            <a:chOff x="4617529" y="3660457"/>
            <a:chExt cx="6743700" cy="682625"/>
          </a:xfrm>
        </p:grpSpPr>
        <p:sp>
          <p:nvSpPr>
            <p:cNvPr id="17" name="object 17"/>
            <p:cNvSpPr/>
            <p:nvPr/>
          </p:nvSpPr>
          <p:spPr>
            <a:xfrm>
              <a:off x="4624196" y="3667125"/>
              <a:ext cx="6730365" cy="669290"/>
            </a:xfrm>
            <a:custGeom>
              <a:avLst/>
              <a:gdLst/>
              <a:ahLst/>
              <a:cxnLst/>
              <a:rect l="l" t="t" r="r" b="b"/>
              <a:pathLst>
                <a:path w="6730365" h="669289">
                  <a:moveTo>
                    <a:pt x="6618478" y="0"/>
                  </a:moveTo>
                  <a:lnTo>
                    <a:pt x="0" y="0"/>
                  </a:lnTo>
                  <a:lnTo>
                    <a:pt x="0" y="669036"/>
                  </a:lnTo>
                  <a:lnTo>
                    <a:pt x="6618478" y="669036"/>
                  </a:lnTo>
                  <a:lnTo>
                    <a:pt x="6661880" y="660273"/>
                  </a:lnTo>
                  <a:lnTo>
                    <a:pt x="6697324" y="636376"/>
                  </a:lnTo>
                  <a:lnTo>
                    <a:pt x="6721221" y="600932"/>
                  </a:lnTo>
                  <a:lnTo>
                    <a:pt x="6729984" y="557530"/>
                  </a:lnTo>
                  <a:lnTo>
                    <a:pt x="6729984" y="111506"/>
                  </a:lnTo>
                  <a:lnTo>
                    <a:pt x="6721221" y="68103"/>
                  </a:lnTo>
                  <a:lnTo>
                    <a:pt x="6697324" y="32659"/>
                  </a:lnTo>
                  <a:lnTo>
                    <a:pt x="6661880" y="8762"/>
                  </a:lnTo>
                  <a:lnTo>
                    <a:pt x="6618478" y="0"/>
                  </a:lnTo>
                  <a:close/>
                </a:path>
              </a:pathLst>
            </a:custGeom>
            <a:solidFill>
              <a:srgbClr val="D0EAE0">
                <a:alpha val="90194"/>
              </a:srgbClr>
            </a:solidFill>
          </p:spPr>
          <p:txBody>
            <a:bodyPr wrap="square" lIns="0" tIns="0" rIns="0" bIns="0" rtlCol="0"/>
            <a:lstStyle/>
            <a:p>
              <a:endParaRPr/>
            </a:p>
          </p:txBody>
        </p:sp>
        <p:sp>
          <p:nvSpPr>
            <p:cNvPr id="18" name="object 18"/>
            <p:cNvSpPr/>
            <p:nvPr/>
          </p:nvSpPr>
          <p:spPr>
            <a:xfrm>
              <a:off x="4624196" y="3667125"/>
              <a:ext cx="6730365" cy="669290"/>
            </a:xfrm>
            <a:custGeom>
              <a:avLst/>
              <a:gdLst/>
              <a:ahLst/>
              <a:cxnLst/>
              <a:rect l="l" t="t" r="r" b="b"/>
              <a:pathLst>
                <a:path w="6730365" h="669289">
                  <a:moveTo>
                    <a:pt x="6729984" y="111506"/>
                  </a:moveTo>
                  <a:lnTo>
                    <a:pt x="6729984" y="557530"/>
                  </a:lnTo>
                  <a:lnTo>
                    <a:pt x="6721221" y="600932"/>
                  </a:lnTo>
                  <a:lnTo>
                    <a:pt x="6697324" y="636376"/>
                  </a:lnTo>
                  <a:lnTo>
                    <a:pt x="6661880" y="660273"/>
                  </a:lnTo>
                  <a:lnTo>
                    <a:pt x="6618478" y="669036"/>
                  </a:lnTo>
                  <a:lnTo>
                    <a:pt x="0" y="669036"/>
                  </a:lnTo>
                  <a:lnTo>
                    <a:pt x="0" y="0"/>
                  </a:lnTo>
                  <a:lnTo>
                    <a:pt x="6618478" y="0"/>
                  </a:lnTo>
                  <a:lnTo>
                    <a:pt x="6661880" y="8762"/>
                  </a:lnTo>
                  <a:lnTo>
                    <a:pt x="6697324" y="32659"/>
                  </a:lnTo>
                  <a:lnTo>
                    <a:pt x="6721221" y="68103"/>
                  </a:lnTo>
                  <a:lnTo>
                    <a:pt x="6729984" y="111506"/>
                  </a:lnTo>
                  <a:close/>
                </a:path>
              </a:pathLst>
            </a:custGeom>
            <a:ln w="12954">
              <a:solidFill>
                <a:srgbClr val="D0EAE0"/>
              </a:solidFill>
            </a:ln>
          </p:spPr>
          <p:txBody>
            <a:bodyPr wrap="square" lIns="0" tIns="0" rIns="0" bIns="0" rtlCol="0"/>
            <a:lstStyle/>
            <a:p>
              <a:endParaRPr/>
            </a:p>
          </p:txBody>
        </p:sp>
      </p:grpSp>
      <p:sp>
        <p:nvSpPr>
          <p:cNvPr id="19" name="object 19"/>
          <p:cNvSpPr txBox="1"/>
          <p:nvPr/>
        </p:nvSpPr>
        <p:spPr>
          <a:xfrm>
            <a:off x="4713985" y="3742308"/>
            <a:ext cx="4941570" cy="436880"/>
          </a:xfrm>
          <a:prstGeom prst="rect">
            <a:avLst/>
          </a:prstGeom>
        </p:spPr>
        <p:txBody>
          <a:bodyPr vert="horz" wrap="square" lIns="0" tIns="12700" rIns="0" bIns="0" rtlCol="0">
            <a:spAutoFit/>
          </a:bodyPr>
          <a:lstStyle/>
          <a:p>
            <a:pPr marL="12700">
              <a:lnSpc>
                <a:spcPct val="100000"/>
              </a:lnSpc>
              <a:spcBef>
                <a:spcPts val="100"/>
              </a:spcBef>
            </a:pPr>
            <a:r>
              <a:rPr sz="2700" dirty="0">
                <a:latin typeface="Calibri"/>
                <a:cs typeface="Calibri"/>
              </a:rPr>
              <a:t>Design</a:t>
            </a:r>
            <a:r>
              <a:rPr sz="2700" spc="-114" dirty="0">
                <a:latin typeface="Times New Roman"/>
                <a:cs typeface="Times New Roman"/>
              </a:rPr>
              <a:t> </a:t>
            </a:r>
            <a:r>
              <a:rPr sz="2700" dirty="0">
                <a:latin typeface="Calibri"/>
                <a:cs typeface="Calibri"/>
              </a:rPr>
              <a:t>and</a:t>
            </a:r>
            <a:r>
              <a:rPr sz="2700" spc="-110" dirty="0">
                <a:latin typeface="Times New Roman"/>
                <a:cs typeface="Times New Roman"/>
              </a:rPr>
              <a:t> </a:t>
            </a:r>
            <a:r>
              <a:rPr sz="2700" dirty="0">
                <a:latin typeface="Calibri"/>
                <a:cs typeface="Calibri"/>
              </a:rPr>
              <a:t>render</a:t>
            </a:r>
            <a:r>
              <a:rPr sz="2700" spc="-105" dirty="0">
                <a:latin typeface="Times New Roman"/>
                <a:cs typeface="Times New Roman"/>
              </a:rPr>
              <a:t> </a:t>
            </a:r>
            <a:r>
              <a:rPr sz="2700" dirty="0">
                <a:latin typeface="Calibri"/>
                <a:cs typeface="Calibri"/>
              </a:rPr>
              <a:t>HTML</a:t>
            </a:r>
            <a:r>
              <a:rPr sz="2700" spc="-110" dirty="0">
                <a:latin typeface="Times New Roman"/>
                <a:cs typeface="Times New Roman"/>
              </a:rPr>
              <a:t> </a:t>
            </a:r>
            <a:r>
              <a:rPr sz="2700" spc="-10" dirty="0">
                <a:latin typeface="Calibri"/>
                <a:cs typeface="Calibri"/>
              </a:rPr>
              <a:t>templates</a:t>
            </a:r>
            <a:endParaRPr sz="2700" dirty="0">
              <a:latin typeface="Calibri"/>
              <a:cs typeface="Calibri"/>
            </a:endParaRPr>
          </a:p>
        </p:txBody>
      </p:sp>
      <p:grpSp>
        <p:nvGrpSpPr>
          <p:cNvPr id="20" name="object 20"/>
          <p:cNvGrpSpPr/>
          <p:nvPr/>
        </p:nvGrpSpPr>
        <p:grpSpPr>
          <a:xfrm>
            <a:off x="831914" y="3576637"/>
            <a:ext cx="10528935" cy="1644014"/>
            <a:chOff x="831914" y="3576637"/>
            <a:chExt cx="10528935" cy="1644014"/>
          </a:xfrm>
        </p:grpSpPr>
        <p:sp>
          <p:nvSpPr>
            <p:cNvPr id="21" name="object 21"/>
            <p:cNvSpPr/>
            <p:nvPr/>
          </p:nvSpPr>
          <p:spPr>
            <a:xfrm>
              <a:off x="838582" y="3583304"/>
              <a:ext cx="3785870" cy="836930"/>
            </a:xfrm>
            <a:custGeom>
              <a:avLst/>
              <a:gdLst/>
              <a:ahLst/>
              <a:cxnLst/>
              <a:rect l="l" t="t" r="r" b="b"/>
              <a:pathLst>
                <a:path w="3785870" h="836929">
                  <a:moveTo>
                    <a:pt x="3646168" y="0"/>
                  </a:moveTo>
                  <a:lnTo>
                    <a:pt x="139447" y="0"/>
                  </a:lnTo>
                  <a:lnTo>
                    <a:pt x="95371" y="7109"/>
                  </a:lnTo>
                  <a:lnTo>
                    <a:pt x="57091" y="26905"/>
                  </a:lnTo>
                  <a:lnTo>
                    <a:pt x="26905" y="57091"/>
                  </a:lnTo>
                  <a:lnTo>
                    <a:pt x="7109" y="95370"/>
                  </a:lnTo>
                  <a:lnTo>
                    <a:pt x="0" y="139446"/>
                  </a:lnTo>
                  <a:lnTo>
                    <a:pt x="0" y="697230"/>
                  </a:lnTo>
                  <a:lnTo>
                    <a:pt x="7109" y="741305"/>
                  </a:lnTo>
                  <a:lnTo>
                    <a:pt x="26905" y="779584"/>
                  </a:lnTo>
                  <a:lnTo>
                    <a:pt x="57091" y="809770"/>
                  </a:lnTo>
                  <a:lnTo>
                    <a:pt x="95371" y="829566"/>
                  </a:lnTo>
                  <a:lnTo>
                    <a:pt x="139447" y="836676"/>
                  </a:lnTo>
                  <a:lnTo>
                    <a:pt x="3646168" y="836676"/>
                  </a:lnTo>
                  <a:lnTo>
                    <a:pt x="3690244" y="829566"/>
                  </a:lnTo>
                  <a:lnTo>
                    <a:pt x="3728523" y="809770"/>
                  </a:lnTo>
                  <a:lnTo>
                    <a:pt x="3758709" y="779584"/>
                  </a:lnTo>
                  <a:lnTo>
                    <a:pt x="3778505" y="741305"/>
                  </a:lnTo>
                  <a:lnTo>
                    <a:pt x="3785614" y="697230"/>
                  </a:lnTo>
                  <a:lnTo>
                    <a:pt x="3785614" y="139446"/>
                  </a:lnTo>
                  <a:lnTo>
                    <a:pt x="3778505" y="95370"/>
                  </a:lnTo>
                  <a:lnTo>
                    <a:pt x="3758709" y="57091"/>
                  </a:lnTo>
                  <a:lnTo>
                    <a:pt x="3728523" y="26905"/>
                  </a:lnTo>
                  <a:lnTo>
                    <a:pt x="3690244" y="7109"/>
                  </a:lnTo>
                  <a:lnTo>
                    <a:pt x="3646168" y="0"/>
                  </a:lnTo>
                  <a:close/>
                </a:path>
              </a:pathLst>
            </a:custGeom>
            <a:solidFill>
              <a:srgbClr val="4DC58C"/>
            </a:solidFill>
          </p:spPr>
          <p:txBody>
            <a:bodyPr wrap="square" lIns="0" tIns="0" rIns="0" bIns="0" rtlCol="0"/>
            <a:lstStyle/>
            <a:p>
              <a:endParaRPr dirty="0"/>
            </a:p>
          </p:txBody>
        </p:sp>
        <p:sp>
          <p:nvSpPr>
            <p:cNvPr id="22" name="object 22"/>
            <p:cNvSpPr/>
            <p:nvPr/>
          </p:nvSpPr>
          <p:spPr>
            <a:xfrm>
              <a:off x="838582" y="3583304"/>
              <a:ext cx="3785870" cy="836930"/>
            </a:xfrm>
            <a:custGeom>
              <a:avLst/>
              <a:gdLst/>
              <a:ahLst/>
              <a:cxnLst/>
              <a:rect l="l" t="t" r="r" b="b"/>
              <a:pathLst>
                <a:path w="3785870" h="836929">
                  <a:moveTo>
                    <a:pt x="0" y="139446"/>
                  </a:moveTo>
                  <a:lnTo>
                    <a:pt x="7109" y="95370"/>
                  </a:lnTo>
                  <a:lnTo>
                    <a:pt x="26905" y="57091"/>
                  </a:lnTo>
                  <a:lnTo>
                    <a:pt x="57091" y="26905"/>
                  </a:lnTo>
                  <a:lnTo>
                    <a:pt x="95371" y="7109"/>
                  </a:lnTo>
                  <a:lnTo>
                    <a:pt x="139447" y="0"/>
                  </a:lnTo>
                  <a:lnTo>
                    <a:pt x="3646168" y="0"/>
                  </a:lnTo>
                  <a:lnTo>
                    <a:pt x="3690244" y="7109"/>
                  </a:lnTo>
                  <a:lnTo>
                    <a:pt x="3728523" y="26905"/>
                  </a:lnTo>
                  <a:lnTo>
                    <a:pt x="3758709" y="57091"/>
                  </a:lnTo>
                  <a:lnTo>
                    <a:pt x="3778505" y="95370"/>
                  </a:lnTo>
                  <a:lnTo>
                    <a:pt x="3785614" y="139446"/>
                  </a:lnTo>
                  <a:lnTo>
                    <a:pt x="3785614" y="697230"/>
                  </a:lnTo>
                  <a:lnTo>
                    <a:pt x="3778505" y="741305"/>
                  </a:lnTo>
                  <a:lnTo>
                    <a:pt x="3758709" y="779584"/>
                  </a:lnTo>
                  <a:lnTo>
                    <a:pt x="3728523" y="809770"/>
                  </a:lnTo>
                  <a:lnTo>
                    <a:pt x="3690244" y="829566"/>
                  </a:lnTo>
                  <a:lnTo>
                    <a:pt x="3646168" y="836676"/>
                  </a:lnTo>
                  <a:lnTo>
                    <a:pt x="139447" y="836676"/>
                  </a:lnTo>
                  <a:lnTo>
                    <a:pt x="95371" y="829566"/>
                  </a:lnTo>
                  <a:lnTo>
                    <a:pt x="57091" y="809770"/>
                  </a:lnTo>
                  <a:lnTo>
                    <a:pt x="26905" y="779584"/>
                  </a:lnTo>
                  <a:lnTo>
                    <a:pt x="7109" y="741305"/>
                  </a:lnTo>
                  <a:lnTo>
                    <a:pt x="0" y="697230"/>
                  </a:lnTo>
                  <a:lnTo>
                    <a:pt x="0" y="139446"/>
                  </a:lnTo>
                  <a:close/>
                </a:path>
              </a:pathLst>
            </a:custGeom>
            <a:ln w="12954">
              <a:solidFill>
                <a:srgbClr val="FFFFFF"/>
              </a:solidFill>
            </a:ln>
          </p:spPr>
          <p:txBody>
            <a:bodyPr wrap="square" lIns="0" tIns="0" rIns="0" bIns="0" rtlCol="0" anchor="ctr"/>
            <a:lstStyle/>
            <a:p>
              <a:pPr algn="ctr"/>
              <a:r>
                <a:rPr lang="da-DK" sz="3600" dirty="0">
                  <a:solidFill>
                    <a:schemeClr val="bg1"/>
                  </a:solidFill>
                </a:rPr>
                <a:t>Templates</a:t>
              </a:r>
              <a:endParaRPr sz="3600" dirty="0">
                <a:solidFill>
                  <a:schemeClr val="bg1"/>
                </a:solidFill>
              </a:endParaRPr>
            </a:p>
          </p:txBody>
        </p:sp>
        <p:sp>
          <p:nvSpPr>
            <p:cNvPr id="23" name="object 23"/>
            <p:cNvSpPr/>
            <p:nvPr/>
          </p:nvSpPr>
          <p:spPr>
            <a:xfrm>
              <a:off x="4624197" y="4544949"/>
              <a:ext cx="6730365" cy="669290"/>
            </a:xfrm>
            <a:custGeom>
              <a:avLst/>
              <a:gdLst/>
              <a:ahLst/>
              <a:cxnLst/>
              <a:rect l="l" t="t" r="r" b="b"/>
              <a:pathLst>
                <a:path w="6730365" h="669289">
                  <a:moveTo>
                    <a:pt x="6618478" y="0"/>
                  </a:moveTo>
                  <a:lnTo>
                    <a:pt x="0" y="0"/>
                  </a:lnTo>
                  <a:lnTo>
                    <a:pt x="0" y="669036"/>
                  </a:lnTo>
                  <a:lnTo>
                    <a:pt x="6618478" y="669036"/>
                  </a:lnTo>
                  <a:lnTo>
                    <a:pt x="6661880" y="660273"/>
                  </a:lnTo>
                  <a:lnTo>
                    <a:pt x="6697324" y="636376"/>
                  </a:lnTo>
                  <a:lnTo>
                    <a:pt x="6721221" y="600932"/>
                  </a:lnTo>
                  <a:lnTo>
                    <a:pt x="6729984" y="557530"/>
                  </a:lnTo>
                  <a:lnTo>
                    <a:pt x="6729984" y="111506"/>
                  </a:lnTo>
                  <a:lnTo>
                    <a:pt x="6721221" y="68103"/>
                  </a:lnTo>
                  <a:lnTo>
                    <a:pt x="6697324" y="32659"/>
                  </a:lnTo>
                  <a:lnTo>
                    <a:pt x="6661880" y="8762"/>
                  </a:lnTo>
                  <a:lnTo>
                    <a:pt x="6618478" y="0"/>
                  </a:lnTo>
                  <a:close/>
                </a:path>
              </a:pathLst>
            </a:custGeom>
            <a:solidFill>
              <a:srgbClr val="CFE6D3">
                <a:alpha val="90194"/>
              </a:srgbClr>
            </a:solidFill>
          </p:spPr>
          <p:txBody>
            <a:bodyPr wrap="square" lIns="0" tIns="0" rIns="0" bIns="0" rtlCol="0"/>
            <a:lstStyle/>
            <a:p>
              <a:endParaRPr/>
            </a:p>
          </p:txBody>
        </p:sp>
        <p:sp>
          <p:nvSpPr>
            <p:cNvPr id="24" name="object 24"/>
            <p:cNvSpPr/>
            <p:nvPr/>
          </p:nvSpPr>
          <p:spPr>
            <a:xfrm>
              <a:off x="4624197" y="4544949"/>
              <a:ext cx="6730365" cy="669290"/>
            </a:xfrm>
            <a:custGeom>
              <a:avLst/>
              <a:gdLst/>
              <a:ahLst/>
              <a:cxnLst/>
              <a:rect l="l" t="t" r="r" b="b"/>
              <a:pathLst>
                <a:path w="6730365" h="669289">
                  <a:moveTo>
                    <a:pt x="6729984" y="111506"/>
                  </a:moveTo>
                  <a:lnTo>
                    <a:pt x="6729984" y="557530"/>
                  </a:lnTo>
                  <a:lnTo>
                    <a:pt x="6721221" y="600932"/>
                  </a:lnTo>
                  <a:lnTo>
                    <a:pt x="6697324" y="636376"/>
                  </a:lnTo>
                  <a:lnTo>
                    <a:pt x="6661880" y="660273"/>
                  </a:lnTo>
                  <a:lnTo>
                    <a:pt x="6618478" y="669036"/>
                  </a:lnTo>
                  <a:lnTo>
                    <a:pt x="0" y="669036"/>
                  </a:lnTo>
                  <a:lnTo>
                    <a:pt x="0" y="0"/>
                  </a:lnTo>
                  <a:lnTo>
                    <a:pt x="6618478" y="0"/>
                  </a:lnTo>
                  <a:lnTo>
                    <a:pt x="6661880" y="8762"/>
                  </a:lnTo>
                  <a:lnTo>
                    <a:pt x="6697324" y="32659"/>
                  </a:lnTo>
                  <a:lnTo>
                    <a:pt x="6721221" y="68103"/>
                  </a:lnTo>
                  <a:lnTo>
                    <a:pt x="6729984" y="111506"/>
                  </a:lnTo>
                  <a:close/>
                </a:path>
              </a:pathLst>
            </a:custGeom>
            <a:ln w="12954">
              <a:solidFill>
                <a:srgbClr val="CFE6D3"/>
              </a:solidFill>
            </a:ln>
          </p:spPr>
          <p:txBody>
            <a:bodyPr wrap="square" lIns="0" tIns="0" rIns="0" bIns="0" rtlCol="0"/>
            <a:lstStyle/>
            <a:p>
              <a:endParaRPr/>
            </a:p>
          </p:txBody>
        </p:sp>
      </p:grpSp>
      <p:sp>
        <p:nvSpPr>
          <p:cNvPr id="25" name="object 25"/>
          <p:cNvSpPr txBox="1"/>
          <p:nvPr/>
        </p:nvSpPr>
        <p:spPr>
          <a:xfrm>
            <a:off x="4713985" y="4620171"/>
            <a:ext cx="1854835" cy="436880"/>
          </a:xfrm>
          <a:prstGeom prst="rect">
            <a:avLst/>
          </a:prstGeom>
        </p:spPr>
        <p:txBody>
          <a:bodyPr vert="horz" wrap="square" lIns="0" tIns="12700" rIns="0" bIns="0" rtlCol="0">
            <a:spAutoFit/>
          </a:bodyPr>
          <a:lstStyle/>
          <a:p>
            <a:pPr marL="12700">
              <a:lnSpc>
                <a:spcPct val="100000"/>
              </a:lnSpc>
              <a:spcBef>
                <a:spcPts val="100"/>
              </a:spcBef>
            </a:pPr>
            <a:r>
              <a:rPr sz="2700" spc="-10" dirty="0">
                <a:latin typeface="Calibri"/>
                <a:cs typeface="Calibri"/>
              </a:rPr>
              <a:t>Resolve</a:t>
            </a:r>
            <a:r>
              <a:rPr sz="2700" spc="-140" dirty="0">
                <a:latin typeface="Times New Roman"/>
                <a:cs typeface="Times New Roman"/>
              </a:rPr>
              <a:t> </a:t>
            </a:r>
            <a:r>
              <a:rPr sz="2700" spc="-20" dirty="0">
                <a:latin typeface="Calibri"/>
                <a:cs typeface="Calibri"/>
              </a:rPr>
              <a:t>URLs</a:t>
            </a:r>
            <a:endParaRPr sz="2700">
              <a:latin typeface="Calibri"/>
              <a:cs typeface="Calibri"/>
            </a:endParaRPr>
          </a:p>
        </p:txBody>
      </p:sp>
      <p:grpSp>
        <p:nvGrpSpPr>
          <p:cNvPr id="26" name="object 26"/>
          <p:cNvGrpSpPr/>
          <p:nvPr/>
        </p:nvGrpSpPr>
        <p:grpSpPr>
          <a:xfrm>
            <a:off x="831914" y="4454461"/>
            <a:ext cx="10528935" cy="1644014"/>
            <a:chOff x="831914" y="4454461"/>
            <a:chExt cx="10528935" cy="1644014"/>
          </a:xfrm>
        </p:grpSpPr>
        <p:sp>
          <p:nvSpPr>
            <p:cNvPr id="27" name="object 27"/>
            <p:cNvSpPr/>
            <p:nvPr/>
          </p:nvSpPr>
          <p:spPr>
            <a:xfrm>
              <a:off x="838582" y="4461128"/>
              <a:ext cx="3785870" cy="836930"/>
            </a:xfrm>
            <a:custGeom>
              <a:avLst/>
              <a:gdLst/>
              <a:ahLst/>
              <a:cxnLst/>
              <a:rect l="l" t="t" r="r" b="b"/>
              <a:pathLst>
                <a:path w="3785870" h="836929">
                  <a:moveTo>
                    <a:pt x="3646168" y="0"/>
                  </a:moveTo>
                  <a:lnTo>
                    <a:pt x="139447" y="0"/>
                  </a:lnTo>
                  <a:lnTo>
                    <a:pt x="95371" y="7109"/>
                  </a:lnTo>
                  <a:lnTo>
                    <a:pt x="57091" y="26905"/>
                  </a:lnTo>
                  <a:lnTo>
                    <a:pt x="26905" y="57091"/>
                  </a:lnTo>
                  <a:lnTo>
                    <a:pt x="7109" y="95370"/>
                  </a:lnTo>
                  <a:lnTo>
                    <a:pt x="0" y="139446"/>
                  </a:lnTo>
                  <a:lnTo>
                    <a:pt x="0" y="697230"/>
                  </a:lnTo>
                  <a:lnTo>
                    <a:pt x="7109" y="741305"/>
                  </a:lnTo>
                  <a:lnTo>
                    <a:pt x="26905" y="779584"/>
                  </a:lnTo>
                  <a:lnTo>
                    <a:pt x="57091" y="809770"/>
                  </a:lnTo>
                  <a:lnTo>
                    <a:pt x="95371" y="829566"/>
                  </a:lnTo>
                  <a:lnTo>
                    <a:pt x="139447" y="836676"/>
                  </a:lnTo>
                  <a:lnTo>
                    <a:pt x="3646168" y="836676"/>
                  </a:lnTo>
                  <a:lnTo>
                    <a:pt x="3690244" y="829566"/>
                  </a:lnTo>
                  <a:lnTo>
                    <a:pt x="3728523" y="809770"/>
                  </a:lnTo>
                  <a:lnTo>
                    <a:pt x="3758709" y="779584"/>
                  </a:lnTo>
                  <a:lnTo>
                    <a:pt x="3778505" y="741305"/>
                  </a:lnTo>
                  <a:lnTo>
                    <a:pt x="3785614" y="697230"/>
                  </a:lnTo>
                  <a:lnTo>
                    <a:pt x="3785614" y="139446"/>
                  </a:lnTo>
                  <a:lnTo>
                    <a:pt x="3778505" y="95370"/>
                  </a:lnTo>
                  <a:lnTo>
                    <a:pt x="3758709" y="57091"/>
                  </a:lnTo>
                  <a:lnTo>
                    <a:pt x="3728523" y="26905"/>
                  </a:lnTo>
                  <a:lnTo>
                    <a:pt x="3690244" y="7109"/>
                  </a:lnTo>
                  <a:lnTo>
                    <a:pt x="3646168" y="0"/>
                  </a:lnTo>
                  <a:close/>
                </a:path>
              </a:pathLst>
            </a:custGeom>
            <a:solidFill>
              <a:srgbClr val="47BA4F"/>
            </a:solidFill>
          </p:spPr>
          <p:txBody>
            <a:bodyPr wrap="square" lIns="0" tIns="0" rIns="0" bIns="0" rtlCol="0" anchor="ctr"/>
            <a:lstStyle/>
            <a:p>
              <a:pPr algn="ctr"/>
              <a:r>
                <a:rPr lang="da-DK" sz="3600" dirty="0">
                  <a:solidFill>
                    <a:schemeClr val="bg1"/>
                  </a:solidFill>
                </a:rPr>
                <a:t>Routing</a:t>
              </a:r>
              <a:endParaRPr sz="3600" dirty="0">
                <a:solidFill>
                  <a:schemeClr val="bg1"/>
                </a:solidFill>
              </a:endParaRPr>
            </a:p>
          </p:txBody>
        </p:sp>
        <p:sp>
          <p:nvSpPr>
            <p:cNvPr id="28" name="object 28"/>
            <p:cNvSpPr/>
            <p:nvPr/>
          </p:nvSpPr>
          <p:spPr>
            <a:xfrm>
              <a:off x="838582" y="4461128"/>
              <a:ext cx="3785870" cy="836930"/>
            </a:xfrm>
            <a:custGeom>
              <a:avLst/>
              <a:gdLst/>
              <a:ahLst/>
              <a:cxnLst/>
              <a:rect l="l" t="t" r="r" b="b"/>
              <a:pathLst>
                <a:path w="3785870" h="836929">
                  <a:moveTo>
                    <a:pt x="0" y="139446"/>
                  </a:moveTo>
                  <a:lnTo>
                    <a:pt x="7109" y="95370"/>
                  </a:lnTo>
                  <a:lnTo>
                    <a:pt x="26905" y="57091"/>
                  </a:lnTo>
                  <a:lnTo>
                    <a:pt x="57091" y="26905"/>
                  </a:lnTo>
                  <a:lnTo>
                    <a:pt x="95371" y="7109"/>
                  </a:lnTo>
                  <a:lnTo>
                    <a:pt x="139447" y="0"/>
                  </a:lnTo>
                  <a:lnTo>
                    <a:pt x="3646168" y="0"/>
                  </a:lnTo>
                  <a:lnTo>
                    <a:pt x="3690244" y="7109"/>
                  </a:lnTo>
                  <a:lnTo>
                    <a:pt x="3728523" y="26905"/>
                  </a:lnTo>
                  <a:lnTo>
                    <a:pt x="3758709" y="57091"/>
                  </a:lnTo>
                  <a:lnTo>
                    <a:pt x="3778505" y="95370"/>
                  </a:lnTo>
                  <a:lnTo>
                    <a:pt x="3785614" y="139446"/>
                  </a:lnTo>
                  <a:lnTo>
                    <a:pt x="3785614" y="697230"/>
                  </a:lnTo>
                  <a:lnTo>
                    <a:pt x="3778505" y="741305"/>
                  </a:lnTo>
                  <a:lnTo>
                    <a:pt x="3758709" y="779584"/>
                  </a:lnTo>
                  <a:lnTo>
                    <a:pt x="3728523" y="809770"/>
                  </a:lnTo>
                  <a:lnTo>
                    <a:pt x="3690244" y="829566"/>
                  </a:lnTo>
                  <a:lnTo>
                    <a:pt x="3646168" y="836676"/>
                  </a:lnTo>
                  <a:lnTo>
                    <a:pt x="139447" y="836676"/>
                  </a:lnTo>
                  <a:lnTo>
                    <a:pt x="95371" y="829566"/>
                  </a:lnTo>
                  <a:lnTo>
                    <a:pt x="57091" y="809770"/>
                  </a:lnTo>
                  <a:lnTo>
                    <a:pt x="26905" y="779584"/>
                  </a:lnTo>
                  <a:lnTo>
                    <a:pt x="7109" y="741305"/>
                  </a:lnTo>
                  <a:lnTo>
                    <a:pt x="0" y="697230"/>
                  </a:lnTo>
                  <a:lnTo>
                    <a:pt x="0" y="139446"/>
                  </a:lnTo>
                  <a:close/>
                </a:path>
              </a:pathLst>
            </a:custGeom>
            <a:ln w="12954">
              <a:solidFill>
                <a:srgbClr val="FFFFFF"/>
              </a:solidFill>
            </a:ln>
          </p:spPr>
          <p:txBody>
            <a:bodyPr wrap="square" lIns="0" tIns="0" rIns="0" bIns="0" rtlCol="0"/>
            <a:lstStyle/>
            <a:p>
              <a:endParaRPr/>
            </a:p>
          </p:txBody>
        </p:sp>
        <p:sp>
          <p:nvSpPr>
            <p:cNvPr id="29" name="object 29"/>
            <p:cNvSpPr/>
            <p:nvPr/>
          </p:nvSpPr>
          <p:spPr>
            <a:xfrm>
              <a:off x="4624197" y="5422772"/>
              <a:ext cx="6730365" cy="669290"/>
            </a:xfrm>
            <a:custGeom>
              <a:avLst/>
              <a:gdLst/>
              <a:ahLst/>
              <a:cxnLst/>
              <a:rect l="l" t="t" r="r" b="b"/>
              <a:pathLst>
                <a:path w="6730365" h="669289">
                  <a:moveTo>
                    <a:pt x="6618478" y="0"/>
                  </a:moveTo>
                  <a:lnTo>
                    <a:pt x="0" y="0"/>
                  </a:lnTo>
                  <a:lnTo>
                    <a:pt x="0" y="669034"/>
                  </a:lnTo>
                  <a:lnTo>
                    <a:pt x="6618478" y="669034"/>
                  </a:lnTo>
                  <a:lnTo>
                    <a:pt x="6661880" y="660272"/>
                  </a:lnTo>
                  <a:lnTo>
                    <a:pt x="6697324" y="636375"/>
                  </a:lnTo>
                  <a:lnTo>
                    <a:pt x="6721221" y="600932"/>
                  </a:lnTo>
                  <a:lnTo>
                    <a:pt x="6729984" y="557527"/>
                  </a:lnTo>
                  <a:lnTo>
                    <a:pt x="6729984" y="111506"/>
                  </a:lnTo>
                  <a:lnTo>
                    <a:pt x="6721221" y="68103"/>
                  </a:lnTo>
                  <a:lnTo>
                    <a:pt x="6697324" y="32659"/>
                  </a:lnTo>
                  <a:lnTo>
                    <a:pt x="6661880" y="8762"/>
                  </a:lnTo>
                  <a:lnTo>
                    <a:pt x="6618478" y="0"/>
                  </a:lnTo>
                  <a:close/>
                </a:path>
              </a:pathLst>
            </a:custGeom>
            <a:solidFill>
              <a:srgbClr val="D5E3CF">
                <a:alpha val="90194"/>
              </a:srgbClr>
            </a:solidFill>
          </p:spPr>
          <p:txBody>
            <a:bodyPr wrap="square" lIns="0" tIns="0" rIns="0" bIns="0" rtlCol="0"/>
            <a:lstStyle/>
            <a:p>
              <a:endParaRPr/>
            </a:p>
          </p:txBody>
        </p:sp>
        <p:sp>
          <p:nvSpPr>
            <p:cNvPr id="30" name="object 30"/>
            <p:cNvSpPr/>
            <p:nvPr/>
          </p:nvSpPr>
          <p:spPr>
            <a:xfrm>
              <a:off x="4624197" y="5422772"/>
              <a:ext cx="6730365" cy="669290"/>
            </a:xfrm>
            <a:custGeom>
              <a:avLst/>
              <a:gdLst/>
              <a:ahLst/>
              <a:cxnLst/>
              <a:rect l="l" t="t" r="r" b="b"/>
              <a:pathLst>
                <a:path w="6730365" h="669289">
                  <a:moveTo>
                    <a:pt x="6729984" y="111506"/>
                  </a:moveTo>
                  <a:lnTo>
                    <a:pt x="6729984" y="557527"/>
                  </a:lnTo>
                  <a:lnTo>
                    <a:pt x="6721221" y="600932"/>
                  </a:lnTo>
                  <a:lnTo>
                    <a:pt x="6697324" y="636375"/>
                  </a:lnTo>
                  <a:lnTo>
                    <a:pt x="6661880" y="660272"/>
                  </a:lnTo>
                  <a:lnTo>
                    <a:pt x="6618478" y="669034"/>
                  </a:lnTo>
                  <a:lnTo>
                    <a:pt x="0" y="669034"/>
                  </a:lnTo>
                  <a:lnTo>
                    <a:pt x="0" y="0"/>
                  </a:lnTo>
                  <a:lnTo>
                    <a:pt x="6618478" y="0"/>
                  </a:lnTo>
                  <a:lnTo>
                    <a:pt x="6661880" y="8762"/>
                  </a:lnTo>
                  <a:lnTo>
                    <a:pt x="6697324" y="32659"/>
                  </a:lnTo>
                  <a:lnTo>
                    <a:pt x="6721221" y="68103"/>
                  </a:lnTo>
                  <a:lnTo>
                    <a:pt x="6729984" y="111506"/>
                  </a:lnTo>
                  <a:close/>
                </a:path>
              </a:pathLst>
            </a:custGeom>
            <a:ln w="12954">
              <a:solidFill>
                <a:srgbClr val="D5E3CF"/>
              </a:solidFill>
            </a:ln>
          </p:spPr>
          <p:txBody>
            <a:bodyPr wrap="square" lIns="0" tIns="0" rIns="0" bIns="0" rtlCol="0"/>
            <a:lstStyle/>
            <a:p>
              <a:endParaRPr/>
            </a:p>
          </p:txBody>
        </p:sp>
      </p:grpSp>
      <p:sp>
        <p:nvSpPr>
          <p:cNvPr id="31" name="object 31"/>
          <p:cNvSpPr txBox="1"/>
          <p:nvPr/>
        </p:nvSpPr>
        <p:spPr>
          <a:xfrm>
            <a:off x="4713985" y="5498033"/>
            <a:ext cx="6315075" cy="436880"/>
          </a:xfrm>
          <a:prstGeom prst="rect">
            <a:avLst/>
          </a:prstGeom>
        </p:spPr>
        <p:txBody>
          <a:bodyPr vert="horz" wrap="square" lIns="0" tIns="12700" rIns="0" bIns="0" rtlCol="0">
            <a:spAutoFit/>
          </a:bodyPr>
          <a:lstStyle/>
          <a:p>
            <a:pPr marL="12700">
              <a:lnSpc>
                <a:spcPct val="100000"/>
              </a:lnSpc>
              <a:spcBef>
                <a:spcPts val="100"/>
              </a:spcBef>
            </a:pPr>
            <a:r>
              <a:rPr sz="2700" spc="-10" dirty="0">
                <a:latin typeface="Calibri"/>
                <a:cs typeface="Calibri"/>
              </a:rPr>
              <a:t>Interact</a:t>
            </a:r>
            <a:r>
              <a:rPr sz="2700" spc="-100" dirty="0">
                <a:latin typeface="Times New Roman"/>
                <a:cs typeface="Times New Roman"/>
              </a:rPr>
              <a:t> </a:t>
            </a:r>
            <a:r>
              <a:rPr sz="2700" dirty="0">
                <a:latin typeface="Calibri"/>
                <a:cs typeface="Calibri"/>
              </a:rPr>
              <a:t>with</a:t>
            </a:r>
            <a:r>
              <a:rPr sz="2700" spc="-110" dirty="0">
                <a:latin typeface="Times New Roman"/>
                <a:cs typeface="Times New Roman"/>
              </a:rPr>
              <a:t> </a:t>
            </a:r>
            <a:r>
              <a:rPr sz="2700" dirty="0">
                <a:latin typeface="Calibri"/>
                <a:cs typeface="Calibri"/>
              </a:rPr>
              <a:t>server(s)</a:t>
            </a:r>
            <a:r>
              <a:rPr sz="2700" spc="-100" dirty="0">
                <a:latin typeface="Times New Roman"/>
                <a:cs typeface="Times New Roman"/>
              </a:rPr>
              <a:t> </a:t>
            </a:r>
            <a:r>
              <a:rPr sz="2700" dirty="0">
                <a:latin typeface="Calibri"/>
                <a:cs typeface="Calibri"/>
              </a:rPr>
              <a:t>through</a:t>
            </a:r>
            <a:r>
              <a:rPr sz="2700" spc="-100" dirty="0">
                <a:latin typeface="Times New Roman"/>
                <a:cs typeface="Times New Roman"/>
              </a:rPr>
              <a:t> </a:t>
            </a:r>
            <a:r>
              <a:rPr sz="2700" dirty="0">
                <a:latin typeface="Calibri"/>
                <a:cs typeface="Calibri"/>
              </a:rPr>
              <a:t>APIs</a:t>
            </a:r>
            <a:r>
              <a:rPr sz="2700" spc="-95" dirty="0">
                <a:latin typeface="Times New Roman"/>
                <a:cs typeface="Times New Roman"/>
              </a:rPr>
              <a:t> </a:t>
            </a:r>
            <a:r>
              <a:rPr sz="2700" dirty="0">
                <a:latin typeface="Calibri"/>
                <a:cs typeface="Calibri"/>
              </a:rPr>
              <a:t>and</a:t>
            </a:r>
            <a:r>
              <a:rPr sz="2700" spc="-105" dirty="0">
                <a:latin typeface="Times New Roman"/>
                <a:cs typeface="Times New Roman"/>
              </a:rPr>
              <a:t> </a:t>
            </a:r>
            <a:r>
              <a:rPr sz="2700" spc="-20" dirty="0">
                <a:latin typeface="Calibri"/>
                <a:cs typeface="Calibri"/>
              </a:rPr>
              <a:t>AJAX</a:t>
            </a:r>
            <a:endParaRPr sz="2700">
              <a:latin typeface="Calibri"/>
              <a:cs typeface="Calibri"/>
            </a:endParaRPr>
          </a:p>
        </p:txBody>
      </p:sp>
      <p:grpSp>
        <p:nvGrpSpPr>
          <p:cNvPr id="32" name="object 32"/>
          <p:cNvGrpSpPr/>
          <p:nvPr/>
        </p:nvGrpSpPr>
        <p:grpSpPr>
          <a:xfrm>
            <a:off x="832105" y="5333238"/>
            <a:ext cx="3798570" cy="848994"/>
            <a:chOff x="832105" y="5333238"/>
            <a:chExt cx="3798570" cy="848994"/>
          </a:xfrm>
        </p:grpSpPr>
        <p:sp>
          <p:nvSpPr>
            <p:cNvPr id="33" name="object 33"/>
            <p:cNvSpPr/>
            <p:nvPr/>
          </p:nvSpPr>
          <p:spPr>
            <a:xfrm>
              <a:off x="838582" y="5339715"/>
              <a:ext cx="3785870" cy="836294"/>
            </a:xfrm>
            <a:custGeom>
              <a:avLst/>
              <a:gdLst/>
              <a:ahLst/>
              <a:cxnLst/>
              <a:rect l="l" t="t" r="r" b="b"/>
              <a:pathLst>
                <a:path w="3785870" h="836295">
                  <a:moveTo>
                    <a:pt x="3646295" y="0"/>
                  </a:moveTo>
                  <a:lnTo>
                    <a:pt x="139317" y="0"/>
                  </a:lnTo>
                  <a:lnTo>
                    <a:pt x="95286" y="7102"/>
                  </a:lnTo>
                  <a:lnTo>
                    <a:pt x="57042" y="26878"/>
                  </a:lnTo>
                  <a:lnTo>
                    <a:pt x="26882" y="57036"/>
                  </a:lnTo>
                  <a:lnTo>
                    <a:pt x="7103" y="95281"/>
                  </a:lnTo>
                  <a:lnTo>
                    <a:pt x="0" y="139319"/>
                  </a:lnTo>
                  <a:lnTo>
                    <a:pt x="0" y="696584"/>
                  </a:lnTo>
                  <a:lnTo>
                    <a:pt x="7103" y="740624"/>
                  </a:lnTo>
                  <a:lnTo>
                    <a:pt x="26882" y="778872"/>
                  </a:lnTo>
                  <a:lnTo>
                    <a:pt x="57042" y="809034"/>
                  </a:lnTo>
                  <a:lnTo>
                    <a:pt x="95286" y="828814"/>
                  </a:lnTo>
                  <a:lnTo>
                    <a:pt x="139317" y="835917"/>
                  </a:lnTo>
                  <a:lnTo>
                    <a:pt x="3646295" y="835917"/>
                  </a:lnTo>
                  <a:lnTo>
                    <a:pt x="3690328" y="828814"/>
                  </a:lnTo>
                  <a:lnTo>
                    <a:pt x="3728572" y="809034"/>
                  </a:lnTo>
                  <a:lnTo>
                    <a:pt x="3758732" y="778872"/>
                  </a:lnTo>
                  <a:lnTo>
                    <a:pt x="3778511" y="740624"/>
                  </a:lnTo>
                  <a:lnTo>
                    <a:pt x="3785614" y="696584"/>
                  </a:lnTo>
                  <a:lnTo>
                    <a:pt x="3785614" y="139319"/>
                  </a:lnTo>
                  <a:lnTo>
                    <a:pt x="3778511" y="95281"/>
                  </a:lnTo>
                  <a:lnTo>
                    <a:pt x="3758732" y="57036"/>
                  </a:lnTo>
                  <a:lnTo>
                    <a:pt x="3728572" y="26878"/>
                  </a:lnTo>
                  <a:lnTo>
                    <a:pt x="3690328" y="7102"/>
                  </a:lnTo>
                  <a:lnTo>
                    <a:pt x="3646295" y="0"/>
                  </a:lnTo>
                  <a:close/>
                </a:path>
              </a:pathLst>
            </a:custGeom>
            <a:solidFill>
              <a:srgbClr val="6FAC46"/>
            </a:solidFill>
          </p:spPr>
          <p:txBody>
            <a:bodyPr wrap="square" lIns="0" tIns="0" rIns="0" bIns="0" rtlCol="0" anchor="ctr"/>
            <a:lstStyle/>
            <a:p>
              <a:pPr algn="ctr"/>
              <a:r>
                <a:rPr lang="da-DK" sz="3600" dirty="0">
                  <a:solidFill>
                    <a:schemeClr val="bg1"/>
                  </a:solidFill>
                </a:rPr>
                <a:t>Data </a:t>
              </a:r>
              <a:r>
                <a:rPr lang="da-DK" sz="3600" dirty="0" err="1">
                  <a:solidFill>
                    <a:schemeClr val="bg1"/>
                  </a:solidFill>
                </a:rPr>
                <a:t>Fetching</a:t>
              </a:r>
              <a:endParaRPr sz="3600" dirty="0">
                <a:solidFill>
                  <a:schemeClr val="bg1"/>
                </a:solidFill>
              </a:endParaRPr>
            </a:p>
          </p:txBody>
        </p:sp>
        <p:sp>
          <p:nvSpPr>
            <p:cNvPr id="34" name="object 34"/>
            <p:cNvSpPr/>
            <p:nvPr/>
          </p:nvSpPr>
          <p:spPr>
            <a:xfrm>
              <a:off x="838582" y="5339715"/>
              <a:ext cx="3785870" cy="836294"/>
            </a:xfrm>
            <a:custGeom>
              <a:avLst/>
              <a:gdLst/>
              <a:ahLst/>
              <a:cxnLst/>
              <a:rect l="l" t="t" r="r" b="b"/>
              <a:pathLst>
                <a:path w="3785870" h="836295">
                  <a:moveTo>
                    <a:pt x="0" y="139319"/>
                  </a:moveTo>
                  <a:lnTo>
                    <a:pt x="7103" y="95281"/>
                  </a:lnTo>
                  <a:lnTo>
                    <a:pt x="26882" y="57036"/>
                  </a:lnTo>
                  <a:lnTo>
                    <a:pt x="57042" y="26878"/>
                  </a:lnTo>
                  <a:lnTo>
                    <a:pt x="95286" y="7102"/>
                  </a:lnTo>
                  <a:lnTo>
                    <a:pt x="139317" y="0"/>
                  </a:lnTo>
                  <a:lnTo>
                    <a:pt x="3646295" y="0"/>
                  </a:lnTo>
                  <a:lnTo>
                    <a:pt x="3690328" y="7102"/>
                  </a:lnTo>
                  <a:lnTo>
                    <a:pt x="3728572" y="26878"/>
                  </a:lnTo>
                  <a:lnTo>
                    <a:pt x="3758732" y="57036"/>
                  </a:lnTo>
                  <a:lnTo>
                    <a:pt x="3778511" y="95281"/>
                  </a:lnTo>
                  <a:lnTo>
                    <a:pt x="3785614" y="139319"/>
                  </a:lnTo>
                  <a:lnTo>
                    <a:pt x="3785614" y="696584"/>
                  </a:lnTo>
                  <a:lnTo>
                    <a:pt x="3778511" y="740624"/>
                  </a:lnTo>
                  <a:lnTo>
                    <a:pt x="3758732" y="778872"/>
                  </a:lnTo>
                  <a:lnTo>
                    <a:pt x="3728572" y="809034"/>
                  </a:lnTo>
                  <a:lnTo>
                    <a:pt x="3690328" y="828814"/>
                  </a:lnTo>
                  <a:lnTo>
                    <a:pt x="3646295" y="835917"/>
                  </a:lnTo>
                  <a:lnTo>
                    <a:pt x="139317" y="835917"/>
                  </a:lnTo>
                  <a:lnTo>
                    <a:pt x="95286" y="828814"/>
                  </a:lnTo>
                  <a:lnTo>
                    <a:pt x="57042" y="809034"/>
                  </a:lnTo>
                  <a:lnTo>
                    <a:pt x="26882" y="778872"/>
                  </a:lnTo>
                  <a:lnTo>
                    <a:pt x="7103" y="740624"/>
                  </a:lnTo>
                  <a:lnTo>
                    <a:pt x="0" y="696584"/>
                  </a:lnTo>
                  <a:lnTo>
                    <a:pt x="0" y="139319"/>
                  </a:lnTo>
                  <a:close/>
                </a:path>
              </a:pathLst>
            </a:custGeom>
            <a:ln w="12954">
              <a:solidFill>
                <a:srgbClr val="FFFFFF"/>
              </a:solidFill>
            </a:ln>
          </p:spPr>
          <p:txBody>
            <a:bodyPr wrap="square" lIns="0" tIns="0" rIns="0" bIns="0" rtlCol="0"/>
            <a:lstStyle/>
            <a:p>
              <a:endParaRPr/>
            </a:p>
          </p:txBody>
        </p:sp>
      </p:grpSp>
      <p:pic>
        <p:nvPicPr>
          <p:cNvPr id="36" name="Logo black">
            <a:extLst>
              <a:ext uri="{FF2B5EF4-FFF2-40B4-BE49-F238E27FC236}">
                <a16:creationId xmlns:a16="http://schemas.microsoft.com/office/drawing/2014/main" id="{A4C75442-6818-7E5B-A9EC-49E87EB5BD7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3346" y="6294893"/>
            <a:ext cx="784800" cy="21184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25400">
              <a:lnSpc>
                <a:spcPct val="100000"/>
              </a:lnSpc>
              <a:spcBef>
                <a:spcPts val="95"/>
              </a:spcBef>
            </a:pPr>
            <a:r>
              <a:rPr spc="-20" dirty="0"/>
              <a:t>Fundamentals</a:t>
            </a:r>
            <a:r>
              <a:rPr spc="-165" dirty="0">
                <a:latin typeface="Times New Roman"/>
                <a:cs typeface="Times New Roman"/>
              </a:rPr>
              <a:t> </a:t>
            </a:r>
            <a:r>
              <a:rPr dirty="0"/>
              <a:t>of</a:t>
            </a:r>
            <a:r>
              <a:rPr spc="-175" dirty="0">
                <a:latin typeface="Times New Roman"/>
                <a:cs typeface="Times New Roman"/>
              </a:rPr>
              <a:t> </a:t>
            </a:r>
            <a:r>
              <a:rPr spc="-10" dirty="0"/>
              <a:t>React</a:t>
            </a:r>
          </a:p>
        </p:txBody>
      </p:sp>
      <p:sp>
        <p:nvSpPr>
          <p:cNvPr id="3" name="object 3"/>
          <p:cNvSpPr txBox="1"/>
          <p:nvPr/>
        </p:nvSpPr>
        <p:spPr>
          <a:xfrm>
            <a:off x="916939" y="2907639"/>
            <a:ext cx="6568440" cy="2687915"/>
          </a:xfrm>
          <a:prstGeom prst="rect">
            <a:avLst/>
          </a:prstGeom>
        </p:spPr>
        <p:txBody>
          <a:bodyPr vert="horz" wrap="square" lIns="0" tIns="12700" rIns="0" bIns="0" rtlCol="0">
            <a:spAutoFit/>
          </a:bodyPr>
          <a:lstStyle/>
          <a:p>
            <a:pPr marL="526415" indent="-513715">
              <a:lnSpc>
                <a:spcPct val="100000"/>
              </a:lnSpc>
              <a:spcBef>
                <a:spcPts val="100"/>
              </a:spcBef>
              <a:buClr>
                <a:srgbClr val="C00000"/>
              </a:buClr>
              <a:buAutoNum type="arabicPeriod"/>
              <a:tabLst>
                <a:tab pos="526415" algn="l"/>
              </a:tabLst>
            </a:pPr>
            <a:r>
              <a:rPr sz="2800" spc="-10" dirty="0">
                <a:latin typeface="Calibri"/>
                <a:cs typeface="Calibri"/>
              </a:rPr>
              <a:t>JavaScript</a:t>
            </a:r>
            <a:r>
              <a:rPr sz="2800" spc="-114" dirty="0">
                <a:latin typeface="Times New Roman"/>
                <a:cs typeface="Times New Roman"/>
              </a:rPr>
              <a:t> </a:t>
            </a:r>
            <a:r>
              <a:rPr sz="2800" dirty="0">
                <a:latin typeface="Calibri"/>
                <a:cs typeface="Calibri"/>
              </a:rPr>
              <a:t>and</a:t>
            </a:r>
            <a:r>
              <a:rPr sz="2800" spc="-105" dirty="0">
                <a:latin typeface="Times New Roman"/>
                <a:cs typeface="Times New Roman"/>
              </a:rPr>
              <a:t> </a:t>
            </a:r>
            <a:r>
              <a:rPr sz="2800" dirty="0">
                <a:latin typeface="Calibri"/>
                <a:cs typeface="Calibri"/>
              </a:rPr>
              <a:t>HTML</a:t>
            </a:r>
            <a:r>
              <a:rPr sz="2800" spc="-100" dirty="0">
                <a:latin typeface="Times New Roman"/>
                <a:cs typeface="Times New Roman"/>
              </a:rPr>
              <a:t> </a:t>
            </a:r>
            <a:r>
              <a:rPr sz="2800" dirty="0">
                <a:latin typeface="Calibri"/>
                <a:cs typeface="Calibri"/>
              </a:rPr>
              <a:t>in</a:t>
            </a:r>
            <a:r>
              <a:rPr sz="2800" spc="-105" dirty="0">
                <a:latin typeface="Times New Roman"/>
                <a:cs typeface="Times New Roman"/>
              </a:rPr>
              <a:t> </a:t>
            </a:r>
            <a:r>
              <a:rPr sz="2800" dirty="0">
                <a:latin typeface="Calibri"/>
                <a:cs typeface="Calibri"/>
              </a:rPr>
              <a:t>the</a:t>
            </a:r>
            <a:r>
              <a:rPr sz="2800" spc="-95" dirty="0">
                <a:latin typeface="Times New Roman"/>
                <a:cs typeface="Times New Roman"/>
              </a:rPr>
              <a:t> </a:t>
            </a:r>
            <a:r>
              <a:rPr sz="2800" dirty="0">
                <a:latin typeface="Calibri"/>
                <a:cs typeface="Calibri"/>
              </a:rPr>
              <a:t>same</a:t>
            </a:r>
            <a:r>
              <a:rPr sz="2800" spc="-114" dirty="0">
                <a:latin typeface="Times New Roman"/>
                <a:cs typeface="Times New Roman"/>
              </a:rPr>
              <a:t> </a:t>
            </a:r>
            <a:r>
              <a:rPr sz="2800" dirty="0">
                <a:latin typeface="Calibri"/>
                <a:cs typeface="Calibri"/>
              </a:rPr>
              <a:t>file</a:t>
            </a:r>
            <a:r>
              <a:rPr sz="2800" spc="-120" dirty="0">
                <a:latin typeface="Times New Roman"/>
                <a:cs typeface="Times New Roman"/>
              </a:rPr>
              <a:t> </a:t>
            </a:r>
            <a:r>
              <a:rPr sz="2800" spc="-10" dirty="0">
                <a:latin typeface="Calibri"/>
                <a:cs typeface="Calibri"/>
              </a:rPr>
              <a:t>(JSX)</a:t>
            </a:r>
            <a:endParaRPr lang="da-DK" sz="2800" spc="-10" dirty="0">
              <a:latin typeface="Calibri"/>
              <a:cs typeface="Calibri"/>
            </a:endParaRPr>
          </a:p>
          <a:p>
            <a:pPr marL="983615" lvl="1" indent="-513715">
              <a:spcBef>
                <a:spcPts val="100"/>
              </a:spcBef>
              <a:buClr>
                <a:srgbClr val="C00000"/>
              </a:buClr>
              <a:buFont typeface="Arial" panose="020B0604020202020204" pitchFamily="34" charset="0"/>
              <a:buChar char="•"/>
              <a:tabLst>
                <a:tab pos="526415" algn="l"/>
              </a:tabLst>
            </a:pPr>
            <a:r>
              <a:rPr lang="da-DK" sz="2800" spc="-10" dirty="0" err="1">
                <a:latin typeface="Calibri"/>
                <a:cs typeface="Calibri"/>
              </a:rPr>
              <a:t>Jsx</a:t>
            </a:r>
            <a:r>
              <a:rPr lang="da-DK" sz="2800" spc="-10" dirty="0">
                <a:latin typeface="Calibri"/>
                <a:cs typeface="Calibri"/>
              </a:rPr>
              <a:t>: JavaScript &amp; XML</a:t>
            </a:r>
            <a:endParaRPr sz="2800" dirty="0">
              <a:latin typeface="Calibri"/>
              <a:cs typeface="Calibri"/>
            </a:endParaRPr>
          </a:p>
          <a:p>
            <a:pPr>
              <a:lnSpc>
                <a:spcPct val="100000"/>
              </a:lnSpc>
              <a:spcBef>
                <a:spcPts val="325"/>
              </a:spcBef>
              <a:buClr>
                <a:srgbClr val="C00000"/>
              </a:buClr>
              <a:buFont typeface="Calibri"/>
              <a:buAutoNum type="arabicPeriod"/>
            </a:pPr>
            <a:endParaRPr sz="2800" dirty="0">
              <a:latin typeface="Calibri"/>
              <a:cs typeface="Calibri"/>
            </a:endParaRPr>
          </a:p>
          <a:p>
            <a:pPr marL="526415" indent="-513715">
              <a:lnSpc>
                <a:spcPct val="100000"/>
              </a:lnSpc>
              <a:buClr>
                <a:srgbClr val="C00000"/>
              </a:buClr>
              <a:buAutoNum type="arabicPeriod"/>
              <a:tabLst>
                <a:tab pos="526415" algn="l"/>
              </a:tabLst>
            </a:pPr>
            <a:r>
              <a:rPr sz="2800" dirty="0">
                <a:latin typeface="Calibri"/>
                <a:cs typeface="Calibri"/>
              </a:rPr>
              <a:t>Embrace</a:t>
            </a:r>
            <a:r>
              <a:rPr sz="2800" spc="-165" dirty="0">
                <a:latin typeface="Times New Roman"/>
                <a:cs typeface="Times New Roman"/>
              </a:rPr>
              <a:t> </a:t>
            </a:r>
            <a:r>
              <a:rPr sz="2800" dirty="0">
                <a:latin typeface="Calibri"/>
                <a:cs typeface="Calibri"/>
              </a:rPr>
              <a:t>functional</a:t>
            </a:r>
            <a:r>
              <a:rPr sz="2800" spc="-150" dirty="0">
                <a:latin typeface="Times New Roman"/>
                <a:cs typeface="Times New Roman"/>
              </a:rPr>
              <a:t> </a:t>
            </a:r>
            <a:r>
              <a:rPr sz="2800" spc="-10" dirty="0">
                <a:latin typeface="Calibri"/>
                <a:cs typeface="Calibri"/>
              </a:rPr>
              <a:t>programming</a:t>
            </a:r>
            <a:endParaRPr sz="2800" dirty="0">
              <a:latin typeface="Calibri"/>
              <a:cs typeface="Calibri"/>
            </a:endParaRPr>
          </a:p>
          <a:p>
            <a:pPr>
              <a:lnSpc>
                <a:spcPct val="100000"/>
              </a:lnSpc>
              <a:spcBef>
                <a:spcPts val="325"/>
              </a:spcBef>
              <a:buClr>
                <a:srgbClr val="C00000"/>
              </a:buClr>
              <a:buFont typeface="Calibri"/>
              <a:buAutoNum type="arabicPeriod"/>
            </a:pPr>
            <a:endParaRPr sz="2800" dirty="0">
              <a:latin typeface="Calibri"/>
              <a:cs typeface="Calibri"/>
            </a:endParaRPr>
          </a:p>
          <a:p>
            <a:pPr marL="526415" indent="-513715">
              <a:lnSpc>
                <a:spcPct val="100000"/>
              </a:lnSpc>
              <a:spcBef>
                <a:spcPts val="5"/>
              </a:spcBef>
              <a:buClr>
                <a:srgbClr val="C00000"/>
              </a:buClr>
              <a:buAutoNum type="arabicPeriod"/>
              <a:tabLst>
                <a:tab pos="526415" algn="l"/>
              </a:tabLst>
            </a:pPr>
            <a:r>
              <a:rPr sz="2800" dirty="0">
                <a:latin typeface="Calibri"/>
                <a:cs typeface="Calibri"/>
              </a:rPr>
              <a:t>Components</a:t>
            </a:r>
            <a:r>
              <a:rPr sz="2800" spc="-175" dirty="0">
                <a:latin typeface="Times New Roman"/>
                <a:cs typeface="Times New Roman"/>
              </a:rPr>
              <a:t> </a:t>
            </a:r>
            <a:r>
              <a:rPr sz="2800" spc="-10" dirty="0">
                <a:latin typeface="Calibri"/>
                <a:cs typeface="Calibri"/>
              </a:rPr>
              <a:t>everywhere</a:t>
            </a:r>
            <a:endParaRPr sz="2800" dirty="0">
              <a:latin typeface="Calibri"/>
              <a:cs typeface="Calibri"/>
            </a:endParaRPr>
          </a:p>
        </p:txBody>
      </p:sp>
      <p:pic>
        <p:nvPicPr>
          <p:cNvPr id="4" name="Logo black">
            <a:extLst>
              <a:ext uri="{FF2B5EF4-FFF2-40B4-BE49-F238E27FC236}">
                <a16:creationId xmlns:a16="http://schemas.microsoft.com/office/drawing/2014/main" id="{920DE25D-0655-E95A-DC7E-5D5B085777A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3346" y="6294893"/>
            <a:ext cx="784800" cy="21184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25400">
              <a:lnSpc>
                <a:spcPct val="100000"/>
              </a:lnSpc>
              <a:spcBef>
                <a:spcPts val="95"/>
              </a:spcBef>
            </a:pPr>
            <a:r>
              <a:rPr spc="-25" dirty="0">
                <a:solidFill>
                  <a:srgbClr val="C00000"/>
                </a:solidFill>
                <a:latin typeface="Calibri"/>
                <a:cs typeface="Calibri"/>
              </a:rPr>
              <a:t>JavaScript</a:t>
            </a:r>
            <a:r>
              <a:rPr spc="-125" dirty="0">
                <a:solidFill>
                  <a:srgbClr val="C00000"/>
                </a:solidFill>
                <a:latin typeface="Times New Roman"/>
                <a:cs typeface="Times New Roman"/>
              </a:rPr>
              <a:t> </a:t>
            </a:r>
            <a:r>
              <a:rPr dirty="0"/>
              <a:t>and</a:t>
            </a:r>
            <a:r>
              <a:rPr spc="-150" dirty="0">
                <a:latin typeface="Times New Roman"/>
                <a:cs typeface="Times New Roman"/>
              </a:rPr>
              <a:t> </a:t>
            </a:r>
            <a:r>
              <a:rPr dirty="0">
                <a:solidFill>
                  <a:srgbClr val="C00000"/>
                </a:solidFill>
                <a:latin typeface="Calibri"/>
                <a:cs typeface="Calibri"/>
              </a:rPr>
              <a:t>HTML</a:t>
            </a:r>
            <a:r>
              <a:rPr spc="-140" dirty="0">
                <a:solidFill>
                  <a:srgbClr val="C00000"/>
                </a:solidFill>
                <a:latin typeface="Times New Roman"/>
                <a:cs typeface="Times New Roman"/>
              </a:rPr>
              <a:t> </a:t>
            </a:r>
            <a:r>
              <a:rPr i="1" dirty="0">
                <a:latin typeface="Calibri Light"/>
                <a:cs typeface="Calibri Light"/>
              </a:rPr>
              <a:t>in</a:t>
            </a:r>
            <a:r>
              <a:rPr spc="-160" dirty="0">
                <a:latin typeface="Times New Roman"/>
                <a:cs typeface="Times New Roman"/>
              </a:rPr>
              <a:t> </a:t>
            </a:r>
            <a:r>
              <a:rPr i="1" dirty="0">
                <a:latin typeface="Calibri Light"/>
                <a:cs typeface="Calibri Light"/>
              </a:rPr>
              <a:t>the</a:t>
            </a:r>
            <a:r>
              <a:rPr spc="-160" dirty="0">
                <a:latin typeface="Times New Roman"/>
                <a:cs typeface="Times New Roman"/>
              </a:rPr>
              <a:t> </a:t>
            </a:r>
            <a:r>
              <a:rPr i="1" dirty="0">
                <a:latin typeface="Calibri Light"/>
                <a:cs typeface="Calibri Light"/>
              </a:rPr>
              <a:t>same</a:t>
            </a:r>
            <a:r>
              <a:rPr spc="-160" dirty="0">
                <a:latin typeface="Times New Roman"/>
                <a:cs typeface="Times New Roman"/>
              </a:rPr>
              <a:t> </a:t>
            </a:r>
            <a:r>
              <a:rPr i="1" spc="-20" dirty="0">
                <a:latin typeface="Calibri Light"/>
                <a:cs typeface="Calibri Light"/>
              </a:rPr>
              <a:t>file</a:t>
            </a:r>
          </a:p>
        </p:txBody>
      </p:sp>
      <p:sp>
        <p:nvSpPr>
          <p:cNvPr id="3" name="object 3"/>
          <p:cNvSpPr txBox="1"/>
          <p:nvPr/>
        </p:nvSpPr>
        <p:spPr>
          <a:xfrm>
            <a:off x="2649626" y="5218912"/>
            <a:ext cx="1559560" cy="878840"/>
          </a:xfrm>
          <a:prstGeom prst="rect">
            <a:avLst/>
          </a:prstGeom>
        </p:spPr>
        <p:txBody>
          <a:bodyPr vert="horz" wrap="square" lIns="0" tIns="12700" rIns="0" bIns="0" rtlCol="0">
            <a:spAutoFit/>
          </a:bodyPr>
          <a:lstStyle/>
          <a:p>
            <a:pPr marL="99695" marR="5080" indent="-87630">
              <a:lnSpc>
                <a:spcPct val="100000"/>
              </a:lnSpc>
              <a:spcBef>
                <a:spcPts val="100"/>
              </a:spcBef>
            </a:pPr>
            <a:r>
              <a:rPr sz="2800" spc="-30" dirty="0">
                <a:latin typeface="Calibri"/>
                <a:cs typeface="Calibri"/>
              </a:rPr>
              <a:t>Traditional</a:t>
            </a:r>
            <a:r>
              <a:rPr sz="2800" spc="-30" dirty="0">
                <a:latin typeface="Times New Roman"/>
                <a:cs typeface="Times New Roman"/>
              </a:rPr>
              <a:t> </a:t>
            </a:r>
            <a:r>
              <a:rPr sz="2800" spc="-10" dirty="0">
                <a:latin typeface="Calibri"/>
                <a:cs typeface="Calibri"/>
              </a:rPr>
              <a:t>approach</a:t>
            </a:r>
            <a:endParaRPr sz="2800">
              <a:latin typeface="Calibri"/>
              <a:cs typeface="Calibri"/>
            </a:endParaRPr>
          </a:p>
        </p:txBody>
      </p:sp>
      <p:sp>
        <p:nvSpPr>
          <p:cNvPr id="4" name="object 4"/>
          <p:cNvSpPr txBox="1"/>
          <p:nvPr/>
        </p:nvSpPr>
        <p:spPr>
          <a:xfrm>
            <a:off x="8071415" y="5218912"/>
            <a:ext cx="1382395" cy="878840"/>
          </a:xfrm>
          <a:prstGeom prst="rect">
            <a:avLst/>
          </a:prstGeom>
        </p:spPr>
        <p:txBody>
          <a:bodyPr vert="horz" wrap="square" lIns="0" tIns="12700" rIns="0" bIns="0" rtlCol="0">
            <a:spAutoFit/>
          </a:bodyPr>
          <a:lstStyle/>
          <a:p>
            <a:pPr marL="12700" marR="5080" indent="276225">
              <a:lnSpc>
                <a:spcPct val="100000"/>
              </a:lnSpc>
              <a:spcBef>
                <a:spcPts val="100"/>
              </a:spcBef>
            </a:pPr>
            <a:r>
              <a:rPr sz="2800" spc="-10" dirty="0">
                <a:latin typeface="Calibri"/>
                <a:cs typeface="Calibri"/>
              </a:rPr>
              <a:t>React</a:t>
            </a:r>
            <a:r>
              <a:rPr sz="2800" spc="-10" dirty="0">
                <a:latin typeface="Times New Roman"/>
                <a:cs typeface="Times New Roman"/>
              </a:rPr>
              <a:t> </a:t>
            </a:r>
            <a:r>
              <a:rPr sz="2800" spc="-20" dirty="0">
                <a:latin typeface="Calibri"/>
                <a:cs typeface="Calibri"/>
              </a:rPr>
              <a:t>approach</a:t>
            </a:r>
            <a:endParaRPr sz="2800">
              <a:latin typeface="Calibri"/>
              <a:cs typeface="Calibri"/>
            </a:endParaRPr>
          </a:p>
        </p:txBody>
      </p:sp>
      <p:pic>
        <p:nvPicPr>
          <p:cNvPr id="5" name="object 5"/>
          <p:cNvPicPr/>
          <p:nvPr/>
        </p:nvPicPr>
        <p:blipFill>
          <a:blip r:embed="rId2" cstate="print"/>
          <a:stretch>
            <a:fillRect/>
          </a:stretch>
        </p:blipFill>
        <p:spPr>
          <a:xfrm>
            <a:off x="1482090" y="3018282"/>
            <a:ext cx="3893819" cy="1723656"/>
          </a:xfrm>
          <a:prstGeom prst="rect">
            <a:avLst/>
          </a:prstGeom>
        </p:spPr>
      </p:pic>
      <p:sp>
        <p:nvSpPr>
          <p:cNvPr id="6" name="object 6"/>
          <p:cNvSpPr txBox="1"/>
          <p:nvPr/>
        </p:nvSpPr>
        <p:spPr>
          <a:xfrm>
            <a:off x="1721485" y="2558846"/>
            <a:ext cx="763905" cy="391160"/>
          </a:xfrm>
          <a:prstGeom prst="rect">
            <a:avLst/>
          </a:prstGeom>
        </p:spPr>
        <p:txBody>
          <a:bodyPr vert="horz" wrap="square" lIns="0" tIns="12700" rIns="0" bIns="0" rtlCol="0">
            <a:spAutoFit/>
          </a:bodyPr>
          <a:lstStyle/>
          <a:p>
            <a:pPr marL="12700">
              <a:lnSpc>
                <a:spcPct val="100000"/>
              </a:lnSpc>
              <a:spcBef>
                <a:spcPts val="100"/>
              </a:spcBef>
            </a:pPr>
            <a:r>
              <a:rPr sz="2400" b="1" spc="-20" dirty="0">
                <a:latin typeface="Calibri"/>
                <a:cs typeface="Calibri"/>
              </a:rPr>
              <a:t>HTML</a:t>
            </a:r>
            <a:endParaRPr sz="2400">
              <a:latin typeface="Calibri"/>
              <a:cs typeface="Calibri"/>
            </a:endParaRPr>
          </a:p>
        </p:txBody>
      </p:sp>
      <p:sp>
        <p:nvSpPr>
          <p:cNvPr id="7" name="object 7"/>
          <p:cNvSpPr txBox="1"/>
          <p:nvPr/>
        </p:nvSpPr>
        <p:spPr>
          <a:xfrm>
            <a:off x="3191535" y="2558846"/>
            <a:ext cx="475615" cy="391160"/>
          </a:xfrm>
          <a:prstGeom prst="rect">
            <a:avLst/>
          </a:prstGeom>
        </p:spPr>
        <p:txBody>
          <a:bodyPr vert="horz" wrap="square" lIns="0" tIns="12700" rIns="0" bIns="0" rtlCol="0">
            <a:spAutoFit/>
          </a:bodyPr>
          <a:lstStyle/>
          <a:p>
            <a:pPr marL="12700">
              <a:lnSpc>
                <a:spcPct val="100000"/>
              </a:lnSpc>
              <a:spcBef>
                <a:spcPts val="100"/>
              </a:spcBef>
            </a:pPr>
            <a:r>
              <a:rPr sz="2400" b="1" spc="-25" dirty="0">
                <a:latin typeface="Calibri"/>
                <a:cs typeface="Calibri"/>
              </a:rPr>
              <a:t>CSS</a:t>
            </a:r>
            <a:endParaRPr sz="2400">
              <a:latin typeface="Calibri"/>
              <a:cs typeface="Calibri"/>
            </a:endParaRPr>
          </a:p>
        </p:txBody>
      </p:sp>
      <p:sp>
        <p:nvSpPr>
          <p:cNvPr id="8" name="object 8"/>
          <p:cNvSpPr txBox="1"/>
          <p:nvPr/>
        </p:nvSpPr>
        <p:spPr>
          <a:xfrm>
            <a:off x="4619218" y="2558846"/>
            <a:ext cx="270510" cy="391160"/>
          </a:xfrm>
          <a:prstGeom prst="rect">
            <a:avLst/>
          </a:prstGeom>
        </p:spPr>
        <p:txBody>
          <a:bodyPr vert="horz" wrap="square" lIns="0" tIns="12700" rIns="0" bIns="0" rtlCol="0">
            <a:spAutoFit/>
          </a:bodyPr>
          <a:lstStyle/>
          <a:p>
            <a:pPr marL="12700">
              <a:lnSpc>
                <a:spcPct val="100000"/>
              </a:lnSpc>
              <a:spcBef>
                <a:spcPts val="100"/>
              </a:spcBef>
            </a:pPr>
            <a:r>
              <a:rPr sz="2400" b="1" spc="-25" dirty="0">
                <a:latin typeface="Calibri"/>
                <a:cs typeface="Calibri"/>
              </a:rPr>
              <a:t>JS</a:t>
            </a:r>
            <a:endParaRPr sz="2400">
              <a:latin typeface="Calibri"/>
              <a:cs typeface="Calibri"/>
            </a:endParaRPr>
          </a:p>
        </p:txBody>
      </p:sp>
      <p:pic>
        <p:nvPicPr>
          <p:cNvPr id="9" name="object 9"/>
          <p:cNvPicPr/>
          <p:nvPr/>
        </p:nvPicPr>
        <p:blipFill>
          <a:blip r:embed="rId3" cstate="print"/>
          <a:stretch>
            <a:fillRect/>
          </a:stretch>
        </p:blipFill>
        <p:spPr>
          <a:xfrm>
            <a:off x="7281606" y="3042654"/>
            <a:ext cx="1366587" cy="1538535"/>
          </a:xfrm>
          <a:prstGeom prst="rect">
            <a:avLst/>
          </a:prstGeom>
        </p:spPr>
      </p:pic>
      <p:sp>
        <p:nvSpPr>
          <p:cNvPr id="10" name="object 10"/>
          <p:cNvSpPr txBox="1"/>
          <p:nvPr/>
        </p:nvSpPr>
        <p:spPr>
          <a:xfrm>
            <a:off x="7746453" y="2558846"/>
            <a:ext cx="434975" cy="391160"/>
          </a:xfrm>
          <a:prstGeom prst="rect">
            <a:avLst/>
          </a:prstGeom>
        </p:spPr>
        <p:txBody>
          <a:bodyPr vert="horz" wrap="square" lIns="0" tIns="12700" rIns="0" bIns="0" rtlCol="0">
            <a:spAutoFit/>
          </a:bodyPr>
          <a:lstStyle/>
          <a:p>
            <a:pPr marL="12700">
              <a:lnSpc>
                <a:spcPct val="100000"/>
              </a:lnSpc>
              <a:spcBef>
                <a:spcPts val="100"/>
              </a:spcBef>
            </a:pPr>
            <a:r>
              <a:rPr sz="2400" b="1" spc="-25" dirty="0">
                <a:latin typeface="Calibri"/>
                <a:cs typeface="Calibri"/>
              </a:rPr>
              <a:t>JSX</a:t>
            </a:r>
            <a:endParaRPr sz="2400">
              <a:latin typeface="Calibri"/>
              <a:cs typeface="Calibri"/>
            </a:endParaRPr>
          </a:p>
        </p:txBody>
      </p:sp>
      <p:pic>
        <p:nvPicPr>
          <p:cNvPr id="11" name="object 11"/>
          <p:cNvPicPr/>
          <p:nvPr/>
        </p:nvPicPr>
        <p:blipFill>
          <a:blip r:embed="rId4" cstate="print"/>
          <a:stretch>
            <a:fillRect/>
          </a:stretch>
        </p:blipFill>
        <p:spPr>
          <a:xfrm>
            <a:off x="8798052" y="3040379"/>
            <a:ext cx="1351673" cy="1723656"/>
          </a:xfrm>
          <a:prstGeom prst="rect">
            <a:avLst/>
          </a:prstGeom>
        </p:spPr>
      </p:pic>
      <p:sp>
        <p:nvSpPr>
          <p:cNvPr id="12" name="object 12"/>
          <p:cNvSpPr txBox="1"/>
          <p:nvPr/>
        </p:nvSpPr>
        <p:spPr>
          <a:xfrm>
            <a:off x="8838603" y="2558846"/>
            <a:ext cx="1273175" cy="391160"/>
          </a:xfrm>
          <a:prstGeom prst="rect">
            <a:avLst/>
          </a:prstGeom>
        </p:spPr>
        <p:txBody>
          <a:bodyPr vert="horz" wrap="square" lIns="0" tIns="12700" rIns="0" bIns="0" rtlCol="0">
            <a:spAutoFit/>
          </a:bodyPr>
          <a:lstStyle/>
          <a:p>
            <a:pPr marL="12700">
              <a:lnSpc>
                <a:spcPct val="100000"/>
              </a:lnSpc>
              <a:spcBef>
                <a:spcPts val="100"/>
              </a:spcBef>
            </a:pPr>
            <a:r>
              <a:rPr sz="2400" b="1" dirty="0">
                <a:latin typeface="Calibri"/>
                <a:cs typeface="Calibri"/>
              </a:rPr>
              <a:t>CSS</a:t>
            </a:r>
            <a:r>
              <a:rPr sz="2400" spc="-80" dirty="0">
                <a:latin typeface="Times New Roman"/>
                <a:cs typeface="Times New Roman"/>
              </a:rPr>
              <a:t> </a:t>
            </a:r>
            <a:r>
              <a:rPr sz="2400" b="1" dirty="0">
                <a:latin typeface="Calibri"/>
                <a:cs typeface="Calibri"/>
              </a:rPr>
              <a:t>or</a:t>
            </a:r>
            <a:r>
              <a:rPr sz="2400" spc="-95" dirty="0">
                <a:latin typeface="Times New Roman"/>
                <a:cs typeface="Times New Roman"/>
              </a:rPr>
              <a:t> </a:t>
            </a:r>
            <a:r>
              <a:rPr sz="2400" b="1" spc="-25" dirty="0">
                <a:latin typeface="Calibri"/>
                <a:cs typeface="Calibri"/>
              </a:rPr>
              <a:t>JSS</a:t>
            </a:r>
            <a:endParaRPr sz="2400">
              <a:latin typeface="Calibri"/>
              <a:cs typeface="Calibri"/>
            </a:endParaRPr>
          </a:p>
        </p:txBody>
      </p:sp>
      <p:pic>
        <p:nvPicPr>
          <p:cNvPr id="13" name="Logo black">
            <a:extLst>
              <a:ext uri="{FF2B5EF4-FFF2-40B4-BE49-F238E27FC236}">
                <a16:creationId xmlns:a16="http://schemas.microsoft.com/office/drawing/2014/main" id="{E10B1A32-64ED-8EB9-BA70-911D792FC18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03346" y="6294893"/>
            <a:ext cx="784800" cy="21184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461774" y="1884428"/>
            <a:ext cx="11241405" cy="4608830"/>
          </a:xfrm>
          <a:custGeom>
            <a:avLst/>
            <a:gdLst/>
            <a:ahLst/>
            <a:cxnLst/>
            <a:rect l="l" t="t" r="r" b="b"/>
            <a:pathLst>
              <a:path w="11241405" h="4608830">
                <a:moveTo>
                  <a:pt x="11241024" y="0"/>
                </a:moveTo>
                <a:lnTo>
                  <a:pt x="0" y="0"/>
                </a:lnTo>
                <a:lnTo>
                  <a:pt x="0" y="4608576"/>
                </a:lnTo>
                <a:lnTo>
                  <a:pt x="11241024" y="4608576"/>
                </a:lnTo>
                <a:lnTo>
                  <a:pt x="11241024" y="0"/>
                </a:lnTo>
                <a:close/>
              </a:path>
            </a:pathLst>
          </a:custGeom>
          <a:solidFill>
            <a:srgbClr val="3A3838"/>
          </a:solidFill>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25400">
              <a:lnSpc>
                <a:spcPct val="100000"/>
              </a:lnSpc>
              <a:spcBef>
                <a:spcPts val="95"/>
              </a:spcBef>
            </a:pPr>
            <a:r>
              <a:rPr dirty="0">
                <a:solidFill>
                  <a:srgbClr val="C00000"/>
                </a:solidFill>
                <a:latin typeface="Calibri"/>
                <a:cs typeface="Calibri"/>
              </a:rPr>
              <a:t>JSX</a:t>
            </a:r>
            <a:r>
              <a:rPr dirty="0"/>
              <a:t>:</a:t>
            </a:r>
            <a:r>
              <a:rPr spc="-204" dirty="0">
                <a:latin typeface="Times New Roman"/>
                <a:cs typeface="Times New Roman"/>
              </a:rPr>
              <a:t> </a:t>
            </a:r>
            <a:r>
              <a:rPr dirty="0"/>
              <a:t>the</a:t>
            </a:r>
            <a:r>
              <a:rPr spc="-200" dirty="0">
                <a:latin typeface="Times New Roman"/>
                <a:cs typeface="Times New Roman"/>
              </a:rPr>
              <a:t> </a:t>
            </a:r>
            <a:r>
              <a:rPr dirty="0"/>
              <a:t>React</a:t>
            </a:r>
            <a:r>
              <a:rPr spc="-200" dirty="0">
                <a:latin typeface="Times New Roman"/>
                <a:cs typeface="Times New Roman"/>
              </a:rPr>
              <a:t> </a:t>
            </a:r>
            <a:r>
              <a:rPr spc="-25" dirty="0"/>
              <a:t>programming</a:t>
            </a:r>
            <a:r>
              <a:rPr spc="-215" dirty="0">
                <a:latin typeface="Times New Roman"/>
                <a:cs typeface="Times New Roman"/>
              </a:rPr>
              <a:t> </a:t>
            </a:r>
            <a:r>
              <a:rPr spc="-10" dirty="0"/>
              <a:t>language</a:t>
            </a:r>
          </a:p>
        </p:txBody>
      </p:sp>
      <p:sp>
        <p:nvSpPr>
          <p:cNvPr id="4" name="object 4"/>
          <p:cNvSpPr txBox="1"/>
          <p:nvPr/>
        </p:nvSpPr>
        <p:spPr>
          <a:xfrm>
            <a:off x="916484" y="2046122"/>
            <a:ext cx="5170805" cy="1122680"/>
          </a:xfrm>
          <a:prstGeom prst="rect">
            <a:avLst/>
          </a:prstGeom>
        </p:spPr>
        <p:txBody>
          <a:bodyPr vert="horz" wrap="square" lIns="0" tIns="12700" rIns="0" bIns="0" rtlCol="0">
            <a:spAutoFit/>
          </a:bodyPr>
          <a:lstStyle/>
          <a:p>
            <a:pPr marL="12700" marR="2388870">
              <a:lnSpc>
                <a:spcPct val="100000"/>
              </a:lnSpc>
              <a:spcBef>
                <a:spcPts val="100"/>
              </a:spcBef>
              <a:tabLst>
                <a:tab pos="1518285" algn="l"/>
              </a:tabLst>
            </a:pPr>
            <a:r>
              <a:rPr sz="1800" dirty="0">
                <a:solidFill>
                  <a:srgbClr val="559BD6"/>
                </a:solidFill>
                <a:latin typeface="Consolas"/>
                <a:cs typeface="Consolas"/>
              </a:rPr>
              <a:t>const</a:t>
            </a:r>
            <a:r>
              <a:rPr sz="1800" spc="35" dirty="0">
                <a:solidFill>
                  <a:srgbClr val="559BD6"/>
                </a:solidFill>
                <a:latin typeface="Times New Roman"/>
                <a:cs typeface="Times New Roman"/>
              </a:rPr>
              <a:t>  </a:t>
            </a:r>
            <a:r>
              <a:rPr sz="1800" dirty="0">
                <a:solidFill>
                  <a:srgbClr val="9BDCFE"/>
                </a:solidFill>
                <a:latin typeface="Consolas"/>
                <a:cs typeface="Consolas"/>
              </a:rPr>
              <a:t>first</a:t>
            </a:r>
            <a:r>
              <a:rPr sz="1800" spc="35" dirty="0">
                <a:solidFill>
                  <a:srgbClr val="9BDCFE"/>
                </a:solidFill>
                <a:latin typeface="Times New Roman"/>
                <a:cs typeface="Times New Roman"/>
              </a:rPr>
              <a:t>  </a:t>
            </a:r>
            <a:r>
              <a:rPr sz="1800" dirty="0">
                <a:solidFill>
                  <a:srgbClr val="D3D3D3"/>
                </a:solidFill>
                <a:latin typeface="Consolas"/>
                <a:cs typeface="Consolas"/>
              </a:rPr>
              <a:t>=</a:t>
            </a:r>
            <a:r>
              <a:rPr sz="1800" spc="45" dirty="0">
                <a:solidFill>
                  <a:srgbClr val="D3D3D3"/>
                </a:solidFill>
                <a:latin typeface="Times New Roman"/>
                <a:cs typeface="Times New Roman"/>
              </a:rPr>
              <a:t>  </a:t>
            </a:r>
            <a:r>
              <a:rPr sz="1800" spc="-10" dirty="0">
                <a:solidFill>
                  <a:srgbClr val="CE9078"/>
                </a:solidFill>
                <a:latin typeface="Consolas"/>
                <a:cs typeface="Consolas"/>
              </a:rPr>
              <a:t>"Aaron"</a:t>
            </a:r>
            <a:r>
              <a:rPr sz="1800" spc="-10" dirty="0">
                <a:solidFill>
                  <a:srgbClr val="D3D3D3"/>
                </a:solidFill>
                <a:latin typeface="Consolas"/>
                <a:cs typeface="Consolas"/>
              </a:rPr>
              <a:t>;</a:t>
            </a:r>
            <a:r>
              <a:rPr sz="1800" spc="-10" dirty="0">
                <a:solidFill>
                  <a:srgbClr val="D3D3D3"/>
                </a:solidFill>
                <a:latin typeface="Times New Roman"/>
                <a:cs typeface="Times New Roman"/>
              </a:rPr>
              <a:t> </a:t>
            </a:r>
            <a:r>
              <a:rPr sz="1800" dirty="0">
                <a:solidFill>
                  <a:srgbClr val="559BD6"/>
                </a:solidFill>
                <a:latin typeface="Consolas"/>
                <a:cs typeface="Consolas"/>
              </a:rPr>
              <a:t>const</a:t>
            </a:r>
            <a:r>
              <a:rPr sz="1800" spc="25" dirty="0">
                <a:solidFill>
                  <a:srgbClr val="559BD6"/>
                </a:solidFill>
                <a:latin typeface="Times New Roman"/>
                <a:cs typeface="Times New Roman"/>
              </a:rPr>
              <a:t>  </a:t>
            </a:r>
            <a:r>
              <a:rPr sz="1800" spc="-20" dirty="0">
                <a:solidFill>
                  <a:srgbClr val="9BDCFE"/>
                </a:solidFill>
                <a:latin typeface="Consolas"/>
                <a:cs typeface="Consolas"/>
              </a:rPr>
              <a:t>last</a:t>
            </a:r>
            <a:r>
              <a:rPr sz="1800" dirty="0">
                <a:solidFill>
                  <a:srgbClr val="9BDCFE"/>
                </a:solidFill>
                <a:latin typeface="Times New Roman"/>
                <a:cs typeface="Times New Roman"/>
              </a:rPr>
              <a:t>	</a:t>
            </a:r>
            <a:r>
              <a:rPr sz="1800" dirty="0">
                <a:solidFill>
                  <a:srgbClr val="D3D3D3"/>
                </a:solidFill>
                <a:latin typeface="Consolas"/>
                <a:cs typeface="Consolas"/>
              </a:rPr>
              <a:t>=</a:t>
            </a:r>
            <a:r>
              <a:rPr sz="1800" spc="45" dirty="0">
                <a:solidFill>
                  <a:srgbClr val="D3D3D3"/>
                </a:solidFill>
                <a:latin typeface="Times New Roman"/>
                <a:cs typeface="Times New Roman"/>
              </a:rPr>
              <a:t>  </a:t>
            </a:r>
            <a:r>
              <a:rPr sz="1800" spc="-10" dirty="0">
                <a:solidFill>
                  <a:srgbClr val="CE9078"/>
                </a:solidFill>
                <a:latin typeface="Consolas"/>
                <a:cs typeface="Consolas"/>
              </a:rPr>
              <a:t>"Smith"</a:t>
            </a:r>
            <a:r>
              <a:rPr sz="1800" spc="-10" dirty="0">
                <a:solidFill>
                  <a:srgbClr val="D3D3D3"/>
                </a:solidFill>
                <a:latin typeface="Consolas"/>
                <a:cs typeface="Consolas"/>
              </a:rPr>
              <a:t>;</a:t>
            </a:r>
            <a:endParaRPr sz="1800">
              <a:latin typeface="Consolas"/>
              <a:cs typeface="Consolas"/>
            </a:endParaRPr>
          </a:p>
          <a:p>
            <a:pPr>
              <a:lnSpc>
                <a:spcPct val="100000"/>
              </a:lnSpc>
              <a:spcBef>
                <a:spcPts val="50"/>
              </a:spcBef>
            </a:pPr>
            <a:endParaRPr sz="1800">
              <a:latin typeface="Consolas"/>
              <a:cs typeface="Consolas"/>
            </a:endParaRPr>
          </a:p>
          <a:p>
            <a:pPr marL="12700">
              <a:lnSpc>
                <a:spcPct val="100000"/>
              </a:lnSpc>
            </a:pPr>
            <a:r>
              <a:rPr sz="1800" dirty="0">
                <a:solidFill>
                  <a:srgbClr val="559BD6"/>
                </a:solidFill>
                <a:latin typeface="Consolas"/>
                <a:cs typeface="Consolas"/>
              </a:rPr>
              <a:t>const</a:t>
            </a:r>
            <a:r>
              <a:rPr sz="1800" spc="20" dirty="0">
                <a:solidFill>
                  <a:srgbClr val="559BD6"/>
                </a:solidFill>
                <a:latin typeface="Times New Roman"/>
                <a:cs typeface="Times New Roman"/>
              </a:rPr>
              <a:t>  </a:t>
            </a:r>
            <a:r>
              <a:rPr sz="1800" dirty="0">
                <a:solidFill>
                  <a:srgbClr val="9BDCFE"/>
                </a:solidFill>
                <a:latin typeface="Consolas"/>
                <a:cs typeface="Consolas"/>
              </a:rPr>
              <a:t>name</a:t>
            </a:r>
            <a:r>
              <a:rPr sz="1800" spc="40" dirty="0">
                <a:solidFill>
                  <a:srgbClr val="9BDCFE"/>
                </a:solidFill>
                <a:latin typeface="Times New Roman"/>
                <a:cs typeface="Times New Roman"/>
              </a:rPr>
              <a:t>  </a:t>
            </a:r>
            <a:r>
              <a:rPr sz="1800" dirty="0">
                <a:solidFill>
                  <a:srgbClr val="D3D3D3"/>
                </a:solidFill>
                <a:latin typeface="Consolas"/>
                <a:cs typeface="Consolas"/>
              </a:rPr>
              <a:t>=</a:t>
            </a:r>
            <a:r>
              <a:rPr sz="1800" spc="35" dirty="0">
                <a:solidFill>
                  <a:srgbClr val="D3D3D3"/>
                </a:solidFill>
                <a:latin typeface="Times New Roman"/>
                <a:cs typeface="Times New Roman"/>
              </a:rPr>
              <a:t>  </a:t>
            </a:r>
            <a:r>
              <a:rPr sz="1800" dirty="0">
                <a:solidFill>
                  <a:srgbClr val="7F7F7F"/>
                </a:solidFill>
                <a:latin typeface="Consolas"/>
                <a:cs typeface="Consolas"/>
              </a:rPr>
              <a:t>&lt;</a:t>
            </a:r>
            <a:r>
              <a:rPr sz="1800" dirty="0">
                <a:solidFill>
                  <a:srgbClr val="559BD6"/>
                </a:solidFill>
                <a:latin typeface="Consolas"/>
                <a:cs typeface="Consolas"/>
              </a:rPr>
              <a:t>span</a:t>
            </a:r>
            <a:r>
              <a:rPr sz="1800" dirty="0">
                <a:solidFill>
                  <a:srgbClr val="7F7F7F"/>
                </a:solidFill>
                <a:latin typeface="Consolas"/>
                <a:cs typeface="Consolas"/>
              </a:rPr>
              <a:t>&gt;</a:t>
            </a:r>
            <a:r>
              <a:rPr sz="1800" dirty="0">
                <a:solidFill>
                  <a:srgbClr val="559BD6"/>
                </a:solidFill>
                <a:latin typeface="Consolas"/>
                <a:cs typeface="Consolas"/>
              </a:rPr>
              <a:t>{</a:t>
            </a:r>
            <a:r>
              <a:rPr sz="1800" dirty="0">
                <a:solidFill>
                  <a:srgbClr val="9BDCFE"/>
                </a:solidFill>
                <a:latin typeface="Consolas"/>
                <a:cs typeface="Consolas"/>
              </a:rPr>
              <a:t>first</a:t>
            </a:r>
            <a:r>
              <a:rPr sz="1800" dirty="0">
                <a:solidFill>
                  <a:srgbClr val="559BD6"/>
                </a:solidFill>
                <a:latin typeface="Consolas"/>
                <a:cs typeface="Consolas"/>
              </a:rPr>
              <a:t>}</a:t>
            </a:r>
            <a:r>
              <a:rPr sz="1800" spc="35" dirty="0">
                <a:solidFill>
                  <a:srgbClr val="559BD6"/>
                </a:solidFill>
                <a:latin typeface="Times New Roman"/>
                <a:cs typeface="Times New Roman"/>
              </a:rPr>
              <a:t>  </a:t>
            </a:r>
            <a:r>
              <a:rPr sz="1800" spc="-10" dirty="0">
                <a:solidFill>
                  <a:srgbClr val="559BD6"/>
                </a:solidFill>
                <a:latin typeface="Consolas"/>
                <a:cs typeface="Consolas"/>
              </a:rPr>
              <a:t>{</a:t>
            </a:r>
            <a:r>
              <a:rPr sz="1800" spc="-10" dirty="0">
                <a:solidFill>
                  <a:srgbClr val="9BDCFE"/>
                </a:solidFill>
                <a:latin typeface="Consolas"/>
                <a:cs typeface="Consolas"/>
              </a:rPr>
              <a:t>last</a:t>
            </a:r>
            <a:r>
              <a:rPr sz="1800" spc="-10" dirty="0">
                <a:solidFill>
                  <a:srgbClr val="559BD6"/>
                </a:solidFill>
                <a:latin typeface="Consolas"/>
                <a:cs typeface="Consolas"/>
              </a:rPr>
              <a:t>}</a:t>
            </a:r>
            <a:r>
              <a:rPr sz="1800" spc="-10" dirty="0">
                <a:solidFill>
                  <a:srgbClr val="7F7F7F"/>
                </a:solidFill>
                <a:latin typeface="Consolas"/>
                <a:cs typeface="Consolas"/>
              </a:rPr>
              <a:t>&lt;/</a:t>
            </a:r>
            <a:r>
              <a:rPr sz="1800" spc="-10" dirty="0">
                <a:solidFill>
                  <a:srgbClr val="559BD6"/>
                </a:solidFill>
                <a:latin typeface="Consolas"/>
                <a:cs typeface="Consolas"/>
              </a:rPr>
              <a:t>span</a:t>
            </a:r>
            <a:r>
              <a:rPr sz="1800" spc="-10" dirty="0">
                <a:solidFill>
                  <a:srgbClr val="7F7F7F"/>
                </a:solidFill>
                <a:latin typeface="Consolas"/>
                <a:cs typeface="Consolas"/>
              </a:rPr>
              <a:t>&gt;</a:t>
            </a:r>
            <a:r>
              <a:rPr sz="1800" spc="-10" dirty="0">
                <a:solidFill>
                  <a:srgbClr val="D3D3D3"/>
                </a:solidFill>
                <a:latin typeface="Consolas"/>
                <a:cs typeface="Consolas"/>
              </a:rPr>
              <a:t>;</a:t>
            </a:r>
            <a:endParaRPr sz="1800">
              <a:latin typeface="Consolas"/>
              <a:cs typeface="Consolas"/>
            </a:endParaRPr>
          </a:p>
        </p:txBody>
      </p:sp>
      <p:sp>
        <p:nvSpPr>
          <p:cNvPr id="5" name="object 5"/>
          <p:cNvSpPr txBox="1"/>
          <p:nvPr/>
        </p:nvSpPr>
        <p:spPr>
          <a:xfrm>
            <a:off x="7132345" y="3689527"/>
            <a:ext cx="3916045" cy="249301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559BD6"/>
                </a:solidFill>
                <a:latin typeface="Consolas"/>
                <a:cs typeface="Consolas"/>
              </a:rPr>
              <a:t>const</a:t>
            </a:r>
            <a:r>
              <a:rPr sz="1800" spc="30" dirty="0">
                <a:solidFill>
                  <a:srgbClr val="559BD6"/>
                </a:solidFill>
                <a:latin typeface="Times New Roman"/>
                <a:cs typeface="Times New Roman"/>
              </a:rPr>
              <a:t>  </a:t>
            </a:r>
            <a:r>
              <a:rPr sz="1800" dirty="0">
                <a:solidFill>
                  <a:srgbClr val="DCDCAA"/>
                </a:solidFill>
                <a:latin typeface="Consolas"/>
                <a:cs typeface="Consolas"/>
              </a:rPr>
              <a:t>listWithTitle</a:t>
            </a:r>
            <a:r>
              <a:rPr sz="1800" spc="35" dirty="0">
                <a:solidFill>
                  <a:srgbClr val="DCDCAA"/>
                </a:solidFill>
                <a:latin typeface="Times New Roman"/>
                <a:cs typeface="Times New Roman"/>
              </a:rPr>
              <a:t>  </a:t>
            </a:r>
            <a:r>
              <a:rPr sz="1800" dirty="0">
                <a:solidFill>
                  <a:srgbClr val="D3D3D3"/>
                </a:solidFill>
                <a:latin typeface="Consolas"/>
                <a:cs typeface="Consolas"/>
              </a:rPr>
              <a:t>=</a:t>
            </a:r>
            <a:r>
              <a:rPr sz="1800" spc="35" dirty="0">
                <a:solidFill>
                  <a:srgbClr val="D3D3D3"/>
                </a:solidFill>
                <a:latin typeface="Times New Roman"/>
                <a:cs typeface="Times New Roman"/>
              </a:rPr>
              <a:t>  </a:t>
            </a:r>
            <a:r>
              <a:rPr sz="1800" spc="-50" dirty="0">
                <a:solidFill>
                  <a:srgbClr val="D3D3D3"/>
                </a:solidFill>
                <a:latin typeface="Consolas"/>
                <a:cs typeface="Consolas"/>
              </a:rPr>
              <a:t>(</a:t>
            </a:r>
            <a:endParaRPr sz="1800">
              <a:latin typeface="Consolas"/>
              <a:cs typeface="Consolas"/>
            </a:endParaRPr>
          </a:p>
          <a:p>
            <a:pPr marL="264160">
              <a:lnSpc>
                <a:spcPct val="100000"/>
              </a:lnSpc>
            </a:pPr>
            <a:r>
              <a:rPr sz="1800" spc="-25" dirty="0">
                <a:solidFill>
                  <a:srgbClr val="7F7F7F"/>
                </a:solidFill>
                <a:latin typeface="Consolas"/>
                <a:cs typeface="Consolas"/>
              </a:rPr>
              <a:t>&lt;&gt;</a:t>
            </a:r>
            <a:endParaRPr sz="1800">
              <a:latin typeface="Consolas"/>
              <a:cs typeface="Consolas"/>
            </a:endParaRPr>
          </a:p>
          <a:p>
            <a:pPr marL="514350">
              <a:lnSpc>
                <a:spcPct val="100000"/>
              </a:lnSpc>
            </a:pPr>
            <a:r>
              <a:rPr sz="1800" dirty="0">
                <a:solidFill>
                  <a:srgbClr val="7F7F7F"/>
                </a:solidFill>
                <a:latin typeface="Consolas"/>
                <a:cs typeface="Consolas"/>
              </a:rPr>
              <a:t>&lt;</a:t>
            </a:r>
            <a:r>
              <a:rPr sz="1800" dirty="0">
                <a:solidFill>
                  <a:srgbClr val="559BD6"/>
                </a:solidFill>
                <a:latin typeface="Consolas"/>
                <a:cs typeface="Consolas"/>
              </a:rPr>
              <a:t>h1</a:t>
            </a:r>
            <a:r>
              <a:rPr sz="1800" dirty="0">
                <a:solidFill>
                  <a:srgbClr val="7F7F7F"/>
                </a:solidFill>
                <a:latin typeface="Consolas"/>
                <a:cs typeface="Consolas"/>
              </a:rPr>
              <a:t>&gt;</a:t>
            </a:r>
            <a:r>
              <a:rPr sz="1800" dirty="0">
                <a:solidFill>
                  <a:srgbClr val="D3D3D3"/>
                </a:solidFill>
                <a:latin typeface="Consolas"/>
                <a:cs typeface="Consolas"/>
              </a:rPr>
              <a:t>COMP</a:t>
            </a:r>
            <a:r>
              <a:rPr sz="1800" spc="30" dirty="0">
                <a:solidFill>
                  <a:srgbClr val="D3D3D3"/>
                </a:solidFill>
                <a:latin typeface="Times New Roman"/>
                <a:cs typeface="Times New Roman"/>
              </a:rPr>
              <a:t>  </a:t>
            </a:r>
            <a:r>
              <a:rPr sz="1800" spc="-10" dirty="0">
                <a:solidFill>
                  <a:srgbClr val="D3D3D3"/>
                </a:solidFill>
                <a:latin typeface="Consolas"/>
                <a:cs typeface="Consolas"/>
              </a:rPr>
              <a:t>523</a:t>
            </a:r>
            <a:r>
              <a:rPr sz="1800" spc="-10" dirty="0">
                <a:solidFill>
                  <a:srgbClr val="7F7F7F"/>
                </a:solidFill>
                <a:latin typeface="Consolas"/>
                <a:cs typeface="Consolas"/>
              </a:rPr>
              <a:t>&lt;/</a:t>
            </a:r>
            <a:r>
              <a:rPr sz="1800" spc="-10" dirty="0">
                <a:solidFill>
                  <a:srgbClr val="559BD6"/>
                </a:solidFill>
                <a:latin typeface="Consolas"/>
                <a:cs typeface="Consolas"/>
              </a:rPr>
              <a:t>h1</a:t>
            </a:r>
            <a:r>
              <a:rPr sz="1800" spc="-10" dirty="0">
                <a:solidFill>
                  <a:srgbClr val="7F7F7F"/>
                </a:solidFill>
                <a:latin typeface="Consolas"/>
                <a:cs typeface="Consolas"/>
              </a:rPr>
              <a:t>&gt;</a:t>
            </a:r>
            <a:endParaRPr sz="1800">
              <a:latin typeface="Consolas"/>
              <a:cs typeface="Consolas"/>
            </a:endParaRPr>
          </a:p>
          <a:p>
            <a:pPr marL="514984">
              <a:lnSpc>
                <a:spcPct val="100000"/>
              </a:lnSpc>
            </a:pPr>
            <a:r>
              <a:rPr sz="1800" spc="-20" dirty="0">
                <a:solidFill>
                  <a:srgbClr val="7F7F7F"/>
                </a:solidFill>
                <a:latin typeface="Consolas"/>
                <a:cs typeface="Consolas"/>
              </a:rPr>
              <a:t>&lt;</a:t>
            </a:r>
            <a:r>
              <a:rPr sz="1800" spc="-20" dirty="0">
                <a:solidFill>
                  <a:srgbClr val="559BD6"/>
                </a:solidFill>
                <a:latin typeface="Consolas"/>
                <a:cs typeface="Consolas"/>
              </a:rPr>
              <a:t>ul</a:t>
            </a:r>
            <a:r>
              <a:rPr sz="1800" spc="-20" dirty="0">
                <a:solidFill>
                  <a:srgbClr val="7F7F7F"/>
                </a:solidFill>
                <a:latin typeface="Consolas"/>
                <a:cs typeface="Consolas"/>
              </a:rPr>
              <a:t>&gt;</a:t>
            </a:r>
            <a:endParaRPr sz="1800">
              <a:latin typeface="Consolas"/>
              <a:cs typeface="Consolas"/>
            </a:endParaRPr>
          </a:p>
          <a:p>
            <a:pPr marL="765810">
              <a:lnSpc>
                <a:spcPct val="100000"/>
              </a:lnSpc>
            </a:pPr>
            <a:r>
              <a:rPr sz="1800" dirty="0">
                <a:solidFill>
                  <a:srgbClr val="7F7F7F"/>
                </a:solidFill>
                <a:latin typeface="Consolas"/>
                <a:cs typeface="Consolas"/>
              </a:rPr>
              <a:t>&lt;</a:t>
            </a:r>
            <a:r>
              <a:rPr sz="1800" dirty="0">
                <a:solidFill>
                  <a:srgbClr val="559BD6"/>
                </a:solidFill>
                <a:latin typeface="Consolas"/>
                <a:cs typeface="Consolas"/>
              </a:rPr>
              <a:t>li</a:t>
            </a:r>
            <a:r>
              <a:rPr sz="1800" dirty="0">
                <a:solidFill>
                  <a:srgbClr val="7F7F7F"/>
                </a:solidFill>
                <a:latin typeface="Consolas"/>
                <a:cs typeface="Consolas"/>
              </a:rPr>
              <a:t>&gt;</a:t>
            </a:r>
            <a:r>
              <a:rPr sz="1800" dirty="0">
                <a:solidFill>
                  <a:srgbClr val="D3D3D3"/>
                </a:solidFill>
                <a:latin typeface="Consolas"/>
                <a:cs typeface="Consolas"/>
              </a:rPr>
              <a:t>Dr.</a:t>
            </a:r>
            <a:r>
              <a:rPr sz="1800" spc="40" dirty="0">
                <a:solidFill>
                  <a:srgbClr val="D3D3D3"/>
                </a:solidFill>
                <a:latin typeface="Times New Roman"/>
                <a:cs typeface="Times New Roman"/>
              </a:rPr>
              <a:t>  </a:t>
            </a:r>
            <a:r>
              <a:rPr sz="1800" dirty="0">
                <a:solidFill>
                  <a:srgbClr val="D3D3D3"/>
                </a:solidFill>
                <a:latin typeface="Consolas"/>
                <a:cs typeface="Consolas"/>
              </a:rPr>
              <a:t>David</a:t>
            </a:r>
            <a:r>
              <a:rPr sz="1800" spc="35" dirty="0">
                <a:solidFill>
                  <a:srgbClr val="D3D3D3"/>
                </a:solidFill>
                <a:latin typeface="Times New Roman"/>
                <a:cs typeface="Times New Roman"/>
              </a:rPr>
              <a:t>  </a:t>
            </a:r>
            <a:r>
              <a:rPr sz="1800" spc="-10" dirty="0">
                <a:solidFill>
                  <a:srgbClr val="D3D3D3"/>
                </a:solidFill>
                <a:latin typeface="Consolas"/>
                <a:cs typeface="Consolas"/>
              </a:rPr>
              <a:t>Stotts</a:t>
            </a:r>
            <a:r>
              <a:rPr sz="1800" spc="-10" dirty="0">
                <a:solidFill>
                  <a:srgbClr val="7F7F7F"/>
                </a:solidFill>
                <a:latin typeface="Consolas"/>
                <a:cs typeface="Consolas"/>
              </a:rPr>
              <a:t>&lt;/</a:t>
            </a:r>
            <a:r>
              <a:rPr sz="1800" spc="-10" dirty="0">
                <a:solidFill>
                  <a:srgbClr val="559BD6"/>
                </a:solidFill>
                <a:latin typeface="Consolas"/>
                <a:cs typeface="Consolas"/>
              </a:rPr>
              <a:t>li</a:t>
            </a:r>
            <a:r>
              <a:rPr sz="1800" spc="-10" dirty="0">
                <a:solidFill>
                  <a:srgbClr val="7F7F7F"/>
                </a:solidFill>
                <a:latin typeface="Consolas"/>
                <a:cs typeface="Consolas"/>
              </a:rPr>
              <a:t>&gt;</a:t>
            </a:r>
            <a:endParaRPr sz="1800">
              <a:latin typeface="Consolas"/>
              <a:cs typeface="Consolas"/>
            </a:endParaRPr>
          </a:p>
          <a:p>
            <a:pPr marL="765810">
              <a:lnSpc>
                <a:spcPct val="100000"/>
              </a:lnSpc>
            </a:pPr>
            <a:r>
              <a:rPr sz="1800" spc="-10" dirty="0">
                <a:solidFill>
                  <a:srgbClr val="7F7F7F"/>
                </a:solidFill>
                <a:latin typeface="Consolas"/>
                <a:cs typeface="Consolas"/>
              </a:rPr>
              <a:t>&lt;</a:t>
            </a:r>
            <a:r>
              <a:rPr sz="1800" spc="-10" dirty="0">
                <a:solidFill>
                  <a:srgbClr val="559BD6"/>
                </a:solidFill>
                <a:latin typeface="Consolas"/>
                <a:cs typeface="Consolas"/>
              </a:rPr>
              <a:t>li</a:t>
            </a:r>
            <a:r>
              <a:rPr sz="1800" spc="-10" dirty="0">
                <a:solidFill>
                  <a:srgbClr val="7F7F7F"/>
                </a:solidFill>
                <a:latin typeface="Consolas"/>
                <a:cs typeface="Consolas"/>
              </a:rPr>
              <a:t>&gt;</a:t>
            </a:r>
            <a:r>
              <a:rPr sz="1800" spc="-10" dirty="0">
                <a:solidFill>
                  <a:srgbClr val="559BD6"/>
                </a:solidFill>
                <a:latin typeface="Consolas"/>
                <a:cs typeface="Consolas"/>
              </a:rPr>
              <a:t>{</a:t>
            </a:r>
            <a:r>
              <a:rPr sz="1800" spc="-10" dirty="0">
                <a:solidFill>
                  <a:srgbClr val="9BDCFE"/>
                </a:solidFill>
                <a:latin typeface="Consolas"/>
                <a:cs typeface="Consolas"/>
              </a:rPr>
              <a:t>name</a:t>
            </a:r>
            <a:r>
              <a:rPr sz="1800" spc="-10" dirty="0">
                <a:solidFill>
                  <a:srgbClr val="559BD6"/>
                </a:solidFill>
                <a:latin typeface="Consolas"/>
                <a:cs typeface="Consolas"/>
              </a:rPr>
              <a:t>}</a:t>
            </a:r>
            <a:r>
              <a:rPr sz="1800" spc="-10" dirty="0">
                <a:solidFill>
                  <a:srgbClr val="7F7F7F"/>
                </a:solidFill>
                <a:latin typeface="Consolas"/>
                <a:cs typeface="Consolas"/>
              </a:rPr>
              <a:t>&lt;/</a:t>
            </a:r>
            <a:r>
              <a:rPr sz="1800" spc="-10" dirty="0">
                <a:solidFill>
                  <a:srgbClr val="559BD6"/>
                </a:solidFill>
                <a:latin typeface="Consolas"/>
                <a:cs typeface="Consolas"/>
              </a:rPr>
              <a:t>li</a:t>
            </a:r>
            <a:r>
              <a:rPr sz="1800" spc="-10" dirty="0">
                <a:solidFill>
                  <a:srgbClr val="7F7F7F"/>
                </a:solidFill>
                <a:latin typeface="Consolas"/>
                <a:cs typeface="Consolas"/>
              </a:rPr>
              <a:t>&gt;</a:t>
            </a:r>
            <a:endParaRPr sz="1800">
              <a:latin typeface="Consolas"/>
              <a:cs typeface="Consolas"/>
            </a:endParaRPr>
          </a:p>
          <a:p>
            <a:pPr marL="515620">
              <a:lnSpc>
                <a:spcPct val="100000"/>
              </a:lnSpc>
            </a:pPr>
            <a:r>
              <a:rPr sz="1800" spc="-10" dirty="0">
                <a:solidFill>
                  <a:srgbClr val="7F7F7F"/>
                </a:solidFill>
                <a:latin typeface="Consolas"/>
                <a:cs typeface="Consolas"/>
              </a:rPr>
              <a:t>&lt;/</a:t>
            </a:r>
            <a:r>
              <a:rPr sz="1800" spc="-10" dirty="0">
                <a:solidFill>
                  <a:srgbClr val="559BD6"/>
                </a:solidFill>
                <a:latin typeface="Consolas"/>
                <a:cs typeface="Consolas"/>
              </a:rPr>
              <a:t>ul</a:t>
            </a:r>
            <a:r>
              <a:rPr sz="1800" spc="-10" dirty="0">
                <a:solidFill>
                  <a:srgbClr val="7F7F7F"/>
                </a:solidFill>
                <a:latin typeface="Consolas"/>
                <a:cs typeface="Consolas"/>
              </a:rPr>
              <a:t>&gt;</a:t>
            </a:r>
            <a:endParaRPr sz="1800">
              <a:latin typeface="Consolas"/>
              <a:cs typeface="Consolas"/>
            </a:endParaRPr>
          </a:p>
          <a:p>
            <a:pPr marL="264795">
              <a:lnSpc>
                <a:spcPts val="2155"/>
              </a:lnSpc>
            </a:pPr>
            <a:r>
              <a:rPr sz="1800" spc="-25" dirty="0">
                <a:solidFill>
                  <a:srgbClr val="7F7F7F"/>
                </a:solidFill>
                <a:latin typeface="Consolas"/>
                <a:cs typeface="Consolas"/>
              </a:rPr>
              <a:t>&lt;/&gt;</a:t>
            </a:r>
            <a:endParaRPr sz="1800">
              <a:latin typeface="Consolas"/>
              <a:cs typeface="Consolas"/>
            </a:endParaRPr>
          </a:p>
          <a:p>
            <a:pPr marL="13335">
              <a:lnSpc>
                <a:spcPts val="2155"/>
              </a:lnSpc>
            </a:pPr>
            <a:r>
              <a:rPr sz="1800" spc="-25" dirty="0">
                <a:solidFill>
                  <a:srgbClr val="D3D3D3"/>
                </a:solidFill>
                <a:latin typeface="Consolas"/>
                <a:cs typeface="Consolas"/>
              </a:rPr>
              <a:t>);</a:t>
            </a:r>
            <a:endParaRPr sz="1800">
              <a:latin typeface="Consolas"/>
              <a:cs typeface="Consolas"/>
            </a:endParaRPr>
          </a:p>
        </p:txBody>
      </p:sp>
      <p:sp>
        <p:nvSpPr>
          <p:cNvPr id="6" name="object 6"/>
          <p:cNvSpPr txBox="1"/>
          <p:nvPr/>
        </p:nvSpPr>
        <p:spPr>
          <a:xfrm>
            <a:off x="917163" y="3689527"/>
            <a:ext cx="3665220" cy="16713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559BD6"/>
                </a:solidFill>
                <a:latin typeface="Consolas"/>
                <a:cs typeface="Consolas"/>
              </a:rPr>
              <a:t>const</a:t>
            </a:r>
            <a:r>
              <a:rPr sz="1800" spc="35" dirty="0">
                <a:solidFill>
                  <a:srgbClr val="559BD6"/>
                </a:solidFill>
                <a:latin typeface="Times New Roman"/>
                <a:cs typeface="Times New Roman"/>
              </a:rPr>
              <a:t>  </a:t>
            </a:r>
            <a:r>
              <a:rPr sz="1800" dirty="0">
                <a:solidFill>
                  <a:srgbClr val="DCDCAA"/>
                </a:solidFill>
                <a:latin typeface="Consolas"/>
                <a:cs typeface="Consolas"/>
              </a:rPr>
              <a:t>list</a:t>
            </a:r>
            <a:r>
              <a:rPr sz="1800" spc="40" dirty="0">
                <a:solidFill>
                  <a:srgbClr val="DCDCAA"/>
                </a:solidFill>
                <a:latin typeface="Times New Roman"/>
                <a:cs typeface="Times New Roman"/>
              </a:rPr>
              <a:t>  </a:t>
            </a:r>
            <a:r>
              <a:rPr sz="1800" dirty="0">
                <a:solidFill>
                  <a:srgbClr val="D3D3D3"/>
                </a:solidFill>
                <a:latin typeface="Consolas"/>
                <a:cs typeface="Consolas"/>
              </a:rPr>
              <a:t>=</a:t>
            </a:r>
            <a:r>
              <a:rPr sz="1800" spc="40" dirty="0">
                <a:solidFill>
                  <a:srgbClr val="D3D3D3"/>
                </a:solidFill>
                <a:latin typeface="Times New Roman"/>
                <a:cs typeface="Times New Roman"/>
              </a:rPr>
              <a:t>  </a:t>
            </a:r>
            <a:r>
              <a:rPr sz="1800" spc="-50" dirty="0">
                <a:solidFill>
                  <a:srgbClr val="D3D3D3"/>
                </a:solidFill>
                <a:latin typeface="Consolas"/>
                <a:cs typeface="Consolas"/>
              </a:rPr>
              <a:t>(</a:t>
            </a:r>
            <a:endParaRPr sz="1800">
              <a:latin typeface="Consolas"/>
              <a:cs typeface="Consolas"/>
            </a:endParaRPr>
          </a:p>
          <a:p>
            <a:pPr marL="263525">
              <a:lnSpc>
                <a:spcPct val="100000"/>
              </a:lnSpc>
            </a:pPr>
            <a:r>
              <a:rPr sz="1800" spc="-20" dirty="0">
                <a:solidFill>
                  <a:srgbClr val="7F7F7F"/>
                </a:solidFill>
                <a:latin typeface="Consolas"/>
                <a:cs typeface="Consolas"/>
              </a:rPr>
              <a:t>&lt;</a:t>
            </a:r>
            <a:r>
              <a:rPr sz="1800" spc="-20" dirty="0">
                <a:solidFill>
                  <a:srgbClr val="559BD6"/>
                </a:solidFill>
                <a:latin typeface="Consolas"/>
                <a:cs typeface="Consolas"/>
              </a:rPr>
              <a:t>ul</a:t>
            </a:r>
            <a:r>
              <a:rPr sz="1800" spc="-20" dirty="0">
                <a:solidFill>
                  <a:srgbClr val="7F7F7F"/>
                </a:solidFill>
                <a:latin typeface="Consolas"/>
                <a:cs typeface="Consolas"/>
              </a:rPr>
              <a:t>&gt;</a:t>
            </a:r>
            <a:endParaRPr sz="1800">
              <a:latin typeface="Consolas"/>
              <a:cs typeface="Consolas"/>
            </a:endParaRPr>
          </a:p>
          <a:p>
            <a:pPr marL="514350">
              <a:lnSpc>
                <a:spcPct val="100000"/>
              </a:lnSpc>
            </a:pPr>
            <a:r>
              <a:rPr sz="1800" dirty="0">
                <a:solidFill>
                  <a:srgbClr val="7F7F7F"/>
                </a:solidFill>
                <a:latin typeface="Consolas"/>
                <a:cs typeface="Consolas"/>
              </a:rPr>
              <a:t>&lt;</a:t>
            </a:r>
            <a:r>
              <a:rPr sz="1800" dirty="0">
                <a:solidFill>
                  <a:srgbClr val="559BD6"/>
                </a:solidFill>
                <a:latin typeface="Consolas"/>
                <a:cs typeface="Consolas"/>
              </a:rPr>
              <a:t>li</a:t>
            </a:r>
            <a:r>
              <a:rPr sz="1800" dirty="0">
                <a:solidFill>
                  <a:srgbClr val="7F7F7F"/>
                </a:solidFill>
                <a:latin typeface="Consolas"/>
                <a:cs typeface="Consolas"/>
              </a:rPr>
              <a:t>&gt;</a:t>
            </a:r>
            <a:r>
              <a:rPr sz="1800" dirty="0">
                <a:solidFill>
                  <a:srgbClr val="D3D3D3"/>
                </a:solidFill>
                <a:latin typeface="Consolas"/>
                <a:cs typeface="Consolas"/>
              </a:rPr>
              <a:t>Dr.</a:t>
            </a:r>
            <a:r>
              <a:rPr sz="1800" spc="35" dirty="0">
                <a:solidFill>
                  <a:srgbClr val="D3D3D3"/>
                </a:solidFill>
                <a:latin typeface="Times New Roman"/>
                <a:cs typeface="Times New Roman"/>
              </a:rPr>
              <a:t>  </a:t>
            </a:r>
            <a:r>
              <a:rPr sz="1800" dirty="0">
                <a:solidFill>
                  <a:srgbClr val="D3D3D3"/>
                </a:solidFill>
                <a:latin typeface="Consolas"/>
                <a:cs typeface="Consolas"/>
              </a:rPr>
              <a:t>David</a:t>
            </a:r>
            <a:r>
              <a:rPr sz="1800" spc="35" dirty="0">
                <a:solidFill>
                  <a:srgbClr val="D3D3D3"/>
                </a:solidFill>
                <a:latin typeface="Times New Roman"/>
                <a:cs typeface="Times New Roman"/>
              </a:rPr>
              <a:t>  </a:t>
            </a:r>
            <a:r>
              <a:rPr sz="1800" spc="-10" dirty="0">
                <a:solidFill>
                  <a:srgbClr val="D3D3D3"/>
                </a:solidFill>
                <a:latin typeface="Consolas"/>
                <a:cs typeface="Consolas"/>
              </a:rPr>
              <a:t>Stotts</a:t>
            </a:r>
            <a:r>
              <a:rPr sz="1800" spc="-10" dirty="0">
                <a:solidFill>
                  <a:srgbClr val="7F7F7F"/>
                </a:solidFill>
                <a:latin typeface="Consolas"/>
                <a:cs typeface="Consolas"/>
              </a:rPr>
              <a:t>&lt;/</a:t>
            </a:r>
            <a:r>
              <a:rPr sz="1800" spc="-10" dirty="0">
                <a:solidFill>
                  <a:srgbClr val="559BD6"/>
                </a:solidFill>
                <a:latin typeface="Consolas"/>
                <a:cs typeface="Consolas"/>
              </a:rPr>
              <a:t>li</a:t>
            </a:r>
            <a:r>
              <a:rPr sz="1800" spc="-10" dirty="0">
                <a:solidFill>
                  <a:srgbClr val="7F7F7F"/>
                </a:solidFill>
                <a:latin typeface="Consolas"/>
                <a:cs typeface="Consolas"/>
              </a:rPr>
              <a:t>&gt;</a:t>
            </a:r>
            <a:endParaRPr sz="1800">
              <a:latin typeface="Consolas"/>
              <a:cs typeface="Consolas"/>
            </a:endParaRPr>
          </a:p>
          <a:p>
            <a:pPr marL="514350">
              <a:lnSpc>
                <a:spcPct val="100000"/>
              </a:lnSpc>
            </a:pPr>
            <a:r>
              <a:rPr sz="1800" spc="-10" dirty="0">
                <a:solidFill>
                  <a:srgbClr val="7F7F7F"/>
                </a:solidFill>
                <a:latin typeface="Consolas"/>
                <a:cs typeface="Consolas"/>
              </a:rPr>
              <a:t>&lt;</a:t>
            </a:r>
            <a:r>
              <a:rPr sz="1800" spc="-10" dirty="0">
                <a:solidFill>
                  <a:srgbClr val="559BD6"/>
                </a:solidFill>
                <a:latin typeface="Consolas"/>
                <a:cs typeface="Consolas"/>
              </a:rPr>
              <a:t>li</a:t>
            </a:r>
            <a:r>
              <a:rPr sz="1800" spc="-10" dirty="0">
                <a:solidFill>
                  <a:srgbClr val="7F7F7F"/>
                </a:solidFill>
                <a:latin typeface="Consolas"/>
                <a:cs typeface="Consolas"/>
              </a:rPr>
              <a:t>&gt;</a:t>
            </a:r>
            <a:r>
              <a:rPr sz="1800" spc="-10" dirty="0">
                <a:solidFill>
                  <a:srgbClr val="559BD6"/>
                </a:solidFill>
                <a:latin typeface="Consolas"/>
                <a:cs typeface="Consolas"/>
              </a:rPr>
              <a:t>{</a:t>
            </a:r>
            <a:r>
              <a:rPr sz="1800" spc="-10" dirty="0">
                <a:solidFill>
                  <a:srgbClr val="9BDCFE"/>
                </a:solidFill>
                <a:latin typeface="Consolas"/>
                <a:cs typeface="Consolas"/>
              </a:rPr>
              <a:t>name</a:t>
            </a:r>
            <a:r>
              <a:rPr sz="1800" spc="-10" dirty="0">
                <a:solidFill>
                  <a:srgbClr val="559BD6"/>
                </a:solidFill>
                <a:latin typeface="Consolas"/>
                <a:cs typeface="Consolas"/>
              </a:rPr>
              <a:t>}</a:t>
            </a:r>
            <a:r>
              <a:rPr sz="1800" spc="-10" dirty="0">
                <a:solidFill>
                  <a:srgbClr val="7F7F7F"/>
                </a:solidFill>
                <a:latin typeface="Consolas"/>
                <a:cs typeface="Consolas"/>
              </a:rPr>
              <a:t>&lt;/</a:t>
            </a:r>
            <a:r>
              <a:rPr sz="1800" spc="-10" dirty="0">
                <a:solidFill>
                  <a:srgbClr val="559BD6"/>
                </a:solidFill>
                <a:latin typeface="Consolas"/>
                <a:cs typeface="Consolas"/>
              </a:rPr>
              <a:t>li</a:t>
            </a:r>
            <a:r>
              <a:rPr sz="1800" spc="-10" dirty="0">
                <a:solidFill>
                  <a:srgbClr val="7F7F7F"/>
                </a:solidFill>
                <a:latin typeface="Consolas"/>
                <a:cs typeface="Consolas"/>
              </a:rPr>
              <a:t>&gt;</a:t>
            </a:r>
            <a:endParaRPr sz="1800">
              <a:latin typeface="Consolas"/>
              <a:cs typeface="Consolas"/>
            </a:endParaRPr>
          </a:p>
          <a:p>
            <a:pPr marL="264160">
              <a:lnSpc>
                <a:spcPct val="100000"/>
              </a:lnSpc>
            </a:pPr>
            <a:r>
              <a:rPr sz="1800" spc="-10" dirty="0">
                <a:solidFill>
                  <a:srgbClr val="7F7F7F"/>
                </a:solidFill>
                <a:latin typeface="Consolas"/>
                <a:cs typeface="Consolas"/>
              </a:rPr>
              <a:t>&lt;/</a:t>
            </a:r>
            <a:r>
              <a:rPr sz="1800" spc="-10" dirty="0">
                <a:solidFill>
                  <a:srgbClr val="559BD6"/>
                </a:solidFill>
                <a:latin typeface="Consolas"/>
                <a:cs typeface="Consolas"/>
              </a:rPr>
              <a:t>ul</a:t>
            </a:r>
            <a:r>
              <a:rPr sz="1800" spc="-10" dirty="0">
                <a:solidFill>
                  <a:srgbClr val="7F7F7F"/>
                </a:solidFill>
                <a:latin typeface="Consolas"/>
                <a:cs typeface="Consolas"/>
              </a:rPr>
              <a:t>&gt;</a:t>
            </a:r>
            <a:endParaRPr sz="1800">
              <a:latin typeface="Consolas"/>
              <a:cs typeface="Consolas"/>
            </a:endParaRPr>
          </a:p>
          <a:p>
            <a:pPr marL="12700">
              <a:lnSpc>
                <a:spcPct val="100000"/>
              </a:lnSpc>
            </a:pPr>
            <a:r>
              <a:rPr sz="1800" spc="-25" dirty="0">
                <a:solidFill>
                  <a:srgbClr val="D3D3D3"/>
                </a:solidFill>
                <a:latin typeface="Consolas"/>
                <a:cs typeface="Consolas"/>
              </a:rPr>
              <a:t>);</a:t>
            </a:r>
            <a:endParaRPr sz="1800">
              <a:latin typeface="Consolas"/>
              <a:cs typeface="Consolas"/>
            </a:endParaRPr>
          </a:p>
        </p:txBody>
      </p:sp>
      <p:pic>
        <p:nvPicPr>
          <p:cNvPr id="7" name="Logo black">
            <a:extLst>
              <a:ext uri="{FF2B5EF4-FFF2-40B4-BE49-F238E27FC236}">
                <a16:creationId xmlns:a16="http://schemas.microsoft.com/office/drawing/2014/main" id="{DBAA219F-DDC8-C1EC-AC36-268ABF3EDE3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3346" y="397760"/>
            <a:ext cx="784800" cy="21184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335401" y="3011677"/>
            <a:ext cx="5521325" cy="695960"/>
          </a:xfrm>
          <a:prstGeom prst="rect">
            <a:avLst/>
          </a:prstGeom>
        </p:spPr>
        <p:txBody>
          <a:bodyPr vert="horz" wrap="square" lIns="0" tIns="12065" rIns="0" bIns="0" rtlCol="0">
            <a:spAutoFit/>
          </a:bodyPr>
          <a:lstStyle/>
          <a:p>
            <a:pPr marL="12700">
              <a:lnSpc>
                <a:spcPct val="100000"/>
              </a:lnSpc>
              <a:spcBef>
                <a:spcPts val="95"/>
              </a:spcBef>
            </a:pPr>
            <a:r>
              <a:rPr dirty="0"/>
              <a:t>“React</a:t>
            </a:r>
            <a:r>
              <a:rPr spc="-204" dirty="0">
                <a:latin typeface="Times New Roman"/>
                <a:cs typeface="Times New Roman"/>
              </a:rPr>
              <a:t> </a:t>
            </a:r>
            <a:r>
              <a:rPr dirty="0"/>
              <a:t>is</a:t>
            </a:r>
            <a:r>
              <a:rPr spc="-204" dirty="0">
                <a:latin typeface="Times New Roman"/>
                <a:cs typeface="Times New Roman"/>
              </a:rPr>
              <a:t> </a:t>
            </a:r>
            <a:r>
              <a:rPr dirty="0">
                <a:solidFill>
                  <a:srgbClr val="C00000"/>
                </a:solidFill>
                <a:latin typeface="Calibri"/>
                <a:cs typeface="Calibri"/>
              </a:rPr>
              <a:t>just</a:t>
            </a:r>
            <a:r>
              <a:rPr spc="-204" dirty="0">
                <a:solidFill>
                  <a:srgbClr val="C00000"/>
                </a:solidFill>
                <a:latin typeface="Times New Roman"/>
                <a:cs typeface="Times New Roman"/>
              </a:rPr>
              <a:t> </a:t>
            </a:r>
            <a:r>
              <a:rPr spc="-10" dirty="0">
                <a:solidFill>
                  <a:srgbClr val="C00000"/>
                </a:solidFill>
                <a:latin typeface="Calibri"/>
                <a:cs typeface="Calibri"/>
              </a:rPr>
              <a:t>JavaScript</a:t>
            </a:r>
            <a:r>
              <a:rPr spc="-10" dirty="0"/>
              <a:t>”</a:t>
            </a:r>
          </a:p>
        </p:txBody>
      </p:sp>
      <p:pic>
        <p:nvPicPr>
          <p:cNvPr id="3" name="Logo black">
            <a:extLst>
              <a:ext uri="{FF2B5EF4-FFF2-40B4-BE49-F238E27FC236}">
                <a16:creationId xmlns:a16="http://schemas.microsoft.com/office/drawing/2014/main" id="{91E8FFB6-6BCC-430D-C6AE-35987C47083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3346" y="6294893"/>
            <a:ext cx="784800" cy="21184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25400">
              <a:lnSpc>
                <a:spcPct val="100000"/>
              </a:lnSpc>
              <a:spcBef>
                <a:spcPts val="95"/>
              </a:spcBef>
            </a:pPr>
            <a:r>
              <a:rPr dirty="0"/>
              <a:t>Functional</a:t>
            </a:r>
            <a:r>
              <a:rPr spc="-275" dirty="0">
                <a:latin typeface="Times New Roman"/>
                <a:cs typeface="Times New Roman"/>
              </a:rPr>
              <a:t> </a:t>
            </a:r>
            <a:r>
              <a:rPr spc="-10" dirty="0"/>
              <a:t>programming</a:t>
            </a:r>
          </a:p>
        </p:txBody>
      </p:sp>
      <p:sp>
        <p:nvSpPr>
          <p:cNvPr id="3" name="object 3"/>
          <p:cNvSpPr txBox="1"/>
          <p:nvPr/>
        </p:nvSpPr>
        <p:spPr>
          <a:xfrm>
            <a:off x="916939" y="2880969"/>
            <a:ext cx="5339715" cy="2342515"/>
          </a:xfrm>
          <a:prstGeom prst="rect">
            <a:avLst/>
          </a:prstGeom>
        </p:spPr>
        <p:txBody>
          <a:bodyPr vert="horz" wrap="square" lIns="0" tIns="12700" rIns="0" bIns="0" rtlCol="0">
            <a:spAutoFit/>
          </a:bodyPr>
          <a:lstStyle/>
          <a:p>
            <a:pPr marL="526415" indent="-513715">
              <a:lnSpc>
                <a:spcPct val="100000"/>
              </a:lnSpc>
              <a:spcBef>
                <a:spcPts val="100"/>
              </a:spcBef>
              <a:buClr>
                <a:srgbClr val="C00000"/>
              </a:buClr>
              <a:buAutoNum type="arabicPeriod"/>
              <a:tabLst>
                <a:tab pos="526415" algn="l"/>
              </a:tabLst>
            </a:pPr>
            <a:r>
              <a:rPr sz="2800" dirty="0">
                <a:latin typeface="Calibri"/>
                <a:cs typeface="Calibri"/>
              </a:rPr>
              <a:t>Functions</a:t>
            </a:r>
            <a:r>
              <a:rPr sz="2800" spc="-110" dirty="0">
                <a:latin typeface="Times New Roman"/>
                <a:cs typeface="Times New Roman"/>
              </a:rPr>
              <a:t> </a:t>
            </a:r>
            <a:r>
              <a:rPr sz="2800" dirty="0">
                <a:latin typeface="Calibri"/>
                <a:cs typeface="Calibri"/>
              </a:rPr>
              <a:t>are</a:t>
            </a:r>
            <a:r>
              <a:rPr sz="2800" spc="-135" dirty="0">
                <a:latin typeface="Times New Roman"/>
                <a:cs typeface="Times New Roman"/>
              </a:rPr>
              <a:t> </a:t>
            </a:r>
            <a:r>
              <a:rPr sz="2800" spc="-10" dirty="0">
                <a:latin typeface="Calibri"/>
                <a:cs typeface="Calibri"/>
              </a:rPr>
              <a:t>“</a:t>
            </a:r>
            <a:r>
              <a:rPr sz="2800" spc="-10" dirty="0">
                <a:solidFill>
                  <a:srgbClr val="C00000"/>
                </a:solidFill>
                <a:latin typeface="Calibri"/>
                <a:cs typeface="Calibri"/>
              </a:rPr>
              <a:t>first</a:t>
            </a:r>
            <a:r>
              <a:rPr sz="2800" spc="-125" dirty="0">
                <a:solidFill>
                  <a:srgbClr val="C00000"/>
                </a:solidFill>
                <a:latin typeface="Times New Roman"/>
                <a:cs typeface="Times New Roman"/>
              </a:rPr>
              <a:t> </a:t>
            </a:r>
            <a:r>
              <a:rPr sz="2800" dirty="0">
                <a:solidFill>
                  <a:srgbClr val="C00000"/>
                </a:solidFill>
                <a:latin typeface="Calibri"/>
                <a:cs typeface="Calibri"/>
              </a:rPr>
              <a:t>class</a:t>
            </a:r>
            <a:r>
              <a:rPr sz="2800" spc="-114" dirty="0">
                <a:solidFill>
                  <a:srgbClr val="C00000"/>
                </a:solidFill>
                <a:latin typeface="Times New Roman"/>
                <a:cs typeface="Times New Roman"/>
              </a:rPr>
              <a:t> </a:t>
            </a:r>
            <a:r>
              <a:rPr sz="2800" spc="-10" dirty="0">
                <a:solidFill>
                  <a:srgbClr val="C00000"/>
                </a:solidFill>
                <a:latin typeface="Calibri"/>
                <a:cs typeface="Calibri"/>
              </a:rPr>
              <a:t>citizens</a:t>
            </a:r>
            <a:r>
              <a:rPr sz="2800" spc="-10" dirty="0">
                <a:latin typeface="Calibri"/>
                <a:cs typeface="Calibri"/>
              </a:rPr>
              <a:t>”</a:t>
            </a:r>
            <a:endParaRPr sz="2800">
              <a:latin typeface="Calibri"/>
              <a:cs typeface="Calibri"/>
            </a:endParaRPr>
          </a:p>
          <a:p>
            <a:pPr>
              <a:lnSpc>
                <a:spcPct val="100000"/>
              </a:lnSpc>
              <a:spcBef>
                <a:spcPts val="660"/>
              </a:spcBef>
              <a:buClr>
                <a:srgbClr val="C00000"/>
              </a:buClr>
              <a:buFont typeface="Calibri"/>
              <a:buAutoNum type="arabicPeriod"/>
            </a:pPr>
            <a:endParaRPr sz="2800">
              <a:latin typeface="Calibri"/>
              <a:cs typeface="Calibri"/>
            </a:endParaRPr>
          </a:p>
          <a:p>
            <a:pPr marL="526415" indent="-513715">
              <a:lnSpc>
                <a:spcPct val="100000"/>
              </a:lnSpc>
              <a:spcBef>
                <a:spcPts val="5"/>
              </a:spcBef>
              <a:buClr>
                <a:srgbClr val="C00000"/>
              </a:buClr>
              <a:buAutoNum type="arabicPeriod"/>
              <a:tabLst>
                <a:tab pos="526415" algn="l"/>
              </a:tabLst>
            </a:pPr>
            <a:r>
              <a:rPr sz="2800" spc="-20" dirty="0">
                <a:latin typeface="Calibri"/>
                <a:cs typeface="Calibri"/>
              </a:rPr>
              <a:t>Variables</a:t>
            </a:r>
            <a:r>
              <a:rPr sz="2800" spc="-100" dirty="0">
                <a:latin typeface="Times New Roman"/>
                <a:cs typeface="Times New Roman"/>
              </a:rPr>
              <a:t> </a:t>
            </a:r>
            <a:r>
              <a:rPr sz="2800" dirty="0">
                <a:latin typeface="Calibri"/>
                <a:cs typeface="Calibri"/>
              </a:rPr>
              <a:t>are</a:t>
            </a:r>
            <a:r>
              <a:rPr sz="2800" spc="-100" dirty="0">
                <a:latin typeface="Times New Roman"/>
                <a:cs typeface="Times New Roman"/>
              </a:rPr>
              <a:t> </a:t>
            </a:r>
            <a:r>
              <a:rPr sz="2800" spc="-10" dirty="0">
                <a:solidFill>
                  <a:srgbClr val="C00000"/>
                </a:solidFill>
                <a:latin typeface="Calibri"/>
                <a:cs typeface="Calibri"/>
              </a:rPr>
              <a:t>immutable</a:t>
            </a:r>
            <a:endParaRPr sz="2800">
              <a:latin typeface="Calibri"/>
              <a:cs typeface="Calibri"/>
            </a:endParaRPr>
          </a:p>
          <a:p>
            <a:pPr>
              <a:lnSpc>
                <a:spcPct val="100000"/>
              </a:lnSpc>
              <a:spcBef>
                <a:spcPts val="660"/>
              </a:spcBef>
              <a:buClr>
                <a:srgbClr val="C00000"/>
              </a:buClr>
              <a:buFont typeface="Calibri"/>
              <a:buAutoNum type="arabicPeriod"/>
            </a:pPr>
            <a:endParaRPr sz="2800">
              <a:latin typeface="Calibri"/>
              <a:cs typeface="Calibri"/>
            </a:endParaRPr>
          </a:p>
          <a:p>
            <a:pPr marL="526415" indent="-513715">
              <a:lnSpc>
                <a:spcPct val="100000"/>
              </a:lnSpc>
              <a:buClr>
                <a:srgbClr val="C00000"/>
              </a:buClr>
              <a:buAutoNum type="arabicPeriod"/>
              <a:tabLst>
                <a:tab pos="526415" algn="l"/>
              </a:tabLst>
            </a:pPr>
            <a:r>
              <a:rPr sz="2800" dirty="0">
                <a:latin typeface="Calibri"/>
                <a:cs typeface="Calibri"/>
              </a:rPr>
              <a:t>Functions</a:t>
            </a:r>
            <a:r>
              <a:rPr sz="2800" spc="-110" dirty="0">
                <a:latin typeface="Times New Roman"/>
                <a:cs typeface="Times New Roman"/>
              </a:rPr>
              <a:t> </a:t>
            </a:r>
            <a:r>
              <a:rPr sz="2800" dirty="0">
                <a:latin typeface="Calibri"/>
                <a:cs typeface="Calibri"/>
              </a:rPr>
              <a:t>have</a:t>
            </a:r>
            <a:r>
              <a:rPr sz="2800" spc="-130" dirty="0">
                <a:latin typeface="Times New Roman"/>
                <a:cs typeface="Times New Roman"/>
              </a:rPr>
              <a:t> </a:t>
            </a:r>
            <a:r>
              <a:rPr sz="2800" dirty="0">
                <a:solidFill>
                  <a:srgbClr val="C00000"/>
                </a:solidFill>
                <a:latin typeface="Calibri"/>
                <a:cs typeface="Calibri"/>
              </a:rPr>
              <a:t>no</a:t>
            </a:r>
            <a:r>
              <a:rPr sz="2800" spc="-120" dirty="0">
                <a:solidFill>
                  <a:srgbClr val="C00000"/>
                </a:solidFill>
                <a:latin typeface="Times New Roman"/>
                <a:cs typeface="Times New Roman"/>
              </a:rPr>
              <a:t> </a:t>
            </a:r>
            <a:r>
              <a:rPr sz="2800" dirty="0">
                <a:solidFill>
                  <a:srgbClr val="C00000"/>
                </a:solidFill>
                <a:latin typeface="Calibri"/>
                <a:cs typeface="Calibri"/>
              </a:rPr>
              <a:t>side</a:t>
            </a:r>
            <a:r>
              <a:rPr sz="2800" spc="-135" dirty="0">
                <a:solidFill>
                  <a:srgbClr val="C00000"/>
                </a:solidFill>
                <a:latin typeface="Times New Roman"/>
                <a:cs typeface="Times New Roman"/>
              </a:rPr>
              <a:t> </a:t>
            </a:r>
            <a:r>
              <a:rPr sz="2800" spc="-10" dirty="0">
                <a:solidFill>
                  <a:srgbClr val="C00000"/>
                </a:solidFill>
                <a:latin typeface="Calibri"/>
                <a:cs typeface="Calibri"/>
              </a:rPr>
              <a:t>effects</a:t>
            </a:r>
            <a:endParaRPr sz="2800">
              <a:latin typeface="Calibri"/>
              <a:cs typeface="Calibri"/>
            </a:endParaRPr>
          </a:p>
        </p:txBody>
      </p:sp>
      <p:pic>
        <p:nvPicPr>
          <p:cNvPr id="4" name="Logo black">
            <a:extLst>
              <a:ext uri="{FF2B5EF4-FFF2-40B4-BE49-F238E27FC236}">
                <a16:creationId xmlns:a16="http://schemas.microsoft.com/office/drawing/2014/main" id="{0DD8E9FE-906B-416A-B376-754AC9C56A5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3346" y="6294893"/>
            <a:ext cx="784800" cy="21184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25400">
              <a:lnSpc>
                <a:spcPct val="100000"/>
              </a:lnSpc>
              <a:spcBef>
                <a:spcPts val="95"/>
              </a:spcBef>
            </a:pPr>
            <a:r>
              <a:rPr dirty="0"/>
              <a:t>Functional</a:t>
            </a:r>
            <a:r>
              <a:rPr spc="-275" dirty="0">
                <a:latin typeface="Times New Roman"/>
                <a:cs typeface="Times New Roman"/>
              </a:rPr>
              <a:t> </a:t>
            </a:r>
            <a:r>
              <a:rPr spc="-10" dirty="0"/>
              <a:t>programming</a:t>
            </a:r>
          </a:p>
        </p:txBody>
      </p:sp>
      <p:sp>
        <p:nvSpPr>
          <p:cNvPr id="3" name="object 3"/>
          <p:cNvSpPr txBox="1"/>
          <p:nvPr/>
        </p:nvSpPr>
        <p:spPr>
          <a:xfrm>
            <a:off x="916939" y="1982850"/>
            <a:ext cx="4825365" cy="452755"/>
          </a:xfrm>
          <a:prstGeom prst="rect">
            <a:avLst/>
          </a:prstGeom>
        </p:spPr>
        <p:txBody>
          <a:bodyPr vert="horz" wrap="square" lIns="0" tIns="12700" rIns="0" bIns="0" rtlCol="0">
            <a:spAutoFit/>
          </a:bodyPr>
          <a:lstStyle/>
          <a:p>
            <a:pPr marL="12700">
              <a:lnSpc>
                <a:spcPct val="100000"/>
              </a:lnSpc>
              <a:spcBef>
                <a:spcPts val="100"/>
              </a:spcBef>
            </a:pPr>
            <a:r>
              <a:rPr sz="2800" dirty="0">
                <a:latin typeface="Calibri"/>
                <a:cs typeface="Calibri"/>
              </a:rPr>
              <a:t>Functions</a:t>
            </a:r>
            <a:r>
              <a:rPr sz="2800" spc="-105" dirty="0">
                <a:latin typeface="Times New Roman"/>
                <a:cs typeface="Times New Roman"/>
              </a:rPr>
              <a:t> </a:t>
            </a:r>
            <a:r>
              <a:rPr sz="2800" dirty="0">
                <a:latin typeface="Calibri"/>
                <a:cs typeface="Calibri"/>
              </a:rPr>
              <a:t>are</a:t>
            </a:r>
            <a:r>
              <a:rPr sz="2800" spc="-135" dirty="0">
                <a:latin typeface="Times New Roman"/>
                <a:cs typeface="Times New Roman"/>
              </a:rPr>
              <a:t> </a:t>
            </a:r>
            <a:r>
              <a:rPr sz="2800" spc="-10" dirty="0">
                <a:latin typeface="Calibri"/>
                <a:cs typeface="Calibri"/>
              </a:rPr>
              <a:t>“</a:t>
            </a:r>
            <a:r>
              <a:rPr sz="2800" spc="-10" dirty="0">
                <a:solidFill>
                  <a:srgbClr val="C00000"/>
                </a:solidFill>
                <a:latin typeface="Calibri"/>
                <a:cs typeface="Calibri"/>
              </a:rPr>
              <a:t>first</a:t>
            </a:r>
            <a:r>
              <a:rPr sz="2800" spc="-130" dirty="0">
                <a:solidFill>
                  <a:srgbClr val="C00000"/>
                </a:solidFill>
                <a:latin typeface="Times New Roman"/>
                <a:cs typeface="Times New Roman"/>
              </a:rPr>
              <a:t> </a:t>
            </a:r>
            <a:r>
              <a:rPr sz="2800" dirty="0">
                <a:solidFill>
                  <a:srgbClr val="C00000"/>
                </a:solidFill>
                <a:latin typeface="Calibri"/>
                <a:cs typeface="Calibri"/>
              </a:rPr>
              <a:t>class</a:t>
            </a:r>
            <a:r>
              <a:rPr sz="2800" spc="-120" dirty="0">
                <a:solidFill>
                  <a:srgbClr val="C00000"/>
                </a:solidFill>
                <a:latin typeface="Times New Roman"/>
                <a:cs typeface="Times New Roman"/>
              </a:rPr>
              <a:t> </a:t>
            </a:r>
            <a:r>
              <a:rPr sz="2800" spc="-10" dirty="0">
                <a:solidFill>
                  <a:srgbClr val="C00000"/>
                </a:solidFill>
                <a:latin typeface="Calibri"/>
                <a:cs typeface="Calibri"/>
              </a:rPr>
              <a:t>citizens</a:t>
            </a:r>
            <a:r>
              <a:rPr sz="2800" spc="-10" dirty="0">
                <a:latin typeface="Calibri"/>
                <a:cs typeface="Calibri"/>
              </a:rPr>
              <a:t>”</a:t>
            </a:r>
            <a:endParaRPr sz="2800">
              <a:latin typeface="Calibri"/>
              <a:cs typeface="Calibri"/>
            </a:endParaRPr>
          </a:p>
        </p:txBody>
      </p:sp>
      <p:pic>
        <p:nvPicPr>
          <p:cNvPr id="4" name="object 4"/>
          <p:cNvPicPr/>
          <p:nvPr/>
        </p:nvPicPr>
        <p:blipFill>
          <a:blip r:embed="rId2" cstate="print"/>
          <a:stretch>
            <a:fillRect/>
          </a:stretch>
        </p:blipFill>
        <p:spPr>
          <a:xfrm>
            <a:off x="6096380" y="1021130"/>
            <a:ext cx="5681306" cy="2082342"/>
          </a:xfrm>
          <a:prstGeom prst="rect">
            <a:avLst/>
          </a:prstGeom>
        </p:spPr>
      </p:pic>
      <p:sp>
        <p:nvSpPr>
          <p:cNvPr id="5" name="object 5"/>
          <p:cNvSpPr txBox="1"/>
          <p:nvPr/>
        </p:nvSpPr>
        <p:spPr>
          <a:xfrm>
            <a:off x="804674" y="3105147"/>
            <a:ext cx="4848225" cy="1201420"/>
          </a:xfrm>
          <a:prstGeom prst="rect">
            <a:avLst/>
          </a:prstGeom>
          <a:solidFill>
            <a:srgbClr val="252525"/>
          </a:solidFill>
        </p:spPr>
        <p:txBody>
          <a:bodyPr vert="horz" wrap="square" lIns="0" tIns="33020" rIns="0" bIns="0" rtlCol="0">
            <a:spAutoFit/>
          </a:bodyPr>
          <a:lstStyle/>
          <a:p>
            <a:pPr marL="342900" marR="230504" indent="-252095">
              <a:lnSpc>
                <a:spcPct val="100000"/>
              </a:lnSpc>
              <a:spcBef>
                <a:spcPts val="260"/>
              </a:spcBef>
            </a:pPr>
            <a:r>
              <a:rPr sz="1800" dirty="0">
                <a:solidFill>
                  <a:srgbClr val="559BD6"/>
                </a:solidFill>
                <a:latin typeface="Consolas"/>
                <a:cs typeface="Consolas"/>
              </a:rPr>
              <a:t>let</a:t>
            </a:r>
            <a:r>
              <a:rPr sz="1800" spc="25" dirty="0">
                <a:solidFill>
                  <a:srgbClr val="559BD6"/>
                </a:solidFill>
                <a:latin typeface="Times New Roman"/>
                <a:cs typeface="Times New Roman"/>
              </a:rPr>
              <a:t>  </a:t>
            </a:r>
            <a:r>
              <a:rPr sz="1800" dirty="0">
                <a:solidFill>
                  <a:srgbClr val="DCDCAA"/>
                </a:solidFill>
                <a:latin typeface="Consolas"/>
                <a:cs typeface="Consolas"/>
              </a:rPr>
              <a:t>add</a:t>
            </a:r>
            <a:r>
              <a:rPr sz="1800" spc="40" dirty="0">
                <a:solidFill>
                  <a:srgbClr val="DCDCAA"/>
                </a:solidFill>
                <a:latin typeface="Times New Roman"/>
                <a:cs typeface="Times New Roman"/>
              </a:rPr>
              <a:t>  </a:t>
            </a:r>
            <a:r>
              <a:rPr sz="1800" dirty="0">
                <a:solidFill>
                  <a:srgbClr val="D3D3D3"/>
                </a:solidFill>
                <a:latin typeface="Consolas"/>
                <a:cs typeface="Consolas"/>
              </a:rPr>
              <a:t>=</a:t>
            </a:r>
            <a:r>
              <a:rPr sz="1800" spc="40" dirty="0">
                <a:solidFill>
                  <a:srgbClr val="D3D3D3"/>
                </a:solidFill>
                <a:latin typeface="Times New Roman"/>
                <a:cs typeface="Times New Roman"/>
              </a:rPr>
              <a:t>  </a:t>
            </a:r>
            <a:r>
              <a:rPr sz="1800" dirty="0">
                <a:solidFill>
                  <a:srgbClr val="559BD6"/>
                </a:solidFill>
                <a:latin typeface="Consolas"/>
                <a:cs typeface="Consolas"/>
              </a:rPr>
              <a:t>function</a:t>
            </a:r>
            <a:r>
              <a:rPr sz="1800" dirty="0">
                <a:solidFill>
                  <a:srgbClr val="D3D3D3"/>
                </a:solidFill>
                <a:latin typeface="Consolas"/>
                <a:cs typeface="Consolas"/>
              </a:rPr>
              <a:t>()</a:t>
            </a:r>
            <a:r>
              <a:rPr sz="1800" spc="40" dirty="0">
                <a:solidFill>
                  <a:srgbClr val="D3D3D3"/>
                </a:solidFill>
                <a:latin typeface="Times New Roman"/>
                <a:cs typeface="Times New Roman"/>
              </a:rPr>
              <a:t>  </a:t>
            </a:r>
            <a:r>
              <a:rPr sz="1800" spc="-50" dirty="0">
                <a:solidFill>
                  <a:srgbClr val="D3D3D3"/>
                </a:solidFill>
                <a:latin typeface="Consolas"/>
                <a:cs typeface="Consolas"/>
              </a:rPr>
              <a:t>{</a:t>
            </a:r>
            <a:r>
              <a:rPr sz="1800" spc="-50" dirty="0">
                <a:solidFill>
                  <a:srgbClr val="D3D3D3"/>
                </a:solidFill>
                <a:latin typeface="Times New Roman"/>
                <a:cs typeface="Times New Roman"/>
              </a:rPr>
              <a:t> </a:t>
            </a:r>
            <a:r>
              <a:rPr sz="1800" dirty="0">
                <a:solidFill>
                  <a:srgbClr val="4EC8AF"/>
                </a:solidFill>
                <a:latin typeface="Consolas"/>
                <a:cs typeface="Consolas"/>
              </a:rPr>
              <a:t>console</a:t>
            </a:r>
            <a:r>
              <a:rPr sz="1800" dirty="0">
                <a:solidFill>
                  <a:srgbClr val="D3D3D3"/>
                </a:solidFill>
                <a:latin typeface="Consolas"/>
                <a:cs typeface="Consolas"/>
              </a:rPr>
              <a:t>.</a:t>
            </a:r>
            <a:r>
              <a:rPr sz="1800" dirty="0">
                <a:solidFill>
                  <a:srgbClr val="DCDCAA"/>
                </a:solidFill>
                <a:latin typeface="Consolas"/>
                <a:cs typeface="Consolas"/>
              </a:rPr>
              <a:t>log</a:t>
            </a:r>
            <a:r>
              <a:rPr sz="1800" dirty="0">
                <a:solidFill>
                  <a:srgbClr val="D3D3D3"/>
                </a:solidFill>
                <a:latin typeface="Consolas"/>
                <a:cs typeface="Consolas"/>
              </a:rPr>
              <a:t>(</a:t>
            </a:r>
            <a:r>
              <a:rPr sz="1800" dirty="0">
                <a:solidFill>
                  <a:srgbClr val="CE9078"/>
                </a:solidFill>
                <a:latin typeface="Consolas"/>
                <a:cs typeface="Consolas"/>
              </a:rPr>
              <a:t>'Now</a:t>
            </a:r>
            <a:r>
              <a:rPr sz="1800" spc="495" dirty="0">
                <a:solidFill>
                  <a:srgbClr val="CE9078"/>
                </a:solidFill>
                <a:latin typeface="Times New Roman"/>
                <a:cs typeface="Times New Roman"/>
              </a:rPr>
              <a:t> </a:t>
            </a:r>
            <a:r>
              <a:rPr sz="1800" dirty="0">
                <a:solidFill>
                  <a:srgbClr val="CE9078"/>
                </a:solidFill>
                <a:latin typeface="Consolas"/>
                <a:cs typeface="Consolas"/>
              </a:rPr>
              <a:t>adding</a:t>
            </a:r>
            <a:r>
              <a:rPr sz="1800" spc="25" dirty="0">
                <a:solidFill>
                  <a:srgbClr val="CE9078"/>
                </a:solidFill>
                <a:latin typeface="Times New Roman"/>
                <a:cs typeface="Times New Roman"/>
              </a:rPr>
              <a:t>  </a:t>
            </a:r>
            <a:r>
              <a:rPr sz="1800" spc="-10" dirty="0">
                <a:solidFill>
                  <a:srgbClr val="CE9078"/>
                </a:solidFill>
                <a:latin typeface="Consolas"/>
                <a:cs typeface="Consolas"/>
              </a:rPr>
              <a:t>numbers'</a:t>
            </a:r>
            <a:r>
              <a:rPr sz="1800" spc="-10" dirty="0">
                <a:solidFill>
                  <a:srgbClr val="D3D3D3"/>
                </a:solidFill>
                <a:latin typeface="Consolas"/>
                <a:cs typeface="Consolas"/>
              </a:rPr>
              <a:t>);</a:t>
            </a:r>
            <a:r>
              <a:rPr sz="1800" spc="-10" dirty="0">
                <a:solidFill>
                  <a:srgbClr val="D3D3D3"/>
                </a:solidFill>
                <a:latin typeface="Times New Roman"/>
                <a:cs typeface="Times New Roman"/>
              </a:rPr>
              <a:t> </a:t>
            </a:r>
            <a:r>
              <a:rPr sz="1800" dirty="0">
                <a:solidFill>
                  <a:srgbClr val="559BD6"/>
                </a:solidFill>
                <a:latin typeface="Consolas"/>
                <a:cs typeface="Consolas"/>
              </a:rPr>
              <a:t>const</a:t>
            </a:r>
            <a:r>
              <a:rPr sz="1800" spc="40" dirty="0">
                <a:solidFill>
                  <a:srgbClr val="559BD6"/>
                </a:solidFill>
                <a:latin typeface="Times New Roman"/>
                <a:cs typeface="Times New Roman"/>
              </a:rPr>
              <a:t>  </a:t>
            </a:r>
            <a:r>
              <a:rPr sz="1800" dirty="0">
                <a:solidFill>
                  <a:srgbClr val="9BDCFE"/>
                </a:solidFill>
                <a:latin typeface="Consolas"/>
                <a:cs typeface="Consolas"/>
              </a:rPr>
              <a:t>five</a:t>
            </a:r>
            <a:r>
              <a:rPr sz="1800" spc="35" dirty="0">
                <a:solidFill>
                  <a:srgbClr val="9BDCFE"/>
                </a:solidFill>
                <a:latin typeface="Times New Roman"/>
                <a:cs typeface="Times New Roman"/>
              </a:rPr>
              <a:t>  </a:t>
            </a:r>
            <a:r>
              <a:rPr sz="1800" dirty="0">
                <a:solidFill>
                  <a:srgbClr val="D3D3D3"/>
                </a:solidFill>
                <a:latin typeface="Consolas"/>
                <a:cs typeface="Consolas"/>
              </a:rPr>
              <a:t>=</a:t>
            </a:r>
            <a:r>
              <a:rPr sz="1800" spc="40" dirty="0">
                <a:solidFill>
                  <a:srgbClr val="D3D3D3"/>
                </a:solidFill>
                <a:latin typeface="Times New Roman"/>
                <a:cs typeface="Times New Roman"/>
              </a:rPr>
              <a:t>  </a:t>
            </a:r>
            <a:r>
              <a:rPr sz="1800" dirty="0">
                <a:solidFill>
                  <a:srgbClr val="B5CEA7"/>
                </a:solidFill>
                <a:latin typeface="Consolas"/>
                <a:cs typeface="Consolas"/>
              </a:rPr>
              <a:t>3</a:t>
            </a:r>
            <a:r>
              <a:rPr sz="1800" spc="45" dirty="0">
                <a:solidFill>
                  <a:srgbClr val="B5CEA7"/>
                </a:solidFill>
                <a:latin typeface="Times New Roman"/>
                <a:cs typeface="Times New Roman"/>
              </a:rPr>
              <a:t>  </a:t>
            </a:r>
            <a:r>
              <a:rPr sz="1800" dirty="0">
                <a:solidFill>
                  <a:srgbClr val="D3D3D3"/>
                </a:solidFill>
                <a:latin typeface="Consolas"/>
                <a:cs typeface="Consolas"/>
              </a:rPr>
              <a:t>+</a:t>
            </a:r>
            <a:r>
              <a:rPr sz="1800" spc="40" dirty="0">
                <a:solidFill>
                  <a:srgbClr val="D3D3D3"/>
                </a:solidFill>
                <a:latin typeface="Times New Roman"/>
                <a:cs typeface="Times New Roman"/>
              </a:rPr>
              <a:t>  </a:t>
            </a:r>
            <a:r>
              <a:rPr sz="1800" spc="-25" dirty="0">
                <a:solidFill>
                  <a:srgbClr val="B5CEA7"/>
                </a:solidFill>
                <a:latin typeface="Consolas"/>
                <a:cs typeface="Consolas"/>
              </a:rPr>
              <a:t>2</a:t>
            </a:r>
            <a:r>
              <a:rPr sz="1800" spc="-25" dirty="0">
                <a:solidFill>
                  <a:srgbClr val="D3D3D3"/>
                </a:solidFill>
                <a:latin typeface="Consolas"/>
                <a:cs typeface="Consolas"/>
              </a:rPr>
              <a:t>;</a:t>
            </a:r>
            <a:endParaRPr sz="1800">
              <a:latin typeface="Consolas"/>
              <a:cs typeface="Consolas"/>
            </a:endParaRPr>
          </a:p>
          <a:p>
            <a:pPr marL="91440">
              <a:lnSpc>
                <a:spcPct val="100000"/>
              </a:lnSpc>
            </a:pPr>
            <a:r>
              <a:rPr sz="1800" spc="-25" dirty="0">
                <a:solidFill>
                  <a:srgbClr val="D3D3D3"/>
                </a:solidFill>
                <a:latin typeface="Consolas"/>
                <a:cs typeface="Consolas"/>
              </a:rPr>
              <a:t>};</a:t>
            </a:r>
            <a:endParaRPr sz="1800">
              <a:latin typeface="Consolas"/>
              <a:cs typeface="Consolas"/>
            </a:endParaRPr>
          </a:p>
        </p:txBody>
      </p:sp>
      <p:sp>
        <p:nvSpPr>
          <p:cNvPr id="6" name="object 6"/>
          <p:cNvSpPr txBox="1"/>
          <p:nvPr/>
        </p:nvSpPr>
        <p:spPr>
          <a:xfrm>
            <a:off x="804674" y="4696970"/>
            <a:ext cx="4848225" cy="1754505"/>
          </a:xfrm>
          <a:prstGeom prst="rect">
            <a:avLst/>
          </a:prstGeom>
          <a:solidFill>
            <a:srgbClr val="252525"/>
          </a:solidFill>
        </p:spPr>
        <p:txBody>
          <a:bodyPr vert="horz" wrap="square" lIns="0" tIns="32384" rIns="0" bIns="0" rtlCol="0">
            <a:spAutoFit/>
          </a:bodyPr>
          <a:lstStyle/>
          <a:p>
            <a:pPr marL="342265" marR="1235075" indent="-251460">
              <a:lnSpc>
                <a:spcPct val="100000"/>
              </a:lnSpc>
              <a:spcBef>
                <a:spcPts val="254"/>
              </a:spcBef>
            </a:pPr>
            <a:r>
              <a:rPr sz="1800" dirty="0">
                <a:solidFill>
                  <a:srgbClr val="559BD6"/>
                </a:solidFill>
                <a:latin typeface="Consolas"/>
                <a:cs typeface="Consolas"/>
              </a:rPr>
              <a:t>function</a:t>
            </a:r>
            <a:r>
              <a:rPr sz="1800" spc="495" dirty="0">
                <a:solidFill>
                  <a:srgbClr val="559BD6"/>
                </a:solidFill>
                <a:latin typeface="Times New Roman"/>
                <a:cs typeface="Times New Roman"/>
              </a:rPr>
              <a:t> </a:t>
            </a:r>
            <a:r>
              <a:rPr sz="1800" dirty="0">
                <a:solidFill>
                  <a:srgbClr val="DCDCAA"/>
                </a:solidFill>
                <a:latin typeface="Consolas"/>
                <a:cs typeface="Consolas"/>
              </a:rPr>
              <a:t>performTask</a:t>
            </a:r>
            <a:r>
              <a:rPr sz="1800" dirty="0">
                <a:solidFill>
                  <a:srgbClr val="D3D3D3"/>
                </a:solidFill>
                <a:latin typeface="Consolas"/>
                <a:cs typeface="Consolas"/>
              </a:rPr>
              <a:t>(</a:t>
            </a:r>
            <a:r>
              <a:rPr sz="1800" dirty="0">
                <a:solidFill>
                  <a:srgbClr val="9BDCFE"/>
                </a:solidFill>
                <a:latin typeface="Consolas"/>
                <a:cs typeface="Consolas"/>
              </a:rPr>
              <a:t>task</a:t>
            </a:r>
            <a:r>
              <a:rPr sz="1800" dirty="0">
                <a:solidFill>
                  <a:srgbClr val="D3D3D3"/>
                </a:solidFill>
                <a:latin typeface="Consolas"/>
                <a:cs typeface="Consolas"/>
              </a:rPr>
              <a:t>)</a:t>
            </a:r>
            <a:r>
              <a:rPr sz="1800" spc="500" dirty="0">
                <a:solidFill>
                  <a:srgbClr val="D3D3D3"/>
                </a:solidFill>
                <a:latin typeface="Times New Roman"/>
                <a:cs typeface="Times New Roman"/>
              </a:rPr>
              <a:t> </a:t>
            </a:r>
            <a:r>
              <a:rPr sz="1800" spc="-50" dirty="0">
                <a:solidFill>
                  <a:srgbClr val="D3D3D3"/>
                </a:solidFill>
                <a:latin typeface="Consolas"/>
                <a:cs typeface="Consolas"/>
              </a:rPr>
              <a:t>{</a:t>
            </a:r>
            <a:r>
              <a:rPr sz="1800" spc="-50" dirty="0">
                <a:solidFill>
                  <a:srgbClr val="D3D3D3"/>
                </a:solidFill>
                <a:latin typeface="Times New Roman"/>
                <a:cs typeface="Times New Roman"/>
              </a:rPr>
              <a:t> </a:t>
            </a:r>
            <a:r>
              <a:rPr sz="1800" spc="-10" dirty="0">
                <a:solidFill>
                  <a:srgbClr val="DCDCAA"/>
                </a:solidFill>
                <a:latin typeface="Consolas"/>
                <a:cs typeface="Consolas"/>
              </a:rPr>
              <a:t>task</a:t>
            </a:r>
            <a:r>
              <a:rPr sz="1800" spc="-10" dirty="0">
                <a:solidFill>
                  <a:srgbClr val="D3D3D3"/>
                </a:solidFill>
                <a:latin typeface="Consolas"/>
                <a:cs typeface="Consolas"/>
              </a:rPr>
              <a:t>();</a:t>
            </a:r>
            <a:endParaRPr sz="1800">
              <a:latin typeface="Consolas"/>
              <a:cs typeface="Consolas"/>
            </a:endParaRPr>
          </a:p>
          <a:p>
            <a:pPr marL="342265">
              <a:lnSpc>
                <a:spcPct val="100000"/>
              </a:lnSpc>
            </a:pPr>
            <a:r>
              <a:rPr sz="1800" dirty="0">
                <a:solidFill>
                  <a:srgbClr val="4EC8AF"/>
                </a:solidFill>
                <a:latin typeface="Consolas"/>
                <a:cs typeface="Consolas"/>
              </a:rPr>
              <a:t>console</a:t>
            </a:r>
            <a:r>
              <a:rPr sz="1800" dirty="0">
                <a:solidFill>
                  <a:srgbClr val="D3D3D3"/>
                </a:solidFill>
                <a:latin typeface="Consolas"/>
                <a:cs typeface="Consolas"/>
              </a:rPr>
              <a:t>.</a:t>
            </a:r>
            <a:r>
              <a:rPr sz="1800" dirty="0">
                <a:solidFill>
                  <a:srgbClr val="DCDCAA"/>
                </a:solidFill>
                <a:latin typeface="Consolas"/>
                <a:cs typeface="Consolas"/>
              </a:rPr>
              <a:t>log</a:t>
            </a:r>
            <a:r>
              <a:rPr sz="1800" dirty="0">
                <a:solidFill>
                  <a:srgbClr val="D3D3D3"/>
                </a:solidFill>
                <a:latin typeface="Consolas"/>
                <a:cs typeface="Consolas"/>
              </a:rPr>
              <a:t>(</a:t>
            </a:r>
            <a:r>
              <a:rPr sz="1800" dirty="0">
                <a:solidFill>
                  <a:srgbClr val="CE9078"/>
                </a:solidFill>
                <a:latin typeface="Consolas"/>
                <a:cs typeface="Consolas"/>
              </a:rPr>
              <a:t>'Task</a:t>
            </a:r>
            <a:r>
              <a:rPr sz="1800" spc="490" dirty="0">
                <a:solidFill>
                  <a:srgbClr val="CE9078"/>
                </a:solidFill>
                <a:latin typeface="Times New Roman"/>
                <a:cs typeface="Times New Roman"/>
              </a:rPr>
              <a:t> </a:t>
            </a:r>
            <a:r>
              <a:rPr sz="1800" spc="-10" dirty="0">
                <a:solidFill>
                  <a:srgbClr val="CE9078"/>
                </a:solidFill>
                <a:latin typeface="Consolas"/>
                <a:cs typeface="Consolas"/>
              </a:rPr>
              <a:t>performed!'</a:t>
            </a:r>
            <a:r>
              <a:rPr sz="1800" spc="-10" dirty="0">
                <a:solidFill>
                  <a:srgbClr val="D3D3D3"/>
                </a:solidFill>
                <a:latin typeface="Consolas"/>
                <a:cs typeface="Consolas"/>
              </a:rPr>
              <a:t>);</a:t>
            </a:r>
            <a:endParaRPr sz="1800">
              <a:latin typeface="Consolas"/>
              <a:cs typeface="Consolas"/>
            </a:endParaRPr>
          </a:p>
          <a:p>
            <a:pPr marL="90805">
              <a:lnSpc>
                <a:spcPct val="100000"/>
              </a:lnSpc>
            </a:pPr>
            <a:r>
              <a:rPr sz="1800" spc="-50" dirty="0">
                <a:solidFill>
                  <a:srgbClr val="D3D3D3"/>
                </a:solidFill>
                <a:latin typeface="Consolas"/>
                <a:cs typeface="Consolas"/>
              </a:rPr>
              <a:t>}</a:t>
            </a:r>
            <a:endParaRPr sz="1800">
              <a:latin typeface="Consolas"/>
              <a:cs typeface="Consolas"/>
            </a:endParaRPr>
          </a:p>
          <a:p>
            <a:pPr>
              <a:lnSpc>
                <a:spcPct val="100000"/>
              </a:lnSpc>
              <a:spcBef>
                <a:spcPts val="50"/>
              </a:spcBef>
            </a:pPr>
            <a:endParaRPr sz="1800">
              <a:latin typeface="Consolas"/>
              <a:cs typeface="Consolas"/>
            </a:endParaRPr>
          </a:p>
          <a:p>
            <a:pPr marL="90805">
              <a:lnSpc>
                <a:spcPct val="100000"/>
              </a:lnSpc>
            </a:pPr>
            <a:r>
              <a:rPr sz="1800" spc="-10" dirty="0">
                <a:solidFill>
                  <a:srgbClr val="DCDCAA"/>
                </a:solidFill>
                <a:latin typeface="Consolas"/>
                <a:cs typeface="Consolas"/>
              </a:rPr>
              <a:t>performTask</a:t>
            </a:r>
            <a:r>
              <a:rPr sz="1800" spc="-10" dirty="0">
                <a:solidFill>
                  <a:srgbClr val="D3D3D3"/>
                </a:solidFill>
                <a:latin typeface="Consolas"/>
                <a:cs typeface="Consolas"/>
              </a:rPr>
              <a:t>(</a:t>
            </a:r>
            <a:r>
              <a:rPr sz="1800" spc="-10" dirty="0">
                <a:solidFill>
                  <a:srgbClr val="9BDCFE"/>
                </a:solidFill>
                <a:latin typeface="Consolas"/>
                <a:cs typeface="Consolas"/>
              </a:rPr>
              <a:t>add</a:t>
            </a:r>
            <a:r>
              <a:rPr sz="1800" spc="-10" dirty="0">
                <a:solidFill>
                  <a:srgbClr val="D3D3D3"/>
                </a:solidFill>
                <a:latin typeface="Consolas"/>
                <a:cs typeface="Consolas"/>
              </a:rPr>
              <a:t>);</a:t>
            </a:r>
            <a:endParaRPr sz="1800">
              <a:latin typeface="Consolas"/>
              <a:cs typeface="Consolas"/>
            </a:endParaRPr>
          </a:p>
        </p:txBody>
      </p:sp>
      <p:sp>
        <p:nvSpPr>
          <p:cNvPr id="7" name="object 7"/>
          <p:cNvSpPr txBox="1"/>
          <p:nvPr/>
        </p:nvSpPr>
        <p:spPr>
          <a:xfrm>
            <a:off x="6307073" y="3865628"/>
            <a:ext cx="5080635" cy="2585720"/>
          </a:xfrm>
          <a:prstGeom prst="rect">
            <a:avLst/>
          </a:prstGeom>
          <a:solidFill>
            <a:srgbClr val="252525"/>
          </a:solidFill>
        </p:spPr>
        <p:txBody>
          <a:bodyPr vert="horz" wrap="square" lIns="0" tIns="32384" rIns="0" bIns="0" rtlCol="0">
            <a:spAutoFit/>
          </a:bodyPr>
          <a:lstStyle/>
          <a:p>
            <a:pPr marL="342900" marR="2344420" indent="-252095">
              <a:lnSpc>
                <a:spcPct val="100000"/>
              </a:lnSpc>
              <a:spcBef>
                <a:spcPts val="254"/>
              </a:spcBef>
            </a:pPr>
            <a:r>
              <a:rPr sz="1800" dirty="0">
                <a:solidFill>
                  <a:srgbClr val="559BD6"/>
                </a:solidFill>
                <a:latin typeface="Consolas"/>
                <a:cs typeface="Consolas"/>
              </a:rPr>
              <a:t>function</a:t>
            </a:r>
            <a:r>
              <a:rPr sz="1800" spc="30" dirty="0">
                <a:solidFill>
                  <a:srgbClr val="559BD6"/>
                </a:solidFill>
                <a:latin typeface="Times New Roman"/>
                <a:cs typeface="Times New Roman"/>
              </a:rPr>
              <a:t>  </a:t>
            </a:r>
            <a:r>
              <a:rPr sz="1800" dirty="0">
                <a:solidFill>
                  <a:srgbClr val="DCDCAA"/>
                </a:solidFill>
                <a:latin typeface="Consolas"/>
                <a:cs typeface="Consolas"/>
              </a:rPr>
              <a:t>foo</a:t>
            </a:r>
            <a:r>
              <a:rPr sz="1800" dirty="0">
                <a:solidFill>
                  <a:srgbClr val="D3D3D3"/>
                </a:solidFill>
                <a:latin typeface="Consolas"/>
                <a:cs typeface="Consolas"/>
              </a:rPr>
              <a:t>()</a:t>
            </a:r>
            <a:r>
              <a:rPr sz="1800" spc="40" dirty="0">
                <a:solidFill>
                  <a:srgbClr val="D3D3D3"/>
                </a:solidFill>
                <a:latin typeface="Times New Roman"/>
                <a:cs typeface="Times New Roman"/>
              </a:rPr>
              <a:t>  </a:t>
            </a:r>
            <a:r>
              <a:rPr sz="1800" spc="-50" dirty="0">
                <a:solidFill>
                  <a:srgbClr val="D3D3D3"/>
                </a:solidFill>
                <a:latin typeface="Consolas"/>
                <a:cs typeface="Consolas"/>
              </a:rPr>
              <a:t>{</a:t>
            </a:r>
            <a:r>
              <a:rPr sz="1800" spc="-50" dirty="0">
                <a:solidFill>
                  <a:srgbClr val="D3D3D3"/>
                </a:solidFill>
                <a:latin typeface="Times New Roman"/>
                <a:cs typeface="Times New Roman"/>
              </a:rPr>
              <a:t> </a:t>
            </a:r>
            <a:r>
              <a:rPr sz="1800" dirty="0">
                <a:solidFill>
                  <a:srgbClr val="C585C0"/>
                </a:solidFill>
                <a:latin typeface="Consolas"/>
                <a:cs typeface="Consolas"/>
              </a:rPr>
              <a:t>return</a:t>
            </a:r>
            <a:r>
              <a:rPr sz="1800" spc="25" dirty="0">
                <a:solidFill>
                  <a:srgbClr val="C585C0"/>
                </a:solidFill>
                <a:latin typeface="Times New Roman"/>
                <a:cs typeface="Times New Roman"/>
              </a:rPr>
              <a:t>  </a:t>
            </a:r>
            <a:r>
              <a:rPr sz="1800" dirty="0">
                <a:solidFill>
                  <a:srgbClr val="559BD6"/>
                </a:solidFill>
                <a:latin typeface="Consolas"/>
                <a:cs typeface="Consolas"/>
              </a:rPr>
              <a:t>function</a:t>
            </a:r>
            <a:r>
              <a:rPr sz="1800" dirty="0">
                <a:solidFill>
                  <a:srgbClr val="D3D3D3"/>
                </a:solidFill>
                <a:latin typeface="Consolas"/>
                <a:cs typeface="Consolas"/>
              </a:rPr>
              <a:t>()</a:t>
            </a:r>
            <a:r>
              <a:rPr sz="1800" spc="35" dirty="0">
                <a:solidFill>
                  <a:srgbClr val="D3D3D3"/>
                </a:solidFill>
                <a:latin typeface="Times New Roman"/>
                <a:cs typeface="Times New Roman"/>
              </a:rPr>
              <a:t>  </a:t>
            </a:r>
            <a:r>
              <a:rPr sz="1800" spc="-50" dirty="0">
                <a:solidFill>
                  <a:srgbClr val="D3D3D3"/>
                </a:solidFill>
                <a:latin typeface="Consolas"/>
                <a:cs typeface="Consolas"/>
              </a:rPr>
              <a:t>{</a:t>
            </a:r>
            <a:endParaRPr sz="1800">
              <a:latin typeface="Consolas"/>
              <a:cs typeface="Consolas"/>
            </a:endParaRPr>
          </a:p>
          <a:p>
            <a:pPr marL="593725">
              <a:lnSpc>
                <a:spcPct val="100000"/>
              </a:lnSpc>
            </a:pPr>
            <a:r>
              <a:rPr sz="1800" dirty="0">
                <a:solidFill>
                  <a:srgbClr val="4EC8AF"/>
                </a:solidFill>
                <a:latin typeface="Consolas"/>
                <a:cs typeface="Consolas"/>
              </a:rPr>
              <a:t>console</a:t>
            </a:r>
            <a:r>
              <a:rPr sz="1800" dirty="0">
                <a:solidFill>
                  <a:srgbClr val="D3D3D3"/>
                </a:solidFill>
                <a:latin typeface="Consolas"/>
                <a:cs typeface="Consolas"/>
              </a:rPr>
              <a:t>.</a:t>
            </a:r>
            <a:r>
              <a:rPr sz="1800" dirty="0">
                <a:solidFill>
                  <a:srgbClr val="DCDCAA"/>
                </a:solidFill>
                <a:latin typeface="Consolas"/>
                <a:cs typeface="Consolas"/>
              </a:rPr>
              <a:t>log</a:t>
            </a:r>
            <a:r>
              <a:rPr sz="1800" dirty="0">
                <a:solidFill>
                  <a:srgbClr val="D3D3D3"/>
                </a:solidFill>
                <a:latin typeface="Consolas"/>
                <a:cs typeface="Consolas"/>
              </a:rPr>
              <a:t>(</a:t>
            </a:r>
            <a:r>
              <a:rPr sz="1800" dirty="0">
                <a:solidFill>
                  <a:srgbClr val="CE9078"/>
                </a:solidFill>
                <a:latin typeface="Consolas"/>
                <a:cs typeface="Consolas"/>
              </a:rPr>
              <a:t>'What</a:t>
            </a:r>
            <a:r>
              <a:rPr sz="1800" spc="25" dirty="0">
                <a:solidFill>
                  <a:srgbClr val="CE9078"/>
                </a:solidFill>
                <a:latin typeface="Times New Roman"/>
                <a:cs typeface="Times New Roman"/>
              </a:rPr>
              <a:t>  </a:t>
            </a:r>
            <a:r>
              <a:rPr sz="1800" dirty="0">
                <a:solidFill>
                  <a:srgbClr val="CE9078"/>
                </a:solidFill>
                <a:latin typeface="Consolas"/>
                <a:cs typeface="Consolas"/>
              </a:rPr>
              <a:t>gets</a:t>
            </a:r>
            <a:r>
              <a:rPr sz="1800" spc="25" dirty="0">
                <a:solidFill>
                  <a:srgbClr val="CE9078"/>
                </a:solidFill>
                <a:latin typeface="Times New Roman"/>
                <a:cs typeface="Times New Roman"/>
              </a:rPr>
              <a:t>  </a:t>
            </a:r>
            <a:r>
              <a:rPr sz="1800" spc="-10" dirty="0">
                <a:solidFill>
                  <a:srgbClr val="CE9078"/>
                </a:solidFill>
                <a:latin typeface="Consolas"/>
                <a:cs typeface="Consolas"/>
              </a:rPr>
              <a:t>printed?'</a:t>
            </a:r>
            <a:r>
              <a:rPr sz="1800" spc="-10" dirty="0">
                <a:solidFill>
                  <a:srgbClr val="D3D3D3"/>
                </a:solidFill>
                <a:latin typeface="Consolas"/>
                <a:cs typeface="Consolas"/>
              </a:rPr>
              <a:t>);</a:t>
            </a:r>
            <a:endParaRPr sz="1800">
              <a:latin typeface="Consolas"/>
              <a:cs typeface="Consolas"/>
            </a:endParaRPr>
          </a:p>
          <a:p>
            <a:pPr marL="342900">
              <a:lnSpc>
                <a:spcPct val="100000"/>
              </a:lnSpc>
            </a:pPr>
            <a:r>
              <a:rPr sz="1800" spc="-25" dirty="0">
                <a:solidFill>
                  <a:srgbClr val="D3D3D3"/>
                </a:solidFill>
                <a:latin typeface="Consolas"/>
                <a:cs typeface="Consolas"/>
              </a:rPr>
              <a:t>};</a:t>
            </a:r>
            <a:endParaRPr sz="1800">
              <a:latin typeface="Consolas"/>
              <a:cs typeface="Consolas"/>
            </a:endParaRPr>
          </a:p>
          <a:p>
            <a:pPr marL="91440">
              <a:lnSpc>
                <a:spcPct val="100000"/>
              </a:lnSpc>
            </a:pPr>
            <a:r>
              <a:rPr sz="1800" spc="-50" dirty="0">
                <a:solidFill>
                  <a:srgbClr val="D3D3D3"/>
                </a:solidFill>
                <a:latin typeface="Consolas"/>
                <a:cs typeface="Consolas"/>
              </a:rPr>
              <a:t>}</a:t>
            </a:r>
            <a:endParaRPr sz="1800">
              <a:latin typeface="Consolas"/>
              <a:cs typeface="Consolas"/>
            </a:endParaRPr>
          </a:p>
          <a:p>
            <a:pPr>
              <a:lnSpc>
                <a:spcPct val="100000"/>
              </a:lnSpc>
              <a:spcBef>
                <a:spcPts val="55"/>
              </a:spcBef>
            </a:pPr>
            <a:endParaRPr sz="1800">
              <a:latin typeface="Consolas"/>
              <a:cs typeface="Consolas"/>
            </a:endParaRPr>
          </a:p>
          <a:p>
            <a:pPr marL="91440" marR="3975735">
              <a:lnSpc>
                <a:spcPct val="100000"/>
              </a:lnSpc>
            </a:pPr>
            <a:r>
              <a:rPr sz="1800" spc="-25" dirty="0">
                <a:solidFill>
                  <a:srgbClr val="DCDCAA"/>
                </a:solidFill>
                <a:latin typeface="Consolas"/>
                <a:cs typeface="Consolas"/>
              </a:rPr>
              <a:t>foo</a:t>
            </a:r>
            <a:r>
              <a:rPr sz="1800" spc="-25" dirty="0">
                <a:solidFill>
                  <a:srgbClr val="DCDCAA"/>
                </a:solidFill>
                <a:latin typeface="Times New Roman"/>
                <a:cs typeface="Times New Roman"/>
              </a:rPr>
              <a:t> </a:t>
            </a:r>
            <a:r>
              <a:rPr sz="1800" spc="-10" dirty="0">
                <a:solidFill>
                  <a:srgbClr val="DCDCAA"/>
                </a:solidFill>
                <a:latin typeface="Consolas"/>
                <a:cs typeface="Consolas"/>
              </a:rPr>
              <a:t>foo</a:t>
            </a:r>
            <a:r>
              <a:rPr sz="1800" spc="-10" dirty="0">
                <a:solidFill>
                  <a:srgbClr val="D3D3D3"/>
                </a:solidFill>
                <a:latin typeface="Consolas"/>
                <a:cs typeface="Consolas"/>
              </a:rPr>
              <a:t>();</a:t>
            </a:r>
            <a:r>
              <a:rPr sz="1800" spc="-10" dirty="0">
                <a:solidFill>
                  <a:srgbClr val="D3D3D3"/>
                </a:solidFill>
                <a:latin typeface="Times New Roman"/>
                <a:cs typeface="Times New Roman"/>
              </a:rPr>
              <a:t> </a:t>
            </a:r>
            <a:r>
              <a:rPr sz="1800" spc="-10" dirty="0">
                <a:solidFill>
                  <a:srgbClr val="DCDCAA"/>
                </a:solidFill>
                <a:latin typeface="Consolas"/>
                <a:cs typeface="Consolas"/>
              </a:rPr>
              <a:t>foo</a:t>
            </a:r>
            <a:r>
              <a:rPr sz="1800" spc="-10" dirty="0">
                <a:solidFill>
                  <a:srgbClr val="D3D3D3"/>
                </a:solidFill>
                <a:latin typeface="Consolas"/>
                <a:cs typeface="Consolas"/>
              </a:rPr>
              <a:t>()();</a:t>
            </a:r>
            <a:endParaRPr sz="1800">
              <a:latin typeface="Consolas"/>
              <a:cs typeface="Consolas"/>
            </a:endParaRPr>
          </a:p>
        </p:txBody>
      </p:sp>
      <p:pic>
        <p:nvPicPr>
          <p:cNvPr id="8" name="Logo black">
            <a:extLst>
              <a:ext uri="{FF2B5EF4-FFF2-40B4-BE49-F238E27FC236}">
                <a16:creationId xmlns:a16="http://schemas.microsoft.com/office/drawing/2014/main" id="{FA37A5A3-58E9-9626-71A4-9BFF4EDE1E2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800" y="306320"/>
            <a:ext cx="784800" cy="21184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25400">
              <a:lnSpc>
                <a:spcPct val="100000"/>
              </a:lnSpc>
              <a:spcBef>
                <a:spcPts val="95"/>
              </a:spcBef>
            </a:pPr>
            <a:r>
              <a:rPr dirty="0"/>
              <a:t>Functional</a:t>
            </a:r>
            <a:r>
              <a:rPr spc="-275" dirty="0">
                <a:latin typeface="Times New Roman"/>
                <a:cs typeface="Times New Roman"/>
              </a:rPr>
              <a:t> </a:t>
            </a:r>
            <a:r>
              <a:rPr spc="-10" dirty="0"/>
              <a:t>programming</a:t>
            </a:r>
          </a:p>
        </p:txBody>
      </p:sp>
      <p:sp>
        <p:nvSpPr>
          <p:cNvPr id="3" name="object 3"/>
          <p:cNvSpPr txBox="1"/>
          <p:nvPr/>
        </p:nvSpPr>
        <p:spPr>
          <a:xfrm>
            <a:off x="916939" y="1982850"/>
            <a:ext cx="3531870" cy="452755"/>
          </a:xfrm>
          <a:prstGeom prst="rect">
            <a:avLst/>
          </a:prstGeom>
        </p:spPr>
        <p:txBody>
          <a:bodyPr vert="horz" wrap="square" lIns="0" tIns="12700" rIns="0" bIns="0" rtlCol="0">
            <a:spAutoFit/>
          </a:bodyPr>
          <a:lstStyle/>
          <a:p>
            <a:pPr marL="12700">
              <a:lnSpc>
                <a:spcPct val="100000"/>
              </a:lnSpc>
              <a:spcBef>
                <a:spcPts val="100"/>
              </a:spcBef>
            </a:pPr>
            <a:r>
              <a:rPr sz="2800" spc="-20" dirty="0">
                <a:latin typeface="Calibri"/>
                <a:cs typeface="Calibri"/>
              </a:rPr>
              <a:t>Variables</a:t>
            </a:r>
            <a:r>
              <a:rPr sz="2800" spc="-100" dirty="0">
                <a:latin typeface="Times New Roman"/>
                <a:cs typeface="Times New Roman"/>
              </a:rPr>
              <a:t> </a:t>
            </a:r>
            <a:r>
              <a:rPr sz="2800" dirty="0">
                <a:latin typeface="Calibri"/>
                <a:cs typeface="Calibri"/>
              </a:rPr>
              <a:t>are</a:t>
            </a:r>
            <a:r>
              <a:rPr sz="2800" spc="-100" dirty="0">
                <a:latin typeface="Times New Roman"/>
                <a:cs typeface="Times New Roman"/>
              </a:rPr>
              <a:t> </a:t>
            </a:r>
            <a:r>
              <a:rPr sz="2800" spc="-10" dirty="0">
                <a:solidFill>
                  <a:srgbClr val="C00000"/>
                </a:solidFill>
                <a:latin typeface="Calibri"/>
                <a:cs typeface="Calibri"/>
              </a:rPr>
              <a:t>immutable</a:t>
            </a:r>
            <a:endParaRPr sz="2800">
              <a:latin typeface="Calibri"/>
              <a:cs typeface="Calibri"/>
            </a:endParaRPr>
          </a:p>
        </p:txBody>
      </p:sp>
      <p:pic>
        <p:nvPicPr>
          <p:cNvPr id="4" name="object 4"/>
          <p:cNvPicPr/>
          <p:nvPr/>
        </p:nvPicPr>
        <p:blipFill>
          <a:blip r:embed="rId2" cstate="print"/>
          <a:stretch>
            <a:fillRect/>
          </a:stretch>
        </p:blipFill>
        <p:spPr>
          <a:xfrm>
            <a:off x="7860309" y="1028966"/>
            <a:ext cx="3563632" cy="1210665"/>
          </a:xfrm>
          <a:prstGeom prst="rect">
            <a:avLst/>
          </a:prstGeom>
        </p:spPr>
      </p:pic>
      <p:sp>
        <p:nvSpPr>
          <p:cNvPr id="5" name="object 5"/>
          <p:cNvSpPr txBox="1"/>
          <p:nvPr/>
        </p:nvSpPr>
        <p:spPr>
          <a:xfrm>
            <a:off x="838200" y="3117343"/>
            <a:ext cx="5327650" cy="923925"/>
          </a:xfrm>
          <a:prstGeom prst="rect">
            <a:avLst/>
          </a:prstGeom>
          <a:solidFill>
            <a:srgbClr val="252525"/>
          </a:solidFill>
        </p:spPr>
        <p:txBody>
          <a:bodyPr vert="horz" wrap="square" lIns="0" tIns="33019" rIns="0" bIns="0" rtlCol="0">
            <a:spAutoFit/>
          </a:bodyPr>
          <a:lstStyle/>
          <a:p>
            <a:pPr marL="90805">
              <a:lnSpc>
                <a:spcPct val="100000"/>
              </a:lnSpc>
              <a:spcBef>
                <a:spcPts val="259"/>
              </a:spcBef>
            </a:pPr>
            <a:r>
              <a:rPr sz="1800" dirty="0">
                <a:solidFill>
                  <a:srgbClr val="559BD6"/>
                </a:solidFill>
                <a:latin typeface="Consolas"/>
                <a:cs typeface="Consolas"/>
              </a:rPr>
              <a:t>let</a:t>
            </a:r>
            <a:r>
              <a:rPr sz="1800" spc="40" dirty="0">
                <a:solidFill>
                  <a:srgbClr val="559BD6"/>
                </a:solidFill>
                <a:latin typeface="Times New Roman"/>
                <a:cs typeface="Times New Roman"/>
              </a:rPr>
              <a:t>  </a:t>
            </a:r>
            <a:r>
              <a:rPr sz="1800" dirty="0">
                <a:solidFill>
                  <a:srgbClr val="9BDCFE"/>
                </a:solidFill>
                <a:latin typeface="Consolas"/>
                <a:cs typeface="Consolas"/>
              </a:rPr>
              <a:t>a</a:t>
            </a:r>
            <a:r>
              <a:rPr sz="1800" spc="45" dirty="0">
                <a:solidFill>
                  <a:srgbClr val="9BDCFE"/>
                </a:solidFill>
                <a:latin typeface="Times New Roman"/>
                <a:cs typeface="Times New Roman"/>
              </a:rPr>
              <a:t>  </a:t>
            </a:r>
            <a:r>
              <a:rPr sz="1800" dirty="0">
                <a:solidFill>
                  <a:srgbClr val="D3D3D3"/>
                </a:solidFill>
                <a:latin typeface="Consolas"/>
                <a:cs typeface="Consolas"/>
              </a:rPr>
              <a:t>=</a:t>
            </a:r>
            <a:r>
              <a:rPr sz="1800" spc="45" dirty="0">
                <a:solidFill>
                  <a:srgbClr val="D3D3D3"/>
                </a:solidFill>
                <a:latin typeface="Times New Roman"/>
                <a:cs typeface="Times New Roman"/>
              </a:rPr>
              <a:t>  </a:t>
            </a:r>
            <a:r>
              <a:rPr sz="1800" spc="-25" dirty="0">
                <a:solidFill>
                  <a:srgbClr val="B5CEA7"/>
                </a:solidFill>
                <a:latin typeface="Consolas"/>
                <a:cs typeface="Consolas"/>
              </a:rPr>
              <a:t>4</a:t>
            </a:r>
            <a:r>
              <a:rPr sz="1800" spc="-25" dirty="0">
                <a:solidFill>
                  <a:srgbClr val="D3D3D3"/>
                </a:solidFill>
                <a:latin typeface="Consolas"/>
                <a:cs typeface="Consolas"/>
              </a:rPr>
              <a:t>;</a:t>
            </a:r>
            <a:endParaRPr sz="1800">
              <a:latin typeface="Consolas"/>
              <a:cs typeface="Consolas"/>
            </a:endParaRPr>
          </a:p>
          <a:p>
            <a:pPr>
              <a:lnSpc>
                <a:spcPct val="100000"/>
              </a:lnSpc>
              <a:spcBef>
                <a:spcPts val="50"/>
              </a:spcBef>
            </a:pPr>
            <a:endParaRPr sz="1800">
              <a:latin typeface="Consolas"/>
              <a:cs typeface="Consolas"/>
            </a:endParaRPr>
          </a:p>
          <a:p>
            <a:pPr marL="91440">
              <a:lnSpc>
                <a:spcPct val="100000"/>
              </a:lnSpc>
            </a:pPr>
            <a:r>
              <a:rPr sz="1800" dirty="0">
                <a:solidFill>
                  <a:srgbClr val="9BDCFE"/>
                </a:solidFill>
                <a:latin typeface="Consolas"/>
                <a:cs typeface="Consolas"/>
              </a:rPr>
              <a:t>a</a:t>
            </a:r>
            <a:r>
              <a:rPr sz="1800" spc="40" dirty="0">
                <a:solidFill>
                  <a:srgbClr val="9BDCFE"/>
                </a:solidFill>
                <a:latin typeface="Times New Roman"/>
                <a:cs typeface="Times New Roman"/>
              </a:rPr>
              <a:t>  </a:t>
            </a:r>
            <a:r>
              <a:rPr sz="1800" dirty="0">
                <a:solidFill>
                  <a:srgbClr val="D3D3D3"/>
                </a:solidFill>
                <a:latin typeface="Consolas"/>
                <a:cs typeface="Consolas"/>
              </a:rPr>
              <a:t>=</a:t>
            </a:r>
            <a:r>
              <a:rPr sz="1800" spc="40" dirty="0">
                <a:solidFill>
                  <a:srgbClr val="D3D3D3"/>
                </a:solidFill>
                <a:latin typeface="Times New Roman"/>
                <a:cs typeface="Times New Roman"/>
              </a:rPr>
              <a:t>  </a:t>
            </a:r>
            <a:r>
              <a:rPr sz="1800" dirty="0">
                <a:solidFill>
                  <a:srgbClr val="B5CEA7"/>
                </a:solidFill>
                <a:latin typeface="Consolas"/>
                <a:cs typeface="Consolas"/>
              </a:rPr>
              <a:t>2</a:t>
            </a:r>
            <a:r>
              <a:rPr sz="1800" dirty="0">
                <a:solidFill>
                  <a:srgbClr val="D3D3D3"/>
                </a:solidFill>
                <a:latin typeface="Consolas"/>
                <a:cs typeface="Consolas"/>
              </a:rPr>
              <a:t>;</a:t>
            </a:r>
            <a:r>
              <a:rPr sz="1800" spc="40" dirty="0">
                <a:solidFill>
                  <a:srgbClr val="D3D3D3"/>
                </a:solidFill>
                <a:latin typeface="Times New Roman"/>
                <a:cs typeface="Times New Roman"/>
              </a:rPr>
              <a:t>  </a:t>
            </a:r>
            <a:r>
              <a:rPr sz="1800" dirty="0">
                <a:solidFill>
                  <a:srgbClr val="6A9854"/>
                </a:solidFill>
                <a:latin typeface="Consolas"/>
                <a:cs typeface="Consolas"/>
              </a:rPr>
              <a:t>//</a:t>
            </a:r>
            <a:r>
              <a:rPr sz="1800" spc="40" dirty="0">
                <a:solidFill>
                  <a:srgbClr val="6A9854"/>
                </a:solidFill>
                <a:latin typeface="Times New Roman"/>
                <a:cs typeface="Times New Roman"/>
              </a:rPr>
              <a:t>  </a:t>
            </a:r>
            <a:r>
              <a:rPr sz="1800" dirty="0">
                <a:solidFill>
                  <a:srgbClr val="6A9854"/>
                </a:solidFill>
                <a:latin typeface="Consolas"/>
                <a:cs typeface="Consolas"/>
              </a:rPr>
              <a:t>Mutates</a:t>
            </a:r>
            <a:r>
              <a:rPr sz="1800" spc="40" dirty="0">
                <a:solidFill>
                  <a:srgbClr val="6A9854"/>
                </a:solidFill>
                <a:latin typeface="Times New Roman"/>
                <a:cs typeface="Times New Roman"/>
              </a:rPr>
              <a:t>  </a:t>
            </a:r>
            <a:r>
              <a:rPr sz="1800" spc="-25" dirty="0">
                <a:solidFill>
                  <a:srgbClr val="6A9854"/>
                </a:solidFill>
                <a:latin typeface="Consolas"/>
                <a:cs typeface="Consolas"/>
              </a:rPr>
              <a:t>`a`</a:t>
            </a:r>
            <a:endParaRPr sz="1800">
              <a:latin typeface="Consolas"/>
              <a:cs typeface="Consolas"/>
            </a:endParaRPr>
          </a:p>
        </p:txBody>
      </p:sp>
      <p:sp>
        <p:nvSpPr>
          <p:cNvPr id="6" name="object 6"/>
          <p:cNvSpPr txBox="1"/>
          <p:nvPr/>
        </p:nvSpPr>
        <p:spPr>
          <a:xfrm>
            <a:off x="838200" y="4623814"/>
            <a:ext cx="5327650" cy="1477645"/>
          </a:xfrm>
          <a:prstGeom prst="rect">
            <a:avLst/>
          </a:prstGeom>
          <a:solidFill>
            <a:srgbClr val="252525"/>
          </a:solidFill>
        </p:spPr>
        <p:txBody>
          <a:bodyPr vert="horz" wrap="square" lIns="0" tIns="32384" rIns="0" bIns="0" rtlCol="0">
            <a:spAutoFit/>
          </a:bodyPr>
          <a:lstStyle/>
          <a:p>
            <a:pPr marL="90805">
              <a:lnSpc>
                <a:spcPct val="100000"/>
              </a:lnSpc>
              <a:spcBef>
                <a:spcPts val="254"/>
              </a:spcBef>
            </a:pPr>
            <a:r>
              <a:rPr sz="1800" dirty="0">
                <a:solidFill>
                  <a:srgbClr val="559BD6"/>
                </a:solidFill>
                <a:latin typeface="Consolas"/>
                <a:cs typeface="Consolas"/>
              </a:rPr>
              <a:t>let</a:t>
            </a:r>
            <a:r>
              <a:rPr sz="1800" spc="40" dirty="0">
                <a:solidFill>
                  <a:srgbClr val="559BD6"/>
                </a:solidFill>
                <a:latin typeface="Times New Roman"/>
                <a:cs typeface="Times New Roman"/>
              </a:rPr>
              <a:t>  </a:t>
            </a:r>
            <a:r>
              <a:rPr sz="1800" dirty="0">
                <a:solidFill>
                  <a:srgbClr val="9BDCFE"/>
                </a:solidFill>
                <a:latin typeface="Consolas"/>
                <a:cs typeface="Consolas"/>
              </a:rPr>
              <a:t>b</a:t>
            </a:r>
            <a:r>
              <a:rPr sz="1800" spc="40" dirty="0">
                <a:solidFill>
                  <a:srgbClr val="9BDCFE"/>
                </a:solidFill>
                <a:latin typeface="Times New Roman"/>
                <a:cs typeface="Times New Roman"/>
              </a:rPr>
              <a:t>  </a:t>
            </a:r>
            <a:r>
              <a:rPr sz="1800" dirty="0">
                <a:solidFill>
                  <a:srgbClr val="D3D3D3"/>
                </a:solidFill>
                <a:latin typeface="Consolas"/>
                <a:cs typeface="Consolas"/>
              </a:rPr>
              <a:t>=</a:t>
            </a:r>
            <a:r>
              <a:rPr sz="1800" spc="45" dirty="0">
                <a:solidFill>
                  <a:srgbClr val="D3D3D3"/>
                </a:solidFill>
                <a:latin typeface="Times New Roman"/>
                <a:cs typeface="Times New Roman"/>
              </a:rPr>
              <a:t>  </a:t>
            </a:r>
            <a:r>
              <a:rPr sz="1800" dirty="0">
                <a:solidFill>
                  <a:srgbClr val="D3D3D3"/>
                </a:solidFill>
                <a:latin typeface="Consolas"/>
                <a:cs typeface="Consolas"/>
              </a:rPr>
              <a:t>[</a:t>
            </a:r>
            <a:r>
              <a:rPr sz="1800" dirty="0">
                <a:solidFill>
                  <a:srgbClr val="B5CEA7"/>
                </a:solidFill>
                <a:latin typeface="Consolas"/>
                <a:cs typeface="Consolas"/>
              </a:rPr>
              <a:t>1</a:t>
            </a:r>
            <a:r>
              <a:rPr sz="1800" dirty="0">
                <a:solidFill>
                  <a:srgbClr val="D3D3D3"/>
                </a:solidFill>
                <a:latin typeface="Consolas"/>
                <a:cs typeface="Consolas"/>
              </a:rPr>
              <a:t>,</a:t>
            </a:r>
            <a:r>
              <a:rPr sz="1800" spc="45" dirty="0">
                <a:solidFill>
                  <a:srgbClr val="D3D3D3"/>
                </a:solidFill>
                <a:latin typeface="Times New Roman"/>
                <a:cs typeface="Times New Roman"/>
              </a:rPr>
              <a:t>  </a:t>
            </a:r>
            <a:r>
              <a:rPr sz="1800" dirty="0">
                <a:solidFill>
                  <a:srgbClr val="B5CEA7"/>
                </a:solidFill>
                <a:latin typeface="Consolas"/>
                <a:cs typeface="Consolas"/>
              </a:rPr>
              <a:t>2</a:t>
            </a:r>
            <a:r>
              <a:rPr sz="1800" dirty="0">
                <a:solidFill>
                  <a:srgbClr val="D3D3D3"/>
                </a:solidFill>
                <a:latin typeface="Consolas"/>
                <a:cs typeface="Consolas"/>
              </a:rPr>
              <a:t>,</a:t>
            </a:r>
            <a:r>
              <a:rPr sz="1800" spc="40" dirty="0">
                <a:solidFill>
                  <a:srgbClr val="D3D3D3"/>
                </a:solidFill>
                <a:latin typeface="Times New Roman"/>
                <a:cs typeface="Times New Roman"/>
              </a:rPr>
              <a:t>  </a:t>
            </a:r>
            <a:r>
              <a:rPr sz="1800" spc="-25" dirty="0">
                <a:solidFill>
                  <a:srgbClr val="B5CEA7"/>
                </a:solidFill>
                <a:latin typeface="Consolas"/>
                <a:cs typeface="Consolas"/>
              </a:rPr>
              <a:t>3</a:t>
            </a:r>
            <a:r>
              <a:rPr sz="1800" spc="-25" dirty="0">
                <a:solidFill>
                  <a:srgbClr val="D3D3D3"/>
                </a:solidFill>
                <a:latin typeface="Consolas"/>
                <a:cs typeface="Consolas"/>
              </a:rPr>
              <a:t>];</a:t>
            </a:r>
            <a:endParaRPr sz="1800">
              <a:latin typeface="Consolas"/>
              <a:cs typeface="Consolas"/>
            </a:endParaRPr>
          </a:p>
          <a:p>
            <a:pPr>
              <a:lnSpc>
                <a:spcPct val="100000"/>
              </a:lnSpc>
              <a:spcBef>
                <a:spcPts val="55"/>
              </a:spcBef>
            </a:pPr>
            <a:endParaRPr sz="1800">
              <a:latin typeface="Consolas"/>
              <a:cs typeface="Consolas"/>
            </a:endParaRPr>
          </a:p>
          <a:p>
            <a:pPr marL="91440">
              <a:lnSpc>
                <a:spcPct val="100000"/>
              </a:lnSpc>
            </a:pPr>
            <a:r>
              <a:rPr sz="1800" dirty="0">
                <a:solidFill>
                  <a:srgbClr val="9BDCFE"/>
                </a:solidFill>
                <a:latin typeface="Consolas"/>
                <a:cs typeface="Consolas"/>
              </a:rPr>
              <a:t>b</a:t>
            </a:r>
            <a:r>
              <a:rPr sz="1800" dirty="0">
                <a:solidFill>
                  <a:srgbClr val="D3D3D3"/>
                </a:solidFill>
                <a:latin typeface="Consolas"/>
                <a:cs typeface="Consolas"/>
              </a:rPr>
              <a:t>.</a:t>
            </a:r>
            <a:r>
              <a:rPr sz="1800" dirty="0">
                <a:solidFill>
                  <a:srgbClr val="DCDCAA"/>
                </a:solidFill>
                <a:latin typeface="Consolas"/>
                <a:cs typeface="Consolas"/>
              </a:rPr>
              <a:t>push</a:t>
            </a:r>
            <a:r>
              <a:rPr sz="1800" dirty="0">
                <a:solidFill>
                  <a:srgbClr val="D3D3D3"/>
                </a:solidFill>
                <a:latin typeface="Consolas"/>
                <a:cs typeface="Consolas"/>
              </a:rPr>
              <a:t>(</a:t>
            </a:r>
            <a:r>
              <a:rPr sz="1800" dirty="0">
                <a:solidFill>
                  <a:srgbClr val="B5CEA7"/>
                </a:solidFill>
                <a:latin typeface="Consolas"/>
                <a:cs typeface="Consolas"/>
              </a:rPr>
              <a:t>4</a:t>
            </a:r>
            <a:r>
              <a:rPr sz="1800" dirty="0">
                <a:solidFill>
                  <a:srgbClr val="D3D3D3"/>
                </a:solidFill>
                <a:latin typeface="Consolas"/>
                <a:cs typeface="Consolas"/>
              </a:rPr>
              <a:t>);</a:t>
            </a:r>
            <a:r>
              <a:rPr sz="1800" spc="35" dirty="0">
                <a:solidFill>
                  <a:srgbClr val="D3D3D3"/>
                </a:solidFill>
                <a:latin typeface="Times New Roman"/>
                <a:cs typeface="Times New Roman"/>
              </a:rPr>
              <a:t>  </a:t>
            </a:r>
            <a:r>
              <a:rPr sz="1800" dirty="0">
                <a:solidFill>
                  <a:srgbClr val="6A9854"/>
                </a:solidFill>
                <a:latin typeface="Consolas"/>
                <a:cs typeface="Consolas"/>
              </a:rPr>
              <a:t>//</a:t>
            </a:r>
            <a:r>
              <a:rPr sz="1800" spc="35" dirty="0">
                <a:solidFill>
                  <a:srgbClr val="6A9854"/>
                </a:solidFill>
                <a:latin typeface="Times New Roman"/>
                <a:cs typeface="Times New Roman"/>
              </a:rPr>
              <a:t>  </a:t>
            </a:r>
            <a:r>
              <a:rPr sz="1800" dirty="0">
                <a:solidFill>
                  <a:srgbClr val="6A9854"/>
                </a:solidFill>
                <a:latin typeface="Consolas"/>
                <a:cs typeface="Consolas"/>
              </a:rPr>
              <a:t>Mutates</a:t>
            </a:r>
            <a:r>
              <a:rPr sz="1800" spc="35" dirty="0">
                <a:solidFill>
                  <a:srgbClr val="6A9854"/>
                </a:solidFill>
                <a:latin typeface="Times New Roman"/>
                <a:cs typeface="Times New Roman"/>
              </a:rPr>
              <a:t>  </a:t>
            </a:r>
            <a:r>
              <a:rPr sz="1800" spc="-25" dirty="0">
                <a:solidFill>
                  <a:srgbClr val="6A9854"/>
                </a:solidFill>
                <a:latin typeface="Consolas"/>
                <a:cs typeface="Consolas"/>
              </a:rPr>
              <a:t>`b`</a:t>
            </a:r>
            <a:endParaRPr sz="1800">
              <a:latin typeface="Consolas"/>
              <a:cs typeface="Consolas"/>
            </a:endParaRPr>
          </a:p>
          <a:p>
            <a:pPr>
              <a:lnSpc>
                <a:spcPct val="100000"/>
              </a:lnSpc>
              <a:spcBef>
                <a:spcPts val="50"/>
              </a:spcBef>
            </a:pPr>
            <a:endParaRPr sz="1800">
              <a:latin typeface="Consolas"/>
              <a:cs typeface="Consolas"/>
            </a:endParaRPr>
          </a:p>
          <a:p>
            <a:pPr marL="91440">
              <a:lnSpc>
                <a:spcPct val="100000"/>
              </a:lnSpc>
            </a:pPr>
            <a:r>
              <a:rPr sz="1800" dirty="0">
                <a:solidFill>
                  <a:srgbClr val="559BD6"/>
                </a:solidFill>
                <a:latin typeface="Consolas"/>
                <a:cs typeface="Consolas"/>
              </a:rPr>
              <a:t>let</a:t>
            </a:r>
            <a:r>
              <a:rPr sz="1800" spc="25" dirty="0">
                <a:solidFill>
                  <a:srgbClr val="559BD6"/>
                </a:solidFill>
                <a:latin typeface="Times New Roman"/>
                <a:cs typeface="Times New Roman"/>
              </a:rPr>
              <a:t>  </a:t>
            </a:r>
            <a:r>
              <a:rPr sz="1800" dirty="0">
                <a:solidFill>
                  <a:srgbClr val="9BDCFE"/>
                </a:solidFill>
                <a:latin typeface="Consolas"/>
                <a:cs typeface="Consolas"/>
              </a:rPr>
              <a:t>c</a:t>
            </a:r>
            <a:r>
              <a:rPr sz="1800" spc="40" dirty="0">
                <a:solidFill>
                  <a:srgbClr val="9BDCFE"/>
                </a:solidFill>
                <a:latin typeface="Times New Roman"/>
                <a:cs typeface="Times New Roman"/>
              </a:rPr>
              <a:t>  </a:t>
            </a:r>
            <a:r>
              <a:rPr sz="1800" dirty="0">
                <a:solidFill>
                  <a:srgbClr val="D3D3D3"/>
                </a:solidFill>
                <a:latin typeface="Consolas"/>
                <a:cs typeface="Consolas"/>
              </a:rPr>
              <a:t>=</a:t>
            </a:r>
            <a:r>
              <a:rPr sz="1800" spc="45" dirty="0">
                <a:solidFill>
                  <a:srgbClr val="D3D3D3"/>
                </a:solidFill>
                <a:latin typeface="Times New Roman"/>
                <a:cs typeface="Times New Roman"/>
              </a:rPr>
              <a:t>  </a:t>
            </a:r>
            <a:r>
              <a:rPr sz="1800" dirty="0">
                <a:solidFill>
                  <a:srgbClr val="D3D3D3"/>
                </a:solidFill>
                <a:latin typeface="Consolas"/>
                <a:cs typeface="Consolas"/>
              </a:rPr>
              <a:t>[...</a:t>
            </a:r>
            <a:r>
              <a:rPr sz="1800" dirty="0">
                <a:solidFill>
                  <a:srgbClr val="9BDCFE"/>
                </a:solidFill>
                <a:latin typeface="Consolas"/>
                <a:cs typeface="Consolas"/>
              </a:rPr>
              <a:t>b</a:t>
            </a:r>
            <a:r>
              <a:rPr sz="1800" dirty="0">
                <a:solidFill>
                  <a:srgbClr val="D3D3D3"/>
                </a:solidFill>
                <a:latin typeface="Consolas"/>
                <a:cs typeface="Consolas"/>
              </a:rPr>
              <a:t>,</a:t>
            </a:r>
            <a:r>
              <a:rPr sz="1800" spc="40" dirty="0">
                <a:solidFill>
                  <a:srgbClr val="D3D3D3"/>
                </a:solidFill>
                <a:latin typeface="Times New Roman"/>
                <a:cs typeface="Times New Roman"/>
              </a:rPr>
              <a:t>  </a:t>
            </a:r>
            <a:r>
              <a:rPr sz="1800" dirty="0">
                <a:solidFill>
                  <a:srgbClr val="B5CEA7"/>
                </a:solidFill>
                <a:latin typeface="Consolas"/>
                <a:cs typeface="Consolas"/>
              </a:rPr>
              <a:t>4</a:t>
            </a:r>
            <a:r>
              <a:rPr sz="1800" dirty="0">
                <a:solidFill>
                  <a:srgbClr val="D3D3D3"/>
                </a:solidFill>
                <a:latin typeface="Consolas"/>
                <a:cs typeface="Consolas"/>
              </a:rPr>
              <a:t>];</a:t>
            </a:r>
            <a:r>
              <a:rPr sz="1800" spc="40" dirty="0">
                <a:solidFill>
                  <a:srgbClr val="D3D3D3"/>
                </a:solidFill>
                <a:latin typeface="Times New Roman"/>
                <a:cs typeface="Times New Roman"/>
              </a:rPr>
              <a:t>  </a:t>
            </a:r>
            <a:r>
              <a:rPr sz="1800" dirty="0">
                <a:solidFill>
                  <a:srgbClr val="6A9854"/>
                </a:solidFill>
                <a:latin typeface="Consolas"/>
                <a:cs typeface="Consolas"/>
              </a:rPr>
              <a:t>//</a:t>
            </a:r>
            <a:r>
              <a:rPr sz="1800" spc="40" dirty="0">
                <a:solidFill>
                  <a:srgbClr val="6A9854"/>
                </a:solidFill>
                <a:latin typeface="Times New Roman"/>
                <a:cs typeface="Times New Roman"/>
              </a:rPr>
              <a:t>  </a:t>
            </a:r>
            <a:r>
              <a:rPr sz="1800" dirty="0">
                <a:solidFill>
                  <a:srgbClr val="6A9854"/>
                </a:solidFill>
                <a:latin typeface="Consolas"/>
                <a:cs typeface="Consolas"/>
              </a:rPr>
              <a:t>Does</a:t>
            </a:r>
            <a:r>
              <a:rPr sz="1800" spc="35" dirty="0">
                <a:solidFill>
                  <a:srgbClr val="6A9854"/>
                </a:solidFill>
                <a:latin typeface="Times New Roman"/>
                <a:cs typeface="Times New Roman"/>
              </a:rPr>
              <a:t>  </a:t>
            </a:r>
            <a:r>
              <a:rPr sz="1800" dirty="0">
                <a:solidFill>
                  <a:srgbClr val="6A9854"/>
                </a:solidFill>
                <a:latin typeface="Consolas"/>
                <a:cs typeface="Consolas"/>
              </a:rPr>
              <a:t>not</a:t>
            </a:r>
            <a:r>
              <a:rPr sz="1800" spc="40" dirty="0">
                <a:solidFill>
                  <a:srgbClr val="6A9854"/>
                </a:solidFill>
                <a:latin typeface="Times New Roman"/>
                <a:cs typeface="Times New Roman"/>
              </a:rPr>
              <a:t>  </a:t>
            </a:r>
            <a:r>
              <a:rPr sz="1800" dirty="0">
                <a:solidFill>
                  <a:srgbClr val="6A9854"/>
                </a:solidFill>
                <a:latin typeface="Consolas"/>
                <a:cs typeface="Consolas"/>
              </a:rPr>
              <a:t>mutate</a:t>
            </a:r>
            <a:r>
              <a:rPr sz="1800" spc="40" dirty="0">
                <a:solidFill>
                  <a:srgbClr val="6A9854"/>
                </a:solidFill>
                <a:latin typeface="Times New Roman"/>
                <a:cs typeface="Times New Roman"/>
              </a:rPr>
              <a:t>  </a:t>
            </a:r>
            <a:r>
              <a:rPr sz="1800" spc="-25" dirty="0">
                <a:solidFill>
                  <a:srgbClr val="6A9854"/>
                </a:solidFill>
                <a:latin typeface="Consolas"/>
                <a:cs typeface="Consolas"/>
              </a:rPr>
              <a:t>`b`</a:t>
            </a:r>
            <a:endParaRPr sz="1800">
              <a:latin typeface="Consolas"/>
              <a:cs typeface="Consolas"/>
            </a:endParaRPr>
          </a:p>
        </p:txBody>
      </p:sp>
      <p:pic>
        <p:nvPicPr>
          <p:cNvPr id="7" name="Logo black">
            <a:extLst>
              <a:ext uri="{FF2B5EF4-FFF2-40B4-BE49-F238E27FC236}">
                <a16:creationId xmlns:a16="http://schemas.microsoft.com/office/drawing/2014/main" id="{17FB4EF5-AF88-C935-BB7D-55DA120AE5B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3346" y="6294893"/>
            <a:ext cx="784800" cy="21184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25400">
              <a:lnSpc>
                <a:spcPct val="100000"/>
              </a:lnSpc>
              <a:spcBef>
                <a:spcPts val="95"/>
              </a:spcBef>
            </a:pPr>
            <a:r>
              <a:rPr dirty="0"/>
              <a:t>Functional</a:t>
            </a:r>
            <a:r>
              <a:rPr spc="-275" dirty="0">
                <a:latin typeface="Times New Roman"/>
                <a:cs typeface="Times New Roman"/>
              </a:rPr>
              <a:t> </a:t>
            </a:r>
            <a:r>
              <a:rPr spc="-10" dirty="0"/>
              <a:t>programming</a:t>
            </a:r>
          </a:p>
        </p:txBody>
      </p:sp>
      <p:sp>
        <p:nvSpPr>
          <p:cNvPr id="3" name="object 3"/>
          <p:cNvSpPr txBox="1"/>
          <p:nvPr/>
        </p:nvSpPr>
        <p:spPr>
          <a:xfrm>
            <a:off x="916939" y="1982850"/>
            <a:ext cx="4359275" cy="452755"/>
          </a:xfrm>
          <a:prstGeom prst="rect">
            <a:avLst/>
          </a:prstGeom>
        </p:spPr>
        <p:txBody>
          <a:bodyPr vert="horz" wrap="square" lIns="0" tIns="12700" rIns="0" bIns="0" rtlCol="0">
            <a:spAutoFit/>
          </a:bodyPr>
          <a:lstStyle/>
          <a:p>
            <a:pPr marL="12700">
              <a:lnSpc>
                <a:spcPct val="100000"/>
              </a:lnSpc>
              <a:spcBef>
                <a:spcPts val="100"/>
              </a:spcBef>
            </a:pPr>
            <a:r>
              <a:rPr sz="2800" dirty="0">
                <a:latin typeface="Calibri"/>
                <a:cs typeface="Calibri"/>
              </a:rPr>
              <a:t>Functions</a:t>
            </a:r>
            <a:r>
              <a:rPr sz="2800" spc="-114" dirty="0">
                <a:latin typeface="Times New Roman"/>
                <a:cs typeface="Times New Roman"/>
              </a:rPr>
              <a:t> </a:t>
            </a:r>
            <a:r>
              <a:rPr sz="2800" dirty="0">
                <a:latin typeface="Calibri"/>
                <a:cs typeface="Calibri"/>
              </a:rPr>
              <a:t>have</a:t>
            </a:r>
            <a:r>
              <a:rPr sz="2800" spc="-130" dirty="0">
                <a:latin typeface="Times New Roman"/>
                <a:cs typeface="Times New Roman"/>
              </a:rPr>
              <a:t> </a:t>
            </a:r>
            <a:r>
              <a:rPr sz="2800" dirty="0">
                <a:solidFill>
                  <a:srgbClr val="C00000"/>
                </a:solidFill>
                <a:latin typeface="Calibri"/>
                <a:cs typeface="Calibri"/>
              </a:rPr>
              <a:t>no</a:t>
            </a:r>
            <a:r>
              <a:rPr sz="2800" spc="-125" dirty="0">
                <a:solidFill>
                  <a:srgbClr val="C00000"/>
                </a:solidFill>
                <a:latin typeface="Times New Roman"/>
                <a:cs typeface="Times New Roman"/>
              </a:rPr>
              <a:t> </a:t>
            </a:r>
            <a:r>
              <a:rPr sz="2800" dirty="0">
                <a:solidFill>
                  <a:srgbClr val="C00000"/>
                </a:solidFill>
                <a:latin typeface="Calibri"/>
                <a:cs typeface="Calibri"/>
              </a:rPr>
              <a:t>side</a:t>
            </a:r>
            <a:r>
              <a:rPr sz="2800" spc="-135" dirty="0">
                <a:solidFill>
                  <a:srgbClr val="C00000"/>
                </a:solidFill>
                <a:latin typeface="Times New Roman"/>
                <a:cs typeface="Times New Roman"/>
              </a:rPr>
              <a:t> </a:t>
            </a:r>
            <a:r>
              <a:rPr sz="2800" spc="-10" dirty="0">
                <a:solidFill>
                  <a:srgbClr val="C00000"/>
                </a:solidFill>
                <a:latin typeface="Calibri"/>
                <a:cs typeface="Calibri"/>
              </a:rPr>
              <a:t>effects</a:t>
            </a:r>
            <a:endParaRPr sz="2800">
              <a:latin typeface="Calibri"/>
              <a:cs typeface="Calibri"/>
            </a:endParaRPr>
          </a:p>
        </p:txBody>
      </p:sp>
      <p:sp>
        <p:nvSpPr>
          <p:cNvPr id="4" name="object 4"/>
          <p:cNvSpPr txBox="1"/>
          <p:nvPr/>
        </p:nvSpPr>
        <p:spPr>
          <a:xfrm>
            <a:off x="838200" y="3403853"/>
            <a:ext cx="6096000" cy="1477645"/>
          </a:xfrm>
          <a:prstGeom prst="rect">
            <a:avLst/>
          </a:prstGeom>
          <a:solidFill>
            <a:srgbClr val="252525"/>
          </a:solidFill>
        </p:spPr>
        <p:txBody>
          <a:bodyPr vert="horz" wrap="square" lIns="0" tIns="32384" rIns="0" bIns="0" rtlCol="0">
            <a:spAutoFit/>
          </a:bodyPr>
          <a:lstStyle/>
          <a:p>
            <a:pPr marL="90805">
              <a:lnSpc>
                <a:spcPct val="100000"/>
              </a:lnSpc>
              <a:spcBef>
                <a:spcPts val="254"/>
              </a:spcBef>
            </a:pPr>
            <a:r>
              <a:rPr sz="1800" dirty="0">
                <a:solidFill>
                  <a:srgbClr val="559BD6"/>
                </a:solidFill>
                <a:latin typeface="Consolas"/>
                <a:cs typeface="Consolas"/>
              </a:rPr>
              <a:t>const</a:t>
            </a:r>
            <a:r>
              <a:rPr sz="1800" spc="35" dirty="0">
                <a:solidFill>
                  <a:srgbClr val="559BD6"/>
                </a:solidFill>
                <a:latin typeface="Times New Roman"/>
                <a:cs typeface="Times New Roman"/>
              </a:rPr>
              <a:t>  </a:t>
            </a:r>
            <a:r>
              <a:rPr sz="1800" dirty="0">
                <a:solidFill>
                  <a:srgbClr val="9BDCFE"/>
                </a:solidFill>
                <a:latin typeface="Consolas"/>
                <a:cs typeface="Consolas"/>
              </a:rPr>
              <a:t>b</a:t>
            </a:r>
            <a:r>
              <a:rPr sz="1800" spc="45" dirty="0">
                <a:solidFill>
                  <a:srgbClr val="9BDCFE"/>
                </a:solidFill>
                <a:latin typeface="Times New Roman"/>
                <a:cs typeface="Times New Roman"/>
              </a:rPr>
              <a:t>  </a:t>
            </a:r>
            <a:r>
              <a:rPr sz="1800" dirty="0">
                <a:solidFill>
                  <a:srgbClr val="D3D3D3"/>
                </a:solidFill>
                <a:latin typeface="Consolas"/>
                <a:cs typeface="Consolas"/>
              </a:rPr>
              <a:t>=</a:t>
            </a:r>
            <a:r>
              <a:rPr sz="1800" spc="40" dirty="0">
                <a:solidFill>
                  <a:srgbClr val="D3D3D3"/>
                </a:solidFill>
                <a:latin typeface="Times New Roman"/>
                <a:cs typeface="Times New Roman"/>
              </a:rPr>
              <a:t>  </a:t>
            </a:r>
            <a:r>
              <a:rPr sz="1800" spc="-25" dirty="0">
                <a:solidFill>
                  <a:srgbClr val="D3D3D3"/>
                </a:solidFill>
                <a:latin typeface="Consolas"/>
                <a:cs typeface="Consolas"/>
              </a:rPr>
              <a:t>[];</a:t>
            </a:r>
            <a:endParaRPr sz="1800">
              <a:latin typeface="Consolas"/>
              <a:cs typeface="Consolas"/>
            </a:endParaRPr>
          </a:p>
          <a:p>
            <a:pPr>
              <a:lnSpc>
                <a:spcPct val="100000"/>
              </a:lnSpc>
              <a:spcBef>
                <a:spcPts val="55"/>
              </a:spcBef>
            </a:pPr>
            <a:endParaRPr sz="1800">
              <a:latin typeface="Consolas"/>
              <a:cs typeface="Consolas"/>
            </a:endParaRPr>
          </a:p>
          <a:p>
            <a:pPr marL="342265" marR="2607945" indent="-251460">
              <a:lnSpc>
                <a:spcPct val="100000"/>
              </a:lnSpc>
            </a:pPr>
            <a:r>
              <a:rPr sz="1800" dirty="0">
                <a:solidFill>
                  <a:srgbClr val="559BD6"/>
                </a:solidFill>
                <a:latin typeface="Consolas"/>
                <a:cs typeface="Consolas"/>
              </a:rPr>
              <a:t>function</a:t>
            </a:r>
            <a:r>
              <a:rPr sz="1800" spc="495" dirty="0">
                <a:solidFill>
                  <a:srgbClr val="559BD6"/>
                </a:solidFill>
                <a:latin typeface="Times New Roman"/>
                <a:cs typeface="Times New Roman"/>
              </a:rPr>
              <a:t> </a:t>
            </a:r>
            <a:r>
              <a:rPr sz="1800" dirty="0">
                <a:solidFill>
                  <a:srgbClr val="DCDCAA"/>
                </a:solidFill>
                <a:latin typeface="Consolas"/>
                <a:cs typeface="Consolas"/>
              </a:rPr>
              <a:t>hasSideEffects</a:t>
            </a:r>
            <a:r>
              <a:rPr sz="1800" dirty="0">
                <a:solidFill>
                  <a:srgbClr val="D3D3D3"/>
                </a:solidFill>
                <a:latin typeface="Consolas"/>
                <a:cs typeface="Consolas"/>
              </a:rPr>
              <a:t>()</a:t>
            </a:r>
            <a:r>
              <a:rPr sz="1800" spc="25" dirty="0">
                <a:solidFill>
                  <a:srgbClr val="D3D3D3"/>
                </a:solidFill>
                <a:latin typeface="Times New Roman"/>
                <a:cs typeface="Times New Roman"/>
              </a:rPr>
              <a:t>  </a:t>
            </a:r>
            <a:r>
              <a:rPr sz="1800" spc="-50" dirty="0">
                <a:solidFill>
                  <a:srgbClr val="D3D3D3"/>
                </a:solidFill>
                <a:latin typeface="Consolas"/>
                <a:cs typeface="Consolas"/>
              </a:rPr>
              <a:t>{</a:t>
            </a:r>
            <a:r>
              <a:rPr sz="1800" spc="-50" dirty="0">
                <a:solidFill>
                  <a:srgbClr val="D3D3D3"/>
                </a:solidFill>
                <a:latin typeface="Times New Roman"/>
                <a:cs typeface="Times New Roman"/>
              </a:rPr>
              <a:t> </a:t>
            </a:r>
            <a:r>
              <a:rPr sz="1800" dirty="0">
                <a:solidFill>
                  <a:srgbClr val="9BDCFE"/>
                </a:solidFill>
                <a:latin typeface="Consolas"/>
                <a:cs typeface="Consolas"/>
              </a:rPr>
              <a:t>b</a:t>
            </a:r>
            <a:r>
              <a:rPr sz="1800" spc="40" dirty="0">
                <a:solidFill>
                  <a:srgbClr val="9BDCFE"/>
                </a:solidFill>
                <a:latin typeface="Times New Roman"/>
                <a:cs typeface="Times New Roman"/>
              </a:rPr>
              <a:t>  </a:t>
            </a:r>
            <a:r>
              <a:rPr sz="1800" dirty="0">
                <a:solidFill>
                  <a:srgbClr val="D3D3D3"/>
                </a:solidFill>
                <a:latin typeface="Consolas"/>
                <a:cs typeface="Consolas"/>
              </a:rPr>
              <a:t>=</a:t>
            </a:r>
            <a:r>
              <a:rPr sz="1800" spc="45" dirty="0">
                <a:solidFill>
                  <a:srgbClr val="D3D3D3"/>
                </a:solidFill>
                <a:latin typeface="Times New Roman"/>
                <a:cs typeface="Times New Roman"/>
              </a:rPr>
              <a:t>  </a:t>
            </a:r>
            <a:r>
              <a:rPr sz="1800" spc="-20" dirty="0">
                <a:solidFill>
                  <a:srgbClr val="D3D3D3"/>
                </a:solidFill>
                <a:latin typeface="Consolas"/>
                <a:cs typeface="Consolas"/>
              </a:rPr>
              <a:t>[</a:t>
            </a:r>
            <a:r>
              <a:rPr sz="1800" spc="-20" dirty="0">
                <a:solidFill>
                  <a:srgbClr val="B5CEA7"/>
                </a:solidFill>
                <a:latin typeface="Consolas"/>
                <a:cs typeface="Consolas"/>
              </a:rPr>
              <a:t>0</a:t>
            </a:r>
            <a:r>
              <a:rPr sz="1800" spc="-20" dirty="0">
                <a:solidFill>
                  <a:srgbClr val="D3D3D3"/>
                </a:solidFill>
                <a:latin typeface="Consolas"/>
                <a:cs typeface="Consolas"/>
              </a:rPr>
              <a:t>];</a:t>
            </a:r>
            <a:endParaRPr sz="1800">
              <a:latin typeface="Consolas"/>
              <a:cs typeface="Consolas"/>
            </a:endParaRPr>
          </a:p>
          <a:p>
            <a:pPr marL="91440">
              <a:lnSpc>
                <a:spcPct val="100000"/>
              </a:lnSpc>
            </a:pPr>
            <a:r>
              <a:rPr sz="1800" spc="-50" dirty="0">
                <a:solidFill>
                  <a:srgbClr val="D3D3D3"/>
                </a:solidFill>
                <a:latin typeface="Consolas"/>
                <a:cs typeface="Consolas"/>
              </a:rPr>
              <a:t>}</a:t>
            </a:r>
            <a:endParaRPr sz="1800">
              <a:latin typeface="Consolas"/>
              <a:cs typeface="Consolas"/>
            </a:endParaRPr>
          </a:p>
        </p:txBody>
      </p:sp>
      <p:pic>
        <p:nvPicPr>
          <p:cNvPr id="5" name="Logo black">
            <a:extLst>
              <a:ext uri="{FF2B5EF4-FFF2-40B4-BE49-F238E27FC236}">
                <a16:creationId xmlns:a16="http://schemas.microsoft.com/office/drawing/2014/main" id="{0FE1EA2A-7DFC-1F94-A821-AF98A7B97A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3346" y="6294893"/>
            <a:ext cx="784800" cy="21184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25400">
              <a:lnSpc>
                <a:spcPct val="100000"/>
              </a:lnSpc>
              <a:spcBef>
                <a:spcPts val="95"/>
              </a:spcBef>
            </a:pPr>
            <a:r>
              <a:rPr spc="-10" dirty="0"/>
              <a:t>Components</a:t>
            </a:r>
          </a:p>
        </p:txBody>
      </p:sp>
      <p:sp>
        <p:nvSpPr>
          <p:cNvPr id="3" name="object 3"/>
          <p:cNvSpPr txBox="1"/>
          <p:nvPr/>
        </p:nvSpPr>
        <p:spPr>
          <a:xfrm>
            <a:off x="916939" y="1793112"/>
            <a:ext cx="6542405" cy="452755"/>
          </a:xfrm>
          <a:prstGeom prst="rect">
            <a:avLst/>
          </a:prstGeom>
        </p:spPr>
        <p:txBody>
          <a:bodyPr vert="horz" wrap="square" lIns="0" tIns="12700" rIns="0" bIns="0" rtlCol="0">
            <a:spAutoFit/>
          </a:bodyPr>
          <a:lstStyle/>
          <a:p>
            <a:pPr marL="12700">
              <a:lnSpc>
                <a:spcPct val="100000"/>
              </a:lnSpc>
              <a:spcBef>
                <a:spcPts val="100"/>
              </a:spcBef>
            </a:pPr>
            <a:r>
              <a:rPr sz="2800" dirty="0">
                <a:latin typeface="Calibri"/>
                <a:cs typeface="Calibri"/>
              </a:rPr>
              <a:t>Components</a:t>
            </a:r>
            <a:r>
              <a:rPr sz="2800" spc="-130" dirty="0">
                <a:latin typeface="Times New Roman"/>
                <a:cs typeface="Times New Roman"/>
              </a:rPr>
              <a:t> </a:t>
            </a:r>
            <a:r>
              <a:rPr sz="2800" dirty="0">
                <a:latin typeface="Calibri"/>
                <a:cs typeface="Calibri"/>
              </a:rPr>
              <a:t>are</a:t>
            </a:r>
            <a:r>
              <a:rPr sz="2800" spc="-150" dirty="0">
                <a:latin typeface="Times New Roman"/>
                <a:cs typeface="Times New Roman"/>
              </a:rPr>
              <a:t> </a:t>
            </a:r>
            <a:r>
              <a:rPr sz="2800" dirty="0">
                <a:solidFill>
                  <a:srgbClr val="ED7C30"/>
                </a:solidFill>
                <a:latin typeface="Calibri"/>
                <a:cs typeface="Calibri"/>
              </a:rPr>
              <a:t>functions</a:t>
            </a:r>
            <a:r>
              <a:rPr sz="2800" spc="-120" dirty="0">
                <a:solidFill>
                  <a:srgbClr val="ED7C30"/>
                </a:solidFill>
                <a:latin typeface="Times New Roman"/>
                <a:cs typeface="Times New Roman"/>
              </a:rPr>
              <a:t> </a:t>
            </a:r>
            <a:r>
              <a:rPr sz="2800" dirty="0">
                <a:latin typeface="Calibri"/>
                <a:cs typeface="Calibri"/>
              </a:rPr>
              <a:t>for</a:t>
            </a:r>
            <a:r>
              <a:rPr sz="2800" spc="-145" dirty="0">
                <a:latin typeface="Times New Roman"/>
                <a:cs typeface="Times New Roman"/>
              </a:rPr>
              <a:t> </a:t>
            </a:r>
            <a:r>
              <a:rPr sz="2800" dirty="0">
                <a:solidFill>
                  <a:srgbClr val="C00000"/>
                </a:solidFill>
                <a:latin typeface="Calibri"/>
                <a:cs typeface="Calibri"/>
              </a:rPr>
              <a:t>user</a:t>
            </a:r>
            <a:r>
              <a:rPr sz="2800" spc="-135" dirty="0">
                <a:solidFill>
                  <a:srgbClr val="C00000"/>
                </a:solidFill>
                <a:latin typeface="Times New Roman"/>
                <a:cs typeface="Times New Roman"/>
              </a:rPr>
              <a:t> </a:t>
            </a:r>
            <a:r>
              <a:rPr sz="2800" spc="-10" dirty="0">
                <a:solidFill>
                  <a:srgbClr val="C00000"/>
                </a:solidFill>
                <a:latin typeface="Calibri"/>
                <a:cs typeface="Calibri"/>
              </a:rPr>
              <a:t>interfaces</a:t>
            </a:r>
            <a:endParaRPr sz="2800">
              <a:latin typeface="Calibri"/>
              <a:cs typeface="Calibri"/>
            </a:endParaRPr>
          </a:p>
        </p:txBody>
      </p:sp>
      <p:grpSp>
        <p:nvGrpSpPr>
          <p:cNvPr id="4" name="object 4"/>
          <p:cNvGrpSpPr/>
          <p:nvPr/>
        </p:nvGrpSpPr>
        <p:grpSpPr>
          <a:xfrm>
            <a:off x="5240083" y="3190303"/>
            <a:ext cx="4585335" cy="831850"/>
            <a:chOff x="5240083" y="3190303"/>
            <a:chExt cx="4585335" cy="831850"/>
          </a:xfrm>
        </p:grpSpPr>
        <p:sp>
          <p:nvSpPr>
            <p:cNvPr id="5" name="object 5"/>
            <p:cNvSpPr/>
            <p:nvPr/>
          </p:nvSpPr>
          <p:spPr>
            <a:xfrm>
              <a:off x="5246751" y="3196971"/>
              <a:ext cx="4572000" cy="818515"/>
            </a:xfrm>
            <a:custGeom>
              <a:avLst/>
              <a:gdLst/>
              <a:ahLst/>
              <a:cxnLst/>
              <a:rect l="l" t="t" r="r" b="b"/>
              <a:pathLst>
                <a:path w="4572000" h="818514">
                  <a:moveTo>
                    <a:pt x="4507014" y="0"/>
                  </a:moveTo>
                  <a:lnTo>
                    <a:pt x="64985" y="0"/>
                  </a:lnTo>
                  <a:lnTo>
                    <a:pt x="39690" y="5106"/>
                  </a:lnTo>
                  <a:lnTo>
                    <a:pt x="19034" y="19034"/>
                  </a:lnTo>
                  <a:lnTo>
                    <a:pt x="5106" y="39690"/>
                  </a:lnTo>
                  <a:lnTo>
                    <a:pt x="0" y="64985"/>
                  </a:lnTo>
                  <a:lnTo>
                    <a:pt x="0" y="753389"/>
                  </a:lnTo>
                  <a:lnTo>
                    <a:pt x="5106" y="778691"/>
                  </a:lnTo>
                  <a:lnTo>
                    <a:pt x="19034" y="799352"/>
                  </a:lnTo>
                  <a:lnTo>
                    <a:pt x="39690" y="813280"/>
                  </a:lnTo>
                  <a:lnTo>
                    <a:pt x="64985" y="818388"/>
                  </a:lnTo>
                  <a:lnTo>
                    <a:pt x="4507014" y="818388"/>
                  </a:lnTo>
                  <a:lnTo>
                    <a:pt x="4532309" y="813280"/>
                  </a:lnTo>
                  <a:lnTo>
                    <a:pt x="4552965" y="799352"/>
                  </a:lnTo>
                  <a:lnTo>
                    <a:pt x="4566893" y="778691"/>
                  </a:lnTo>
                  <a:lnTo>
                    <a:pt x="4572000" y="753389"/>
                  </a:lnTo>
                  <a:lnTo>
                    <a:pt x="4572000" y="64985"/>
                  </a:lnTo>
                  <a:lnTo>
                    <a:pt x="4566893" y="39690"/>
                  </a:lnTo>
                  <a:lnTo>
                    <a:pt x="4552965" y="19034"/>
                  </a:lnTo>
                  <a:lnTo>
                    <a:pt x="4532309" y="5106"/>
                  </a:lnTo>
                  <a:lnTo>
                    <a:pt x="4507014" y="0"/>
                  </a:lnTo>
                  <a:close/>
                </a:path>
              </a:pathLst>
            </a:custGeom>
            <a:solidFill>
              <a:srgbClr val="FBE5D6"/>
            </a:solidFill>
          </p:spPr>
          <p:txBody>
            <a:bodyPr wrap="square" lIns="0" tIns="0" rIns="0" bIns="0" rtlCol="0"/>
            <a:lstStyle/>
            <a:p>
              <a:endParaRPr/>
            </a:p>
          </p:txBody>
        </p:sp>
        <p:sp>
          <p:nvSpPr>
            <p:cNvPr id="6" name="object 6"/>
            <p:cNvSpPr/>
            <p:nvPr/>
          </p:nvSpPr>
          <p:spPr>
            <a:xfrm>
              <a:off x="5246751" y="3196971"/>
              <a:ext cx="4572000" cy="818515"/>
            </a:xfrm>
            <a:custGeom>
              <a:avLst/>
              <a:gdLst/>
              <a:ahLst/>
              <a:cxnLst/>
              <a:rect l="l" t="t" r="r" b="b"/>
              <a:pathLst>
                <a:path w="4572000" h="818514">
                  <a:moveTo>
                    <a:pt x="0" y="64985"/>
                  </a:moveTo>
                  <a:lnTo>
                    <a:pt x="5106" y="39690"/>
                  </a:lnTo>
                  <a:lnTo>
                    <a:pt x="19034" y="19034"/>
                  </a:lnTo>
                  <a:lnTo>
                    <a:pt x="39690" y="5106"/>
                  </a:lnTo>
                  <a:lnTo>
                    <a:pt x="64985" y="0"/>
                  </a:lnTo>
                  <a:lnTo>
                    <a:pt x="4507014" y="0"/>
                  </a:lnTo>
                  <a:lnTo>
                    <a:pt x="4532309" y="5106"/>
                  </a:lnTo>
                  <a:lnTo>
                    <a:pt x="4552965" y="19034"/>
                  </a:lnTo>
                  <a:lnTo>
                    <a:pt x="4566893" y="39690"/>
                  </a:lnTo>
                  <a:lnTo>
                    <a:pt x="4572000" y="64985"/>
                  </a:lnTo>
                  <a:lnTo>
                    <a:pt x="4572000" y="753389"/>
                  </a:lnTo>
                  <a:lnTo>
                    <a:pt x="4566893" y="778691"/>
                  </a:lnTo>
                  <a:lnTo>
                    <a:pt x="4552965" y="799352"/>
                  </a:lnTo>
                  <a:lnTo>
                    <a:pt x="4532309" y="813280"/>
                  </a:lnTo>
                  <a:lnTo>
                    <a:pt x="4507014" y="818388"/>
                  </a:lnTo>
                  <a:lnTo>
                    <a:pt x="64985" y="818388"/>
                  </a:lnTo>
                  <a:lnTo>
                    <a:pt x="39690" y="813280"/>
                  </a:lnTo>
                  <a:lnTo>
                    <a:pt x="19034" y="799352"/>
                  </a:lnTo>
                  <a:lnTo>
                    <a:pt x="5106" y="778691"/>
                  </a:lnTo>
                  <a:lnTo>
                    <a:pt x="0" y="753389"/>
                  </a:lnTo>
                  <a:lnTo>
                    <a:pt x="0" y="64985"/>
                  </a:lnTo>
                  <a:close/>
                </a:path>
              </a:pathLst>
            </a:custGeom>
            <a:ln w="12954">
              <a:solidFill>
                <a:srgbClr val="C55A11"/>
              </a:solidFill>
            </a:ln>
          </p:spPr>
          <p:txBody>
            <a:bodyPr wrap="square" lIns="0" tIns="0" rIns="0" bIns="0" rtlCol="0"/>
            <a:lstStyle/>
            <a:p>
              <a:endParaRPr/>
            </a:p>
          </p:txBody>
        </p:sp>
      </p:grpSp>
      <p:sp>
        <p:nvSpPr>
          <p:cNvPr id="7" name="object 7"/>
          <p:cNvSpPr txBox="1"/>
          <p:nvPr/>
        </p:nvSpPr>
        <p:spPr>
          <a:xfrm>
            <a:off x="5344045" y="3426256"/>
            <a:ext cx="1842135" cy="330200"/>
          </a:xfrm>
          <a:prstGeom prst="rect">
            <a:avLst/>
          </a:prstGeom>
        </p:spPr>
        <p:txBody>
          <a:bodyPr vert="horz" wrap="square" lIns="0" tIns="12065" rIns="0" bIns="0" rtlCol="0">
            <a:spAutoFit/>
          </a:bodyPr>
          <a:lstStyle/>
          <a:p>
            <a:pPr marL="12700">
              <a:lnSpc>
                <a:spcPct val="100000"/>
              </a:lnSpc>
              <a:spcBef>
                <a:spcPts val="95"/>
              </a:spcBef>
              <a:tabLst>
                <a:tab pos="570865" algn="l"/>
                <a:tab pos="850900" algn="l"/>
                <a:tab pos="1129665" algn="l"/>
              </a:tabLst>
            </a:pPr>
            <a:r>
              <a:rPr sz="2000" spc="-25" dirty="0">
                <a:solidFill>
                  <a:srgbClr val="C55A11"/>
                </a:solidFill>
                <a:latin typeface="Consolas"/>
                <a:cs typeface="Consolas"/>
              </a:rPr>
              <a:t>let</a:t>
            </a:r>
            <a:r>
              <a:rPr sz="2000" dirty="0">
                <a:solidFill>
                  <a:srgbClr val="C55A11"/>
                </a:solidFill>
                <a:latin typeface="Times New Roman"/>
                <a:cs typeface="Times New Roman"/>
              </a:rPr>
              <a:t>	</a:t>
            </a:r>
            <a:r>
              <a:rPr sz="2000" spc="-50" dirty="0">
                <a:solidFill>
                  <a:srgbClr val="C55A11"/>
                </a:solidFill>
                <a:latin typeface="Consolas"/>
                <a:cs typeface="Consolas"/>
              </a:rPr>
              <a:t>y</a:t>
            </a:r>
            <a:r>
              <a:rPr sz="2000" dirty="0">
                <a:solidFill>
                  <a:srgbClr val="C55A11"/>
                </a:solidFill>
                <a:latin typeface="Times New Roman"/>
                <a:cs typeface="Times New Roman"/>
              </a:rPr>
              <a:t>	</a:t>
            </a:r>
            <a:r>
              <a:rPr sz="2000" spc="-50" dirty="0">
                <a:solidFill>
                  <a:srgbClr val="C55A11"/>
                </a:solidFill>
                <a:latin typeface="Consolas"/>
                <a:cs typeface="Consolas"/>
              </a:rPr>
              <a:t>=</a:t>
            </a:r>
            <a:r>
              <a:rPr sz="2000" dirty="0">
                <a:solidFill>
                  <a:srgbClr val="C55A11"/>
                </a:solidFill>
                <a:latin typeface="Times New Roman"/>
                <a:cs typeface="Times New Roman"/>
              </a:rPr>
              <a:t>	</a:t>
            </a:r>
            <a:r>
              <a:rPr sz="2000" spc="-20" dirty="0">
                <a:solidFill>
                  <a:srgbClr val="C55A11"/>
                </a:solidFill>
                <a:latin typeface="Consolas"/>
                <a:cs typeface="Consolas"/>
              </a:rPr>
              <a:t>f(x);</a:t>
            </a:r>
            <a:endParaRPr sz="2000">
              <a:latin typeface="Consolas"/>
              <a:cs typeface="Consolas"/>
            </a:endParaRPr>
          </a:p>
        </p:txBody>
      </p:sp>
      <p:grpSp>
        <p:nvGrpSpPr>
          <p:cNvPr id="8" name="object 8"/>
          <p:cNvGrpSpPr/>
          <p:nvPr/>
        </p:nvGrpSpPr>
        <p:grpSpPr>
          <a:xfrm>
            <a:off x="4098416" y="3568064"/>
            <a:ext cx="7041515" cy="76200"/>
            <a:chOff x="4098416" y="3568064"/>
            <a:chExt cx="7041515" cy="76200"/>
          </a:xfrm>
        </p:grpSpPr>
        <p:sp>
          <p:nvSpPr>
            <p:cNvPr id="9" name="object 9"/>
            <p:cNvSpPr/>
            <p:nvPr/>
          </p:nvSpPr>
          <p:spPr>
            <a:xfrm>
              <a:off x="4098416" y="3606164"/>
              <a:ext cx="1085215" cy="0"/>
            </a:xfrm>
            <a:custGeom>
              <a:avLst/>
              <a:gdLst/>
              <a:ahLst/>
              <a:cxnLst/>
              <a:rect l="l" t="t" r="r" b="b"/>
              <a:pathLst>
                <a:path w="1085214">
                  <a:moveTo>
                    <a:pt x="0" y="0"/>
                  </a:moveTo>
                  <a:lnTo>
                    <a:pt x="1084592" y="0"/>
                  </a:lnTo>
                </a:path>
              </a:pathLst>
            </a:custGeom>
            <a:ln w="25146">
              <a:solidFill>
                <a:srgbClr val="C55A11"/>
              </a:solidFill>
            </a:ln>
          </p:spPr>
          <p:txBody>
            <a:bodyPr wrap="square" lIns="0" tIns="0" rIns="0" bIns="0" rtlCol="0"/>
            <a:lstStyle/>
            <a:p>
              <a:endParaRPr/>
            </a:p>
          </p:txBody>
        </p:sp>
        <p:sp>
          <p:nvSpPr>
            <p:cNvPr id="10" name="object 10"/>
            <p:cNvSpPr/>
            <p:nvPr/>
          </p:nvSpPr>
          <p:spPr>
            <a:xfrm>
              <a:off x="5170309" y="3568064"/>
              <a:ext cx="76200" cy="76200"/>
            </a:xfrm>
            <a:custGeom>
              <a:avLst/>
              <a:gdLst/>
              <a:ahLst/>
              <a:cxnLst/>
              <a:rect l="l" t="t" r="r" b="b"/>
              <a:pathLst>
                <a:path w="76200" h="76200">
                  <a:moveTo>
                    <a:pt x="0" y="0"/>
                  </a:moveTo>
                  <a:lnTo>
                    <a:pt x="0" y="76200"/>
                  </a:lnTo>
                  <a:lnTo>
                    <a:pt x="76200" y="38100"/>
                  </a:lnTo>
                  <a:lnTo>
                    <a:pt x="0" y="0"/>
                  </a:lnTo>
                  <a:close/>
                </a:path>
              </a:pathLst>
            </a:custGeom>
            <a:solidFill>
              <a:srgbClr val="C55A11"/>
            </a:solidFill>
          </p:spPr>
          <p:txBody>
            <a:bodyPr wrap="square" lIns="0" tIns="0" rIns="0" bIns="0" rtlCol="0"/>
            <a:lstStyle/>
            <a:p>
              <a:endParaRPr/>
            </a:p>
          </p:txBody>
        </p:sp>
        <p:sp>
          <p:nvSpPr>
            <p:cNvPr id="11" name="object 11"/>
            <p:cNvSpPr/>
            <p:nvPr/>
          </p:nvSpPr>
          <p:spPr>
            <a:xfrm>
              <a:off x="9818751" y="3606164"/>
              <a:ext cx="1257300" cy="0"/>
            </a:xfrm>
            <a:custGeom>
              <a:avLst/>
              <a:gdLst/>
              <a:ahLst/>
              <a:cxnLst/>
              <a:rect l="l" t="t" r="r" b="b"/>
              <a:pathLst>
                <a:path w="1257300">
                  <a:moveTo>
                    <a:pt x="0" y="0"/>
                  </a:moveTo>
                  <a:lnTo>
                    <a:pt x="1257300" y="0"/>
                  </a:lnTo>
                </a:path>
              </a:pathLst>
            </a:custGeom>
            <a:ln w="25146">
              <a:solidFill>
                <a:srgbClr val="C55A11"/>
              </a:solidFill>
            </a:ln>
          </p:spPr>
          <p:txBody>
            <a:bodyPr wrap="square" lIns="0" tIns="0" rIns="0" bIns="0" rtlCol="0"/>
            <a:lstStyle/>
            <a:p>
              <a:endParaRPr/>
            </a:p>
          </p:txBody>
        </p:sp>
        <p:sp>
          <p:nvSpPr>
            <p:cNvPr id="12" name="object 12"/>
            <p:cNvSpPr/>
            <p:nvPr/>
          </p:nvSpPr>
          <p:spPr>
            <a:xfrm>
              <a:off x="11063350" y="3568064"/>
              <a:ext cx="76200" cy="76200"/>
            </a:xfrm>
            <a:custGeom>
              <a:avLst/>
              <a:gdLst/>
              <a:ahLst/>
              <a:cxnLst/>
              <a:rect l="l" t="t" r="r" b="b"/>
              <a:pathLst>
                <a:path w="76200" h="76200">
                  <a:moveTo>
                    <a:pt x="0" y="0"/>
                  </a:moveTo>
                  <a:lnTo>
                    <a:pt x="0" y="76200"/>
                  </a:lnTo>
                  <a:lnTo>
                    <a:pt x="76200" y="38100"/>
                  </a:lnTo>
                  <a:lnTo>
                    <a:pt x="0" y="0"/>
                  </a:lnTo>
                  <a:close/>
                </a:path>
              </a:pathLst>
            </a:custGeom>
            <a:solidFill>
              <a:srgbClr val="C55A11"/>
            </a:solidFill>
          </p:spPr>
          <p:txBody>
            <a:bodyPr wrap="square" lIns="0" tIns="0" rIns="0" bIns="0" rtlCol="0"/>
            <a:lstStyle/>
            <a:p>
              <a:endParaRPr/>
            </a:p>
          </p:txBody>
        </p:sp>
      </p:grpSp>
      <p:sp>
        <p:nvSpPr>
          <p:cNvPr id="13" name="object 13"/>
          <p:cNvSpPr txBox="1"/>
          <p:nvPr/>
        </p:nvSpPr>
        <p:spPr>
          <a:xfrm>
            <a:off x="4223093" y="3165398"/>
            <a:ext cx="771525" cy="330200"/>
          </a:xfrm>
          <a:prstGeom prst="rect">
            <a:avLst/>
          </a:prstGeom>
        </p:spPr>
        <p:txBody>
          <a:bodyPr vert="horz" wrap="square" lIns="0" tIns="12065" rIns="0" bIns="0" rtlCol="0">
            <a:spAutoFit/>
          </a:bodyPr>
          <a:lstStyle/>
          <a:p>
            <a:pPr marL="12700">
              <a:lnSpc>
                <a:spcPct val="100000"/>
              </a:lnSpc>
              <a:spcBef>
                <a:spcPts val="95"/>
              </a:spcBef>
            </a:pPr>
            <a:r>
              <a:rPr sz="2000" dirty="0">
                <a:latin typeface="Calibri"/>
                <a:cs typeface="Calibri"/>
              </a:rPr>
              <a:t>Input</a:t>
            </a:r>
            <a:r>
              <a:rPr sz="2000" spc="-85" dirty="0">
                <a:latin typeface="Times New Roman"/>
                <a:cs typeface="Times New Roman"/>
              </a:rPr>
              <a:t> </a:t>
            </a:r>
            <a:r>
              <a:rPr sz="2000" b="1" spc="-50" dirty="0">
                <a:solidFill>
                  <a:srgbClr val="C55A11"/>
                </a:solidFill>
                <a:latin typeface="Consolas"/>
                <a:cs typeface="Consolas"/>
              </a:rPr>
              <a:t>x</a:t>
            </a:r>
            <a:endParaRPr sz="2000">
              <a:latin typeface="Consolas"/>
              <a:cs typeface="Consolas"/>
            </a:endParaRPr>
          </a:p>
        </p:txBody>
      </p:sp>
      <p:sp>
        <p:nvSpPr>
          <p:cNvPr id="14" name="object 14"/>
          <p:cNvSpPr txBox="1"/>
          <p:nvPr/>
        </p:nvSpPr>
        <p:spPr>
          <a:xfrm>
            <a:off x="9962819" y="3156013"/>
            <a:ext cx="1659889" cy="330200"/>
          </a:xfrm>
          <a:prstGeom prst="rect">
            <a:avLst/>
          </a:prstGeom>
        </p:spPr>
        <p:txBody>
          <a:bodyPr vert="horz" wrap="square" lIns="0" tIns="12065" rIns="0" bIns="0" rtlCol="0">
            <a:spAutoFit/>
          </a:bodyPr>
          <a:lstStyle/>
          <a:p>
            <a:pPr marL="12700">
              <a:lnSpc>
                <a:spcPct val="100000"/>
              </a:lnSpc>
              <a:spcBef>
                <a:spcPts val="95"/>
              </a:spcBef>
            </a:pPr>
            <a:r>
              <a:rPr sz="2000" dirty="0">
                <a:latin typeface="Calibri"/>
                <a:cs typeface="Calibri"/>
              </a:rPr>
              <a:t>Output</a:t>
            </a:r>
            <a:r>
              <a:rPr sz="2000" spc="-105" dirty="0">
                <a:latin typeface="Times New Roman"/>
                <a:cs typeface="Times New Roman"/>
              </a:rPr>
              <a:t> </a:t>
            </a:r>
            <a:r>
              <a:rPr sz="2000" b="1" spc="-10" dirty="0">
                <a:solidFill>
                  <a:srgbClr val="C55A11"/>
                </a:solidFill>
                <a:latin typeface="Consolas"/>
                <a:cs typeface="Consolas"/>
              </a:rPr>
              <a:t>number</a:t>
            </a:r>
            <a:endParaRPr sz="2000">
              <a:latin typeface="Consolas"/>
              <a:cs typeface="Consolas"/>
            </a:endParaRPr>
          </a:p>
        </p:txBody>
      </p:sp>
      <p:grpSp>
        <p:nvGrpSpPr>
          <p:cNvPr id="15" name="object 15"/>
          <p:cNvGrpSpPr/>
          <p:nvPr/>
        </p:nvGrpSpPr>
        <p:grpSpPr>
          <a:xfrm>
            <a:off x="5240083" y="4973383"/>
            <a:ext cx="4585335" cy="832485"/>
            <a:chOff x="5240083" y="4973383"/>
            <a:chExt cx="4585335" cy="832485"/>
          </a:xfrm>
        </p:grpSpPr>
        <p:sp>
          <p:nvSpPr>
            <p:cNvPr id="16" name="object 16"/>
            <p:cNvSpPr/>
            <p:nvPr/>
          </p:nvSpPr>
          <p:spPr>
            <a:xfrm>
              <a:off x="5246751" y="4980051"/>
              <a:ext cx="4572000" cy="819150"/>
            </a:xfrm>
            <a:custGeom>
              <a:avLst/>
              <a:gdLst/>
              <a:ahLst/>
              <a:cxnLst/>
              <a:rect l="l" t="t" r="r" b="b"/>
              <a:pathLst>
                <a:path w="4572000" h="819150">
                  <a:moveTo>
                    <a:pt x="4506950" y="0"/>
                  </a:moveTo>
                  <a:lnTo>
                    <a:pt x="65049" y="0"/>
                  </a:lnTo>
                  <a:lnTo>
                    <a:pt x="39728" y="5111"/>
                  </a:lnTo>
                  <a:lnTo>
                    <a:pt x="19051" y="19051"/>
                  </a:lnTo>
                  <a:lnTo>
                    <a:pt x="5111" y="39728"/>
                  </a:lnTo>
                  <a:lnTo>
                    <a:pt x="0" y="65049"/>
                  </a:lnTo>
                  <a:lnTo>
                    <a:pt x="0" y="754098"/>
                  </a:lnTo>
                  <a:lnTo>
                    <a:pt x="5111" y="779421"/>
                  </a:lnTo>
                  <a:lnTo>
                    <a:pt x="19051" y="800099"/>
                  </a:lnTo>
                  <a:lnTo>
                    <a:pt x="39728" y="814039"/>
                  </a:lnTo>
                  <a:lnTo>
                    <a:pt x="65049" y="819151"/>
                  </a:lnTo>
                  <a:lnTo>
                    <a:pt x="4506950" y="819151"/>
                  </a:lnTo>
                  <a:lnTo>
                    <a:pt x="4532271" y="814039"/>
                  </a:lnTo>
                  <a:lnTo>
                    <a:pt x="4552948" y="800099"/>
                  </a:lnTo>
                  <a:lnTo>
                    <a:pt x="4566888" y="779421"/>
                  </a:lnTo>
                  <a:lnTo>
                    <a:pt x="4572000" y="754098"/>
                  </a:lnTo>
                  <a:lnTo>
                    <a:pt x="4572000" y="65049"/>
                  </a:lnTo>
                  <a:lnTo>
                    <a:pt x="4566888" y="39728"/>
                  </a:lnTo>
                  <a:lnTo>
                    <a:pt x="4552948" y="19051"/>
                  </a:lnTo>
                  <a:lnTo>
                    <a:pt x="4532271" y="5111"/>
                  </a:lnTo>
                  <a:lnTo>
                    <a:pt x="4506950" y="0"/>
                  </a:lnTo>
                  <a:close/>
                </a:path>
              </a:pathLst>
            </a:custGeom>
            <a:solidFill>
              <a:srgbClr val="FBE5D6"/>
            </a:solidFill>
          </p:spPr>
          <p:txBody>
            <a:bodyPr wrap="square" lIns="0" tIns="0" rIns="0" bIns="0" rtlCol="0"/>
            <a:lstStyle/>
            <a:p>
              <a:endParaRPr/>
            </a:p>
          </p:txBody>
        </p:sp>
        <p:sp>
          <p:nvSpPr>
            <p:cNvPr id="17" name="object 17"/>
            <p:cNvSpPr/>
            <p:nvPr/>
          </p:nvSpPr>
          <p:spPr>
            <a:xfrm>
              <a:off x="5246751" y="4980051"/>
              <a:ext cx="4572000" cy="819150"/>
            </a:xfrm>
            <a:custGeom>
              <a:avLst/>
              <a:gdLst/>
              <a:ahLst/>
              <a:cxnLst/>
              <a:rect l="l" t="t" r="r" b="b"/>
              <a:pathLst>
                <a:path w="4572000" h="819150">
                  <a:moveTo>
                    <a:pt x="0" y="65049"/>
                  </a:moveTo>
                  <a:lnTo>
                    <a:pt x="5111" y="39728"/>
                  </a:lnTo>
                  <a:lnTo>
                    <a:pt x="19051" y="19051"/>
                  </a:lnTo>
                  <a:lnTo>
                    <a:pt x="39728" y="5111"/>
                  </a:lnTo>
                  <a:lnTo>
                    <a:pt x="65049" y="0"/>
                  </a:lnTo>
                  <a:lnTo>
                    <a:pt x="4506950" y="0"/>
                  </a:lnTo>
                  <a:lnTo>
                    <a:pt x="4532271" y="5111"/>
                  </a:lnTo>
                  <a:lnTo>
                    <a:pt x="4552948" y="19051"/>
                  </a:lnTo>
                  <a:lnTo>
                    <a:pt x="4566888" y="39728"/>
                  </a:lnTo>
                  <a:lnTo>
                    <a:pt x="4572000" y="65049"/>
                  </a:lnTo>
                  <a:lnTo>
                    <a:pt x="4572000" y="754098"/>
                  </a:lnTo>
                  <a:lnTo>
                    <a:pt x="4566888" y="779421"/>
                  </a:lnTo>
                  <a:lnTo>
                    <a:pt x="4552948" y="800099"/>
                  </a:lnTo>
                  <a:lnTo>
                    <a:pt x="4532271" y="814039"/>
                  </a:lnTo>
                  <a:lnTo>
                    <a:pt x="4506950" y="819151"/>
                  </a:lnTo>
                  <a:lnTo>
                    <a:pt x="65049" y="819151"/>
                  </a:lnTo>
                  <a:lnTo>
                    <a:pt x="39728" y="814039"/>
                  </a:lnTo>
                  <a:lnTo>
                    <a:pt x="19051" y="800099"/>
                  </a:lnTo>
                  <a:lnTo>
                    <a:pt x="5111" y="779421"/>
                  </a:lnTo>
                  <a:lnTo>
                    <a:pt x="0" y="754098"/>
                  </a:lnTo>
                  <a:lnTo>
                    <a:pt x="0" y="65049"/>
                  </a:lnTo>
                  <a:close/>
                </a:path>
              </a:pathLst>
            </a:custGeom>
            <a:ln w="12954">
              <a:solidFill>
                <a:srgbClr val="C55A11"/>
              </a:solidFill>
            </a:ln>
          </p:spPr>
          <p:txBody>
            <a:bodyPr wrap="square" lIns="0" tIns="0" rIns="0" bIns="0" rtlCol="0"/>
            <a:lstStyle/>
            <a:p>
              <a:endParaRPr/>
            </a:p>
          </p:txBody>
        </p:sp>
      </p:grpSp>
      <p:sp>
        <p:nvSpPr>
          <p:cNvPr id="18" name="object 18"/>
          <p:cNvSpPr txBox="1"/>
          <p:nvPr/>
        </p:nvSpPr>
        <p:spPr>
          <a:xfrm>
            <a:off x="5344045" y="5209425"/>
            <a:ext cx="4358005" cy="330200"/>
          </a:xfrm>
          <a:prstGeom prst="rect">
            <a:avLst/>
          </a:prstGeom>
        </p:spPr>
        <p:txBody>
          <a:bodyPr vert="horz" wrap="square" lIns="0" tIns="12065" rIns="0" bIns="0" rtlCol="0">
            <a:spAutoFit/>
          </a:bodyPr>
          <a:lstStyle/>
          <a:p>
            <a:pPr marL="12700">
              <a:lnSpc>
                <a:spcPct val="100000"/>
              </a:lnSpc>
              <a:spcBef>
                <a:spcPts val="95"/>
              </a:spcBef>
              <a:tabLst>
                <a:tab pos="570865" algn="l"/>
                <a:tab pos="850900" algn="l"/>
                <a:tab pos="1129665" algn="l"/>
                <a:tab pos="2526665" algn="l"/>
                <a:tab pos="3924935" algn="l"/>
              </a:tabLst>
            </a:pPr>
            <a:r>
              <a:rPr sz="2000" spc="-25" dirty="0">
                <a:solidFill>
                  <a:srgbClr val="C55A11"/>
                </a:solidFill>
                <a:latin typeface="Consolas"/>
                <a:cs typeface="Consolas"/>
              </a:rPr>
              <a:t>let</a:t>
            </a:r>
            <a:r>
              <a:rPr sz="2000" dirty="0">
                <a:solidFill>
                  <a:srgbClr val="C55A11"/>
                </a:solidFill>
                <a:latin typeface="Times New Roman"/>
                <a:cs typeface="Times New Roman"/>
              </a:rPr>
              <a:t>	</a:t>
            </a:r>
            <a:r>
              <a:rPr sz="2000" spc="-50" dirty="0">
                <a:solidFill>
                  <a:srgbClr val="C55A11"/>
                </a:solidFill>
                <a:latin typeface="Consolas"/>
                <a:cs typeface="Consolas"/>
              </a:rPr>
              <a:t>y</a:t>
            </a:r>
            <a:r>
              <a:rPr sz="2000" dirty="0">
                <a:solidFill>
                  <a:srgbClr val="C55A11"/>
                </a:solidFill>
                <a:latin typeface="Times New Roman"/>
                <a:cs typeface="Times New Roman"/>
              </a:rPr>
              <a:t>	</a:t>
            </a:r>
            <a:r>
              <a:rPr sz="2000" spc="-50" dirty="0">
                <a:solidFill>
                  <a:srgbClr val="C55A11"/>
                </a:solidFill>
                <a:latin typeface="Consolas"/>
                <a:cs typeface="Consolas"/>
              </a:rPr>
              <a:t>=</a:t>
            </a:r>
            <a:r>
              <a:rPr sz="2000" dirty="0">
                <a:solidFill>
                  <a:srgbClr val="C55A11"/>
                </a:solidFill>
                <a:latin typeface="Times New Roman"/>
                <a:cs typeface="Times New Roman"/>
              </a:rPr>
              <a:t>	</a:t>
            </a:r>
            <a:r>
              <a:rPr sz="2000" spc="-10" dirty="0">
                <a:solidFill>
                  <a:srgbClr val="C55A11"/>
                </a:solidFill>
                <a:latin typeface="Consolas"/>
                <a:cs typeface="Consolas"/>
              </a:rPr>
              <a:t>&lt;FancyDiv</a:t>
            </a:r>
            <a:r>
              <a:rPr sz="2000" dirty="0">
                <a:solidFill>
                  <a:srgbClr val="C55A11"/>
                </a:solidFill>
                <a:latin typeface="Times New Roman"/>
                <a:cs typeface="Times New Roman"/>
              </a:rPr>
              <a:t>	</a:t>
            </a:r>
            <a:r>
              <a:rPr sz="2000" spc="-10" dirty="0">
                <a:solidFill>
                  <a:srgbClr val="C55A11"/>
                </a:solidFill>
                <a:latin typeface="Consolas"/>
                <a:cs typeface="Consolas"/>
              </a:rPr>
              <a:t>value={x}</a:t>
            </a:r>
            <a:r>
              <a:rPr sz="2000" dirty="0">
                <a:solidFill>
                  <a:srgbClr val="C55A11"/>
                </a:solidFill>
                <a:latin typeface="Times New Roman"/>
                <a:cs typeface="Times New Roman"/>
              </a:rPr>
              <a:t>	</a:t>
            </a:r>
            <a:r>
              <a:rPr sz="2000" spc="-25" dirty="0">
                <a:solidFill>
                  <a:srgbClr val="C55A11"/>
                </a:solidFill>
                <a:latin typeface="Consolas"/>
                <a:cs typeface="Consolas"/>
              </a:rPr>
              <a:t>/&gt;;</a:t>
            </a:r>
            <a:endParaRPr sz="2000">
              <a:latin typeface="Consolas"/>
              <a:cs typeface="Consolas"/>
            </a:endParaRPr>
          </a:p>
        </p:txBody>
      </p:sp>
      <p:grpSp>
        <p:nvGrpSpPr>
          <p:cNvPr id="19" name="object 19"/>
          <p:cNvGrpSpPr/>
          <p:nvPr/>
        </p:nvGrpSpPr>
        <p:grpSpPr>
          <a:xfrm>
            <a:off x="4098416" y="5351145"/>
            <a:ext cx="7429500" cy="76200"/>
            <a:chOff x="4098416" y="5351145"/>
            <a:chExt cx="7429500" cy="76200"/>
          </a:xfrm>
        </p:grpSpPr>
        <p:sp>
          <p:nvSpPr>
            <p:cNvPr id="20" name="object 20"/>
            <p:cNvSpPr/>
            <p:nvPr/>
          </p:nvSpPr>
          <p:spPr>
            <a:xfrm>
              <a:off x="4098416" y="5389245"/>
              <a:ext cx="1085215" cy="0"/>
            </a:xfrm>
            <a:custGeom>
              <a:avLst/>
              <a:gdLst/>
              <a:ahLst/>
              <a:cxnLst/>
              <a:rect l="l" t="t" r="r" b="b"/>
              <a:pathLst>
                <a:path w="1085214">
                  <a:moveTo>
                    <a:pt x="0" y="0"/>
                  </a:moveTo>
                  <a:lnTo>
                    <a:pt x="1084592" y="0"/>
                  </a:lnTo>
                </a:path>
              </a:pathLst>
            </a:custGeom>
            <a:ln w="25146">
              <a:solidFill>
                <a:srgbClr val="C55A11"/>
              </a:solidFill>
            </a:ln>
          </p:spPr>
          <p:txBody>
            <a:bodyPr wrap="square" lIns="0" tIns="0" rIns="0" bIns="0" rtlCol="0"/>
            <a:lstStyle/>
            <a:p>
              <a:endParaRPr/>
            </a:p>
          </p:txBody>
        </p:sp>
        <p:sp>
          <p:nvSpPr>
            <p:cNvPr id="21" name="object 21"/>
            <p:cNvSpPr/>
            <p:nvPr/>
          </p:nvSpPr>
          <p:spPr>
            <a:xfrm>
              <a:off x="5170309" y="5351145"/>
              <a:ext cx="76200" cy="76200"/>
            </a:xfrm>
            <a:custGeom>
              <a:avLst/>
              <a:gdLst/>
              <a:ahLst/>
              <a:cxnLst/>
              <a:rect l="l" t="t" r="r" b="b"/>
              <a:pathLst>
                <a:path w="76200" h="76200">
                  <a:moveTo>
                    <a:pt x="0" y="0"/>
                  </a:moveTo>
                  <a:lnTo>
                    <a:pt x="0" y="76200"/>
                  </a:lnTo>
                  <a:lnTo>
                    <a:pt x="76200" y="38100"/>
                  </a:lnTo>
                  <a:lnTo>
                    <a:pt x="0" y="0"/>
                  </a:lnTo>
                  <a:close/>
                </a:path>
              </a:pathLst>
            </a:custGeom>
            <a:solidFill>
              <a:srgbClr val="C55A11"/>
            </a:solidFill>
          </p:spPr>
          <p:txBody>
            <a:bodyPr wrap="square" lIns="0" tIns="0" rIns="0" bIns="0" rtlCol="0"/>
            <a:lstStyle/>
            <a:p>
              <a:endParaRPr/>
            </a:p>
          </p:txBody>
        </p:sp>
        <p:sp>
          <p:nvSpPr>
            <p:cNvPr id="22" name="object 22"/>
            <p:cNvSpPr/>
            <p:nvPr/>
          </p:nvSpPr>
          <p:spPr>
            <a:xfrm>
              <a:off x="9818751" y="5389245"/>
              <a:ext cx="1645285" cy="0"/>
            </a:xfrm>
            <a:custGeom>
              <a:avLst/>
              <a:gdLst/>
              <a:ahLst/>
              <a:cxnLst/>
              <a:rect l="l" t="t" r="r" b="b"/>
              <a:pathLst>
                <a:path w="1645284">
                  <a:moveTo>
                    <a:pt x="0" y="0"/>
                  </a:moveTo>
                  <a:lnTo>
                    <a:pt x="1645221" y="0"/>
                  </a:lnTo>
                </a:path>
              </a:pathLst>
            </a:custGeom>
            <a:ln w="25146">
              <a:solidFill>
                <a:srgbClr val="C55A11"/>
              </a:solidFill>
            </a:ln>
          </p:spPr>
          <p:txBody>
            <a:bodyPr wrap="square" lIns="0" tIns="0" rIns="0" bIns="0" rtlCol="0"/>
            <a:lstStyle/>
            <a:p>
              <a:endParaRPr/>
            </a:p>
          </p:txBody>
        </p:sp>
        <p:sp>
          <p:nvSpPr>
            <p:cNvPr id="23" name="object 23"/>
            <p:cNvSpPr/>
            <p:nvPr/>
          </p:nvSpPr>
          <p:spPr>
            <a:xfrm>
              <a:off x="11451285" y="5351145"/>
              <a:ext cx="76200" cy="76200"/>
            </a:xfrm>
            <a:custGeom>
              <a:avLst/>
              <a:gdLst/>
              <a:ahLst/>
              <a:cxnLst/>
              <a:rect l="l" t="t" r="r" b="b"/>
              <a:pathLst>
                <a:path w="76200" h="76200">
                  <a:moveTo>
                    <a:pt x="0" y="0"/>
                  </a:moveTo>
                  <a:lnTo>
                    <a:pt x="0" y="76200"/>
                  </a:lnTo>
                  <a:lnTo>
                    <a:pt x="76200" y="38100"/>
                  </a:lnTo>
                  <a:lnTo>
                    <a:pt x="0" y="0"/>
                  </a:lnTo>
                  <a:close/>
                </a:path>
              </a:pathLst>
            </a:custGeom>
            <a:solidFill>
              <a:srgbClr val="C55A11"/>
            </a:solidFill>
          </p:spPr>
          <p:txBody>
            <a:bodyPr wrap="square" lIns="0" tIns="0" rIns="0" bIns="0" rtlCol="0"/>
            <a:lstStyle/>
            <a:p>
              <a:endParaRPr/>
            </a:p>
          </p:txBody>
        </p:sp>
      </p:grpSp>
      <p:sp>
        <p:nvSpPr>
          <p:cNvPr id="24" name="object 24"/>
          <p:cNvSpPr txBox="1"/>
          <p:nvPr/>
        </p:nvSpPr>
        <p:spPr>
          <a:xfrm>
            <a:off x="4223093" y="4948580"/>
            <a:ext cx="771525" cy="330200"/>
          </a:xfrm>
          <a:prstGeom prst="rect">
            <a:avLst/>
          </a:prstGeom>
        </p:spPr>
        <p:txBody>
          <a:bodyPr vert="horz" wrap="square" lIns="0" tIns="12065" rIns="0" bIns="0" rtlCol="0">
            <a:spAutoFit/>
          </a:bodyPr>
          <a:lstStyle/>
          <a:p>
            <a:pPr marL="12700">
              <a:lnSpc>
                <a:spcPct val="100000"/>
              </a:lnSpc>
              <a:spcBef>
                <a:spcPts val="95"/>
              </a:spcBef>
            </a:pPr>
            <a:r>
              <a:rPr sz="2000" dirty="0">
                <a:latin typeface="Calibri"/>
                <a:cs typeface="Calibri"/>
              </a:rPr>
              <a:t>Input</a:t>
            </a:r>
            <a:r>
              <a:rPr sz="2000" spc="-85" dirty="0">
                <a:latin typeface="Times New Roman"/>
                <a:cs typeface="Times New Roman"/>
              </a:rPr>
              <a:t> </a:t>
            </a:r>
            <a:r>
              <a:rPr sz="2000" b="1" spc="-50" dirty="0">
                <a:solidFill>
                  <a:srgbClr val="C55A11"/>
                </a:solidFill>
                <a:latin typeface="Consolas"/>
                <a:cs typeface="Consolas"/>
              </a:rPr>
              <a:t>x</a:t>
            </a:r>
            <a:endParaRPr sz="2000">
              <a:latin typeface="Consolas"/>
              <a:cs typeface="Consolas"/>
            </a:endParaRPr>
          </a:p>
        </p:txBody>
      </p:sp>
      <p:sp>
        <p:nvSpPr>
          <p:cNvPr id="25" name="object 25"/>
          <p:cNvSpPr txBox="1"/>
          <p:nvPr/>
        </p:nvSpPr>
        <p:spPr>
          <a:xfrm>
            <a:off x="9962819" y="4939195"/>
            <a:ext cx="1380490" cy="330200"/>
          </a:xfrm>
          <a:prstGeom prst="rect">
            <a:avLst/>
          </a:prstGeom>
        </p:spPr>
        <p:txBody>
          <a:bodyPr vert="horz" wrap="square" lIns="0" tIns="12065" rIns="0" bIns="0" rtlCol="0">
            <a:spAutoFit/>
          </a:bodyPr>
          <a:lstStyle/>
          <a:p>
            <a:pPr marL="12700">
              <a:lnSpc>
                <a:spcPct val="100000"/>
              </a:lnSpc>
              <a:spcBef>
                <a:spcPts val="95"/>
              </a:spcBef>
            </a:pPr>
            <a:r>
              <a:rPr sz="2000" dirty="0">
                <a:latin typeface="Calibri"/>
                <a:cs typeface="Calibri"/>
              </a:rPr>
              <a:t>Output</a:t>
            </a:r>
            <a:r>
              <a:rPr sz="2000" spc="-105" dirty="0">
                <a:latin typeface="Times New Roman"/>
                <a:cs typeface="Times New Roman"/>
              </a:rPr>
              <a:t> </a:t>
            </a:r>
            <a:r>
              <a:rPr sz="2000" b="1" spc="-20" dirty="0">
                <a:solidFill>
                  <a:srgbClr val="C55A11"/>
                </a:solidFill>
                <a:latin typeface="Consolas"/>
                <a:cs typeface="Consolas"/>
              </a:rPr>
              <a:t>HTML</a:t>
            </a:r>
            <a:endParaRPr sz="2000">
              <a:latin typeface="Consolas"/>
              <a:cs typeface="Consolas"/>
            </a:endParaRPr>
          </a:p>
        </p:txBody>
      </p:sp>
      <p:sp>
        <p:nvSpPr>
          <p:cNvPr id="26" name="object 26"/>
          <p:cNvSpPr txBox="1"/>
          <p:nvPr/>
        </p:nvSpPr>
        <p:spPr>
          <a:xfrm>
            <a:off x="1557439" y="3388194"/>
            <a:ext cx="1876425" cy="391160"/>
          </a:xfrm>
          <a:prstGeom prst="rect">
            <a:avLst/>
          </a:prstGeom>
        </p:spPr>
        <p:txBody>
          <a:bodyPr vert="horz" wrap="square" lIns="0" tIns="12700" rIns="0" bIns="0" rtlCol="0">
            <a:spAutoFit/>
          </a:bodyPr>
          <a:lstStyle/>
          <a:p>
            <a:pPr marL="12700">
              <a:lnSpc>
                <a:spcPct val="100000"/>
              </a:lnSpc>
              <a:spcBef>
                <a:spcPts val="100"/>
              </a:spcBef>
            </a:pPr>
            <a:r>
              <a:rPr sz="2400" dirty="0">
                <a:latin typeface="Calibri"/>
                <a:cs typeface="Calibri"/>
              </a:rPr>
              <a:t>Math</a:t>
            </a:r>
            <a:r>
              <a:rPr sz="2400" spc="-100" dirty="0">
                <a:latin typeface="Times New Roman"/>
                <a:cs typeface="Times New Roman"/>
              </a:rPr>
              <a:t> </a:t>
            </a:r>
            <a:r>
              <a:rPr sz="2400" spc="-10" dirty="0">
                <a:latin typeface="Calibri"/>
                <a:cs typeface="Calibri"/>
              </a:rPr>
              <a:t>function:</a:t>
            </a:r>
            <a:endParaRPr sz="2400">
              <a:latin typeface="Calibri"/>
              <a:cs typeface="Calibri"/>
            </a:endParaRPr>
          </a:p>
        </p:txBody>
      </p:sp>
      <p:sp>
        <p:nvSpPr>
          <p:cNvPr id="27" name="object 27"/>
          <p:cNvSpPr txBox="1"/>
          <p:nvPr/>
        </p:nvSpPr>
        <p:spPr>
          <a:xfrm>
            <a:off x="765568" y="5171275"/>
            <a:ext cx="2669540" cy="391160"/>
          </a:xfrm>
          <a:prstGeom prst="rect">
            <a:avLst/>
          </a:prstGeom>
        </p:spPr>
        <p:txBody>
          <a:bodyPr vert="horz" wrap="square" lIns="0" tIns="12700" rIns="0" bIns="0" rtlCol="0">
            <a:spAutoFit/>
          </a:bodyPr>
          <a:lstStyle/>
          <a:p>
            <a:pPr marL="12700">
              <a:lnSpc>
                <a:spcPct val="100000"/>
              </a:lnSpc>
              <a:spcBef>
                <a:spcPts val="100"/>
              </a:spcBef>
            </a:pPr>
            <a:r>
              <a:rPr sz="2400" spc="-10" dirty="0">
                <a:latin typeface="Calibri"/>
                <a:cs typeface="Calibri"/>
              </a:rPr>
              <a:t>Component</a:t>
            </a:r>
            <a:r>
              <a:rPr sz="2400" spc="-80" dirty="0">
                <a:latin typeface="Times New Roman"/>
                <a:cs typeface="Times New Roman"/>
              </a:rPr>
              <a:t> </a:t>
            </a:r>
            <a:r>
              <a:rPr sz="2400" spc="-10" dirty="0">
                <a:latin typeface="Calibri"/>
                <a:cs typeface="Calibri"/>
              </a:rPr>
              <a:t>function:</a:t>
            </a:r>
            <a:endParaRPr sz="2400">
              <a:latin typeface="Calibri"/>
              <a:cs typeface="Calibri"/>
            </a:endParaRPr>
          </a:p>
        </p:txBody>
      </p:sp>
      <p:pic>
        <p:nvPicPr>
          <p:cNvPr id="28" name="object 28"/>
          <p:cNvPicPr/>
          <p:nvPr/>
        </p:nvPicPr>
        <p:blipFill>
          <a:blip r:embed="rId2" cstate="print"/>
          <a:stretch>
            <a:fillRect/>
          </a:stretch>
        </p:blipFill>
        <p:spPr>
          <a:xfrm>
            <a:off x="8451786" y="376732"/>
            <a:ext cx="3256572" cy="1821751"/>
          </a:xfrm>
          <a:prstGeom prst="rect">
            <a:avLst/>
          </a:prstGeom>
        </p:spPr>
      </p:pic>
      <p:pic>
        <p:nvPicPr>
          <p:cNvPr id="29" name="Logo black">
            <a:extLst>
              <a:ext uri="{FF2B5EF4-FFF2-40B4-BE49-F238E27FC236}">
                <a16:creationId xmlns:a16="http://schemas.microsoft.com/office/drawing/2014/main" id="{29B08091-38A4-2C9B-EB55-73DCACE53AB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3346" y="6294893"/>
            <a:ext cx="784800" cy="21184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25400">
              <a:lnSpc>
                <a:spcPct val="100000"/>
              </a:lnSpc>
              <a:spcBef>
                <a:spcPts val="95"/>
              </a:spcBef>
            </a:pPr>
            <a:r>
              <a:rPr spc="-30" dirty="0"/>
              <a:t>Anatomy</a:t>
            </a:r>
            <a:r>
              <a:rPr spc="-180" dirty="0">
                <a:latin typeface="Times New Roman"/>
                <a:cs typeface="Times New Roman"/>
              </a:rPr>
              <a:t> </a:t>
            </a:r>
            <a:r>
              <a:rPr dirty="0"/>
              <a:t>of</a:t>
            </a:r>
            <a:r>
              <a:rPr spc="-185" dirty="0">
                <a:latin typeface="Times New Roman"/>
                <a:cs typeface="Times New Roman"/>
              </a:rPr>
              <a:t> </a:t>
            </a:r>
            <a:r>
              <a:rPr dirty="0"/>
              <a:t>a</a:t>
            </a:r>
            <a:r>
              <a:rPr spc="-180" dirty="0">
                <a:latin typeface="Times New Roman"/>
                <a:cs typeface="Times New Roman"/>
              </a:rPr>
              <a:t> </a:t>
            </a:r>
            <a:r>
              <a:rPr dirty="0"/>
              <a:t>React</a:t>
            </a:r>
            <a:r>
              <a:rPr spc="-185" dirty="0">
                <a:latin typeface="Times New Roman"/>
                <a:cs typeface="Times New Roman"/>
              </a:rPr>
              <a:t> </a:t>
            </a:r>
            <a:r>
              <a:rPr spc="-10" dirty="0">
                <a:solidFill>
                  <a:srgbClr val="C00000"/>
                </a:solidFill>
                <a:latin typeface="Calibri"/>
                <a:cs typeface="Calibri"/>
              </a:rPr>
              <a:t>component</a:t>
            </a:r>
          </a:p>
        </p:txBody>
      </p:sp>
      <p:sp>
        <p:nvSpPr>
          <p:cNvPr id="3" name="object 3"/>
          <p:cNvSpPr/>
          <p:nvPr/>
        </p:nvSpPr>
        <p:spPr>
          <a:xfrm>
            <a:off x="415290" y="2958083"/>
            <a:ext cx="8886190" cy="2124075"/>
          </a:xfrm>
          <a:custGeom>
            <a:avLst/>
            <a:gdLst/>
            <a:ahLst/>
            <a:cxnLst/>
            <a:rect l="l" t="t" r="r" b="b"/>
            <a:pathLst>
              <a:path w="8886190" h="2124075">
                <a:moveTo>
                  <a:pt x="8885682" y="0"/>
                </a:moveTo>
                <a:lnTo>
                  <a:pt x="0" y="0"/>
                </a:lnTo>
                <a:lnTo>
                  <a:pt x="0" y="2123694"/>
                </a:lnTo>
                <a:lnTo>
                  <a:pt x="8885682" y="2123694"/>
                </a:lnTo>
                <a:lnTo>
                  <a:pt x="8885682" y="0"/>
                </a:lnTo>
                <a:close/>
              </a:path>
            </a:pathLst>
          </a:custGeom>
          <a:solidFill>
            <a:srgbClr val="252525"/>
          </a:solidFill>
        </p:spPr>
        <p:txBody>
          <a:bodyPr wrap="square" lIns="0" tIns="0" rIns="0" bIns="0" rtlCol="0"/>
          <a:lstStyle/>
          <a:p>
            <a:endParaRPr/>
          </a:p>
        </p:txBody>
      </p:sp>
      <p:sp>
        <p:nvSpPr>
          <p:cNvPr id="4" name="object 4"/>
          <p:cNvSpPr txBox="1"/>
          <p:nvPr/>
        </p:nvSpPr>
        <p:spPr>
          <a:xfrm>
            <a:off x="768692" y="3298380"/>
            <a:ext cx="7303770" cy="84836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C585C0"/>
                </a:solidFill>
                <a:latin typeface="Consolas"/>
                <a:cs typeface="Consolas"/>
              </a:rPr>
              <a:t>export</a:t>
            </a:r>
            <a:r>
              <a:rPr sz="1800" spc="25" dirty="0">
                <a:solidFill>
                  <a:srgbClr val="C585C0"/>
                </a:solidFill>
                <a:latin typeface="Times New Roman"/>
                <a:cs typeface="Times New Roman"/>
              </a:rPr>
              <a:t>  </a:t>
            </a:r>
            <a:r>
              <a:rPr sz="1800" dirty="0">
                <a:solidFill>
                  <a:srgbClr val="C585C0"/>
                </a:solidFill>
                <a:latin typeface="Consolas"/>
                <a:cs typeface="Consolas"/>
              </a:rPr>
              <a:t>default</a:t>
            </a:r>
            <a:r>
              <a:rPr sz="1800" spc="30" dirty="0">
                <a:solidFill>
                  <a:srgbClr val="C585C0"/>
                </a:solidFill>
                <a:latin typeface="Times New Roman"/>
                <a:cs typeface="Times New Roman"/>
              </a:rPr>
              <a:t>  </a:t>
            </a:r>
            <a:r>
              <a:rPr sz="1800" dirty="0">
                <a:solidFill>
                  <a:srgbClr val="559BD6"/>
                </a:solidFill>
                <a:latin typeface="Consolas"/>
                <a:cs typeface="Consolas"/>
              </a:rPr>
              <a:t>function</a:t>
            </a:r>
            <a:r>
              <a:rPr sz="1800" spc="25" dirty="0">
                <a:solidFill>
                  <a:srgbClr val="559BD6"/>
                </a:solidFill>
                <a:latin typeface="Times New Roman"/>
                <a:cs typeface="Times New Roman"/>
              </a:rPr>
              <a:t>  </a:t>
            </a:r>
            <a:r>
              <a:rPr sz="1800" dirty="0">
                <a:solidFill>
                  <a:srgbClr val="DCDCAA"/>
                </a:solidFill>
                <a:latin typeface="Consolas"/>
                <a:cs typeface="Consolas"/>
              </a:rPr>
              <a:t>MyComponent</a:t>
            </a:r>
            <a:r>
              <a:rPr sz="1800" dirty="0">
                <a:solidFill>
                  <a:srgbClr val="D3D3D3"/>
                </a:solidFill>
                <a:latin typeface="Consolas"/>
                <a:cs typeface="Consolas"/>
              </a:rPr>
              <a:t>(</a:t>
            </a:r>
            <a:r>
              <a:rPr sz="1800" dirty="0">
                <a:solidFill>
                  <a:srgbClr val="9BDCFE"/>
                </a:solidFill>
                <a:latin typeface="Consolas"/>
                <a:cs typeface="Consolas"/>
              </a:rPr>
              <a:t>props</a:t>
            </a:r>
            <a:r>
              <a:rPr sz="1800" dirty="0">
                <a:solidFill>
                  <a:srgbClr val="D3D3D3"/>
                </a:solidFill>
                <a:latin typeface="Consolas"/>
                <a:cs typeface="Consolas"/>
              </a:rPr>
              <a:t>)</a:t>
            </a:r>
            <a:r>
              <a:rPr sz="1800" spc="30" dirty="0">
                <a:solidFill>
                  <a:srgbClr val="D3D3D3"/>
                </a:solidFill>
                <a:latin typeface="Times New Roman"/>
                <a:cs typeface="Times New Roman"/>
              </a:rPr>
              <a:t>  </a:t>
            </a:r>
            <a:r>
              <a:rPr sz="1800" spc="-50" dirty="0">
                <a:solidFill>
                  <a:srgbClr val="D3D3D3"/>
                </a:solidFill>
                <a:latin typeface="Consolas"/>
                <a:cs typeface="Consolas"/>
              </a:rPr>
              <a:t>{</a:t>
            </a:r>
            <a:endParaRPr sz="1800">
              <a:latin typeface="Consolas"/>
              <a:cs typeface="Consolas"/>
            </a:endParaRPr>
          </a:p>
          <a:p>
            <a:pPr marL="264160">
              <a:lnSpc>
                <a:spcPct val="100000"/>
              </a:lnSpc>
            </a:pPr>
            <a:r>
              <a:rPr sz="1800" dirty="0">
                <a:solidFill>
                  <a:srgbClr val="C585C0"/>
                </a:solidFill>
                <a:latin typeface="Consolas"/>
                <a:cs typeface="Consolas"/>
              </a:rPr>
              <a:t>return</a:t>
            </a:r>
            <a:r>
              <a:rPr sz="1800" spc="30" dirty="0">
                <a:solidFill>
                  <a:srgbClr val="C585C0"/>
                </a:solidFill>
                <a:latin typeface="Times New Roman"/>
                <a:cs typeface="Times New Roman"/>
              </a:rPr>
              <a:t>  </a:t>
            </a:r>
            <a:r>
              <a:rPr sz="1800" dirty="0">
                <a:solidFill>
                  <a:srgbClr val="7F7F7F"/>
                </a:solidFill>
                <a:latin typeface="Consolas"/>
                <a:cs typeface="Consolas"/>
              </a:rPr>
              <a:t>&lt;</a:t>
            </a:r>
            <a:r>
              <a:rPr sz="1800" dirty="0">
                <a:solidFill>
                  <a:srgbClr val="559BD6"/>
                </a:solidFill>
                <a:latin typeface="Consolas"/>
                <a:cs typeface="Consolas"/>
              </a:rPr>
              <a:t>div</a:t>
            </a:r>
            <a:r>
              <a:rPr sz="1800" dirty="0">
                <a:solidFill>
                  <a:srgbClr val="7F7F7F"/>
                </a:solidFill>
                <a:latin typeface="Consolas"/>
                <a:cs typeface="Consolas"/>
              </a:rPr>
              <a:t>&gt;</a:t>
            </a:r>
            <a:r>
              <a:rPr sz="1800" dirty="0">
                <a:solidFill>
                  <a:srgbClr val="D3D3D3"/>
                </a:solidFill>
                <a:latin typeface="Consolas"/>
                <a:cs typeface="Consolas"/>
              </a:rPr>
              <a:t>Hello,</a:t>
            </a:r>
            <a:r>
              <a:rPr sz="1800" spc="35" dirty="0">
                <a:solidFill>
                  <a:srgbClr val="D3D3D3"/>
                </a:solidFill>
                <a:latin typeface="Times New Roman"/>
                <a:cs typeface="Times New Roman"/>
              </a:rPr>
              <a:t>  </a:t>
            </a:r>
            <a:r>
              <a:rPr sz="1800" dirty="0">
                <a:solidFill>
                  <a:srgbClr val="D3D3D3"/>
                </a:solidFill>
                <a:latin typeface="Consolas"/>
                <a:cs typeface="Consolas"/>
              </a:rPr>
              <a:t>world!</a:t>
            </a:r>
            <a:r>
              <a:rPr sz="1800" spc="35" dirty="0">
                <a:solidFill>
                  <a:srgbClr val="D3D3D3"/>
                </a:solidFill>
                <a:latin typeface="Times New Roman"/>
                <a:cs typeface="Times New Roman"/>
              </a:rPr>
              <a:t>  </a:t>
            </a:r>
            <a:r>
              <a:rPr sz="1800" dirty="0">
                <a:solidFill>
                  <a:srgbClr val="D3D3D3"/>
                </a:solidFill>
                <a:latin typeface="Consolas"/>
                <a:cs typeface="Consolas"/>
              </a:rPr>
              <a:t>My</a:t>
            </a:r>
            <a:r>
              <a:rPr sz="1800" spc="40" dirty="0">
                <a:solidFill>
                  <a:srgbClr val="D3D3D3"/>
                </a:solidFill>
                <a:latin typeface="Times New Roman"/>
                <a:cs typeface="Times New Roman"/>
              </a:rPr>
              <a:t>  </a:t>
            </a:r>
            <a:r>
              <a:rPr sz="1800" dirty="0">
                <a:solidFill>
                  <a:srgbClr val="D3D3D3"/>
                </a:solidFill>
                <a:latin typeface="Consolas"/>
                <a:cs typeface="Consolas"/>
              </a:rPr>
              <a:t>name</a:t>
            </a:r>
            <a:r>
              <a:rPr sz="1800" spc="35" dirty="0">
                <a:solidFill>
                  <a:srgbClr val="D3D3D3"/>
                </a:solidFill>
                <a:latin typeface="Times New Roman"/>
                <a:cs typeface="Times New Roman"/>
              </a:rPr>
              <a:t>  </a:t>
            </a:r>
            <a:r>
              <a:rPr sz="1800" dirty="0">
                <a:solidFill>
                  <a:srgbClr val="D3D3D3"/>
                </a:solidFill>
                <a:latin typeface="Consolas"/>
                <a:cs typeface="Consolas"/>
              </a:rPr>
              <a:t>is</a:t>
            </a:r>
            <a:r>
              <a:rPr sz="1800" spc="35" dirty="0">
                <a:solidFill>
                  <a:srgbClr val="D3D3D3"/>
                </a:solidFill>
                <a:latin typeface="Times New Roman"/>
                <a:cs typeface="Times New Roman"/>
              </a:rPr>
              <a:t>  </a:t>
            </a:r>
            <a:r>
              <a:rPr sz="1800" spc="-10" dirty="0">
                <a:solidFill>
                  <a:srgbClr val="559BD6"/>
                </a:solidFill>
                <a:latin typeface="Consolas"/>
                <a:cs typeface="Consolas"/>
              </a:rPr>
              <a:t>{</a:t>
            </a:r>
            <a:r>
              <a:rPr sz="1800" spc="-10" dirty="0">
                <a:solidFill>
                  <a:srgbClr val="9BDCFE"/>
                </a:solidFill>
                <a:latin typeface="Consolas"/>
                <a:cs typeface="Consolas"/>
              </a:rPr>
              <a:t>props</a:t>
            </a:r>
            <a:r>
              <a:rPr sz="1800" spc="-10" dirty="0">
                <a:solidFill>
                  <a:srgbClr val="D3D3D3"/>
                </a:solidFill>
                <a:latin typeface="Consolas"/>
                <a:cs typeface="Consolas"/>
              </a:rPr>
              <a:t>.</a:t>
            </a:r>
            <a:r>
              <a:rPr sz="1800" spc="-10" dirty="0">
                <a:solidFill>
                  <a:srgbClr val="9BDCFE"/>
                </a:solidFill>
                <a:latin typeface="Consolas"/>
                <a:cs typeface="Consolas"/>
              </a:rPr>
              <a:t>name</a:t>
            </a:r>
            <a:r>
              <a:rPr sz="1800" spc="-10" dirty="0">
                <a:solidFill>
                  <a:srgbClr val="559BD6"/>
                </a:solidFill>
                <a:latin typeface="Consolas"/>
                <a:cs typeface="Consolas"/>
              </a:rPr>
              <a:t>}</a:t>
            </a:r>
            <a:r>
              <a:rPr sz="1800" spc="-10" dirty="0">
                <a:solidFill>
                  <a:srgbClr val="7F7F7F"/>
                </a:solidFill>
                <a:latin typeface="Consolas"/>
                <a:cs typeface="Consolas"/>
              </a:rPr>
              <a:t>&lt;/</a:t>
            </a:r>
            <a:r>
              <a:rPr sz="1800" spc="-10" dirty="0">
                <a:solidFill>
                  <a:srgbClr val="559BD6"/>
                </a:solidFill>
                <a:latin typeface="Consolas"/>
                <a:cs typeface="Consolas"/>
              </a:rPr>
              <a:t>div</a:t>
            </a:r>
            <a:r>
              <a:rPr sz="1800" spc="-10" dirty="0">
                <a:solidFill>
                  <a:srgbClr val="7F7F7F"/>
                </a:solidFill>
                <a:latin typeface="Consolas"/>
                <a:cs typeface="Consolas"/>
              </a:rPr>
              <a:t>&gt;</a:t>
            </a:r>
            <a:r>
              <a:rPr sz="1800" spc="-10" dirty="0">
                <a:solidFill>
                  <a:srgbClr val="D3D3D3"/>
                </a:solidFill>
                <a:latin typeface="Consolas"/>
                <a:cs typeface="Consolas"/>
              </a:rPr>
              <a:t>;</a:t>
            </a:r>
            <a:endParaRPr sz="1800">
              <a:latin typeface="Consolas"/>
              <a:cs typeface="Consolas"/>
            </a:endParaRPr>
          </a:p>
          <a:p>
            <a:pPr marL="12700">
              <a:lnSpc>
                <a:spcPct val="100000"/>
              </a:lnSpc>
            </a:pPr>
            <a:r>
              <a:rPr sz="1800" spc="-50" dirty="0">
                <a:solidFill>
                  <a:srgbClr val="D3D3D3"/>
                </a:solidFill>
                <a:latin typeface="Consolas"/>
                <a:cs typeface="Consolas"/>
              </a:rPr>
              <a:t>}</a:t>
            </a:r>
            <a:endParaRPr sz="1800">
              <a:latin typeface="Consolas"/>
              <a:cs typeface="Consolas"/>
            </a:endParaRPr>
          </a:p>
        </p:txBody>
      </p:sp>
      <p:sp>
        <p:nvSpPr>
          <p:cNvPr id="5" name="object 5"/>
          <p:cNvSpPr txBox="1"/>
          <p:nvPr/>
        </p:nvSpPr>
        <p:spPr>
          <a:xfrm>
            <a:off x="768696" y="4395660"/>
            <a:ext cx="5296535" cy="299720"/>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559BD6"/>
                </a:solidFill>
                <a:latin typeface="Consolas"/>
                <a:cs typeface="Consolas"/>
              </a:rPr>
              <a:t>const</a:t>
            </a:r>
            <a:r>
              <a:rPr sz="1800" spc="30" dirty="0">
                <a:solidFill>
                  <a:srgbClr val="559BD6"/>
                </a:solidFill>
                <a:latin typeface="Times New Roman"/>
                <a:cs typeface="Times New Roman"/>
              </a:rPr>
              <a:t>  </a:t>
            </a:r>
            <a:r>
              <a:rPr sz="1800" dirty="0">
                <a:solidFill>
                  <a:srgbClr val="9BDCFE"/>
                </a:solidFill>
                <a:latin typeface="Consolas"/>
                <a:cs typeface="Consolas"/>
              </a:rPr>
              <a:t>html</a:t>
            </a:r>
            <a:r>
              <a:rPr sz="1800" spc="35" dirty="0">
                <a:solidFill>
                  <a:srgbClr val="9BDCFE"/>
                </a:solidFill>
                <a:latin typeface="Times New Roman"/>
                <a:cs typeface="Times New Roman"/>
              </a:rPr>
              <a:t>  </a:t>
            </a:r>
            <a:r>
              <a:rPr sz="1800" dirty="0">
                <a:solidFill>
                  <a:srgbClr val="D3D3D3"/>
                </a:solidFill>
                <a:latin typeface="Consolas"/>
                <a:cs typeface="Consolas"/>
              </a:rPr>
              <a:t>=</a:t>
            </a:r>
            <a:r>
              <a:rPr sz="1800" spc="30" dirty="0">
                <a:solidFill>
                  <a:srgbClr val="D3D3D3"/>
                </a:solidFill>
                <a:latin typeface="Times New Roman"/>
                <a:cs typeface="Times New Roman"/>
              </a:rPr>
              <a:t>  </a:t>
            </a:r>
            <a:r>
              <a:rPr sz="1800" dirty="0">
                <a:solidFill>
                  <a:srgbClr val="7F7F7F"/>
                </a:solidFill>
                <a:latin typeface="Consolas"/>
                <a:cs typeface="Consolas"/>
              </a:rPr>
              <a:t>&lt;</a:t>
            </a:r>
            <a:r>
              <a:rPr sz="1800" dirty="0">
                <a:solidFill>
                  <a:srgbClr val="4EC8AF"/>
                </a:solidFill>
                <a:latin typeface="Consolas"/>
                <a:cs typeface="Consolas"/>
              </a:rPr>
              <a:t>MyComponent</a:t>
            </a:r>
            <a:r>
              <a:rPr sz="1800" spc="35" dirty="0">
                <a:solidFill>
                  <a:srgbClr val="4EC8AF"/>
                </a:solidFill>
                <a:latin typeface="Times New Roman"/>
                <a:cs typeface="Times New Roman"/>
              </a:rPr>
              <a:t>  </a:t>
            </a:r>
            <a:r>
              <a:rPr sz="1800" dirty="0">
                <a:solidFill>
                  <a:srgbClr val="9BDCFE"/>
                </a:solidFill>
                <a:latin typeface="Consolas"/>
                <a:cs typeface="Consolas"/>
              </a:rPr>
              <a:t>name</a:t>
            </a:r>
            <a:r>
              <a:rPr sz="1800" dirty="0">
                <a:solidFill>
                  <a:srgbClr val="D3D3D3"/>
                </a:solidFill>
                <a:latin typeface="Consolas"/>
                <a:cs typeface="Consolas"/>
              </a:rPr>
              <a:t>=</a:t>
            </a:r>
            <a:r>
              <a:rPr sz="1800" dirty="0">
                <a:solidFill>
                  <a:srgbClr val="CE9078"/>
                </a:solidFill>
                <a:latin typeface="Consolas"/>
                <a:cs typeface="Consolas"/>
              </a:rPr>
              <a:t>"aaron"</a:t>
            </a:r>
            <a:r>
              <a:rPr sz="1800" spc="35" dirty="0">
                <a:solidFill>
                  <a:srgbClr val="CE9078"/>
                </a:solidFill>
                <a:latin typeface="Times New Roman"/>
                <a:cs typeface="Times New Roman"/>
              </a:rPr>
              <a:t>  </a:t>
            </a:r>
            <a:r>
              <a:rPr sz="1800" spc="-25" dirty="0">
                <a:solidFill>
                  <a:srgbClr val="7F7F7F"/>
                </a:solidFill>
                <a:latin typeface="Consolas"/>
                <a:cs typeface="Consolas"/>
              </a:rPr>
              <a:t>/&gt;</a:t>
            </a:r>
            <a:r>
              <a:rPr sz="1800" spc="-25" dirty="0">
                <a:solidFill>
                  <a:srgbClr val="D3D3D3"/>
                </a:solidFill>
                <a:latin typeface="Consolas"/>
                <a:cs typeface="Consolas"/>
              </a:rPr>
              <a:t>;</a:t>
            </a:r>
            <a:endParaRPr sz="1800">
              <a:latin typeface="Consolas"/>
              <a:cs typeface="Consolas"/>
            </a:endParaRPr>
          </a:p>
        </p:txBody>
      </p:sp>
      <p:sp>
        <p:nvSpPr>
          <p:cNvPr id="6" name="object 6"/>
          <p:cNvSpPr txBox="1"/>
          <p:nvPr/>
        </p:nvSpPr>
        <p:spPr>
          <a:xfrm>
            <a:off x="5016766" y="1791258"/>
            <a:ext cx="3201670" cy="635000"/>
          </a:xfrm>
          <a:prstGeom prst="rect">
            <a:avLst/>
          </a:prstGeom>
        </p:spPr>
        <p:txBody>
          <a:bodyPr vert="horz" wrap="square" lIns="0" tIns="12065" rIns="0" bIns="0" rtlCol="0">
            <a:spAutoFit/>
          </a:bodyPr>
          <a:lstStyle/>
          <a:p>
            <a:pPr marL="12700" marR="5080" indent="151130">
              <a:lnSpc>
                <a:spcPct val="100000"/>
              </a:lnSpc>
              <a:spcBef>
                <a:spcPts val="95"/>
              </a:spcBef>
            </a:pPr>
            <a:r>
              <a:rPr sz="2000" dirty="0">
                <a:latin typeface="Calibri"/>
                <a:cs typeface="Calibri"/>
              </a:rPr>
              <a:t>Inputs</a:t>
            </a:r>
            <a:r>
              <a:rPr sz="2000" spc="-95" dirty="0">
                <a:latin typeface="Times New Roman"/>
                <a:cs typeface="Times New Roman"/>
              </a:rPr>
              <a:t> </a:t>
            </a:r>
            <a:r>
              <a:rPr sz="2000" dirty="0">
                <a:latin typeface="Calibri"/>
                <a:cs typeface="Calibri"/>
              </a:rPr>
              <a:t>are</a:t>
            </a:r>
            <a:r>
              <a:rPr sz="2000" spc="-85" dirty="0">
                <a:latin typeface="Times New Roman"/>
                <a:cs typeface="Times New Roman"/>
              </a:rPr>
              <a:t> </a:t>
            </a:r>
            <a:r>
              <a:rPr sz="2000" dirty="0">
                <a:latin typeface="Calibri"/>
                <a:cs typeface="Calibri"/>
              </a:rPr>
              <a:t>passed</a:t>
            </a:r>
            <a:r>
              <a:rPr sz="2000" spc="-70" dirty="0">
                <a:latin typeface="Times New Roman"/>
                <a:cs typeface="Times New Roman"/>
              </a:rPr>
              <a:t> </a:t>
            </a:r>
            <a:r>
              <a:rPr sz="2000" spc="-10" dirty="0">
                <a:latin typeface="Calibri"/>
                <a:cs typeface="Calibri"/>
              </a:rPr>
              <a:t>through</a:t>
            </a:r>
            <a:r>
              <a:rPr sz="2000" spc="-100" dirty="0">
                <a:latin typeface="Times New Roman"/>
                <a:cs typeface="Times New Roman"/>
              </a:rPr>
              <a:t> </a:t>
            </a:r>
            <a:r>
              <a:rPr sz="2000" spc="-50" dirty="0">
                <a:latin typeface="Calibri"/>
                <a:cs typeface="Calibri"/>
              </a:rPr>
              <a:t>a</a:t>
            </a:r>
            <a:r>
              <a:rPr sz="2000" spc="-50" dirty="0">
                <a:latin typeface="Times New Roman"/>
                <a:cs typeface="Times New Roman"/>
              </a:rPr>
              <a:t> </a:t>
            </a:r>
            <a:r>
              <a:rPr sz="2000" dirty="0">
                <a:latin typeface="Calibri"/>
                <a:cs typeface="Calibri"/>
              </a:rPr>
              <a:t>single</a:t>
            </a:r>
            <a:r>
              <a:rPr sz="2000" spc="-95" dirty="0">
                <a:latin typeface="Times New Roman"/>
                <a:cs typeface="Times New Roman"/>
              </a:rPr>
              <a:t> </a:t>
            </a:r>
            <a:r>
              <a:rPr sz="2000" spc="-10" dirty="0">
                <a:latin typeface="Calibri"/>
                <a:cs typeface="Calibri"/>
              </a:rPr>
              <a:t>argument</a:t>
            </a:r>
            <a:r>
              <a:rPr sz="2000" spc="-90" dirty="0">
                <a:latin typeface="Times New Roman"/>
                <a:cs typeface="Times New Roman"/>
              </a:rPr>
              <a:t> </a:t>
            </a:r>
            <a:r>
              <a:rPr sz="2000" dirty="0">
                <a:latin typeface="Calibri"/>
                <a:cs typeface="Calibri"/>
              </a:rPr>
              <a:t>called</a:t>
            </a:r>
            <a:r>
              <a:rPr sz="2000" spc="-90" dirty="0">
                <a:latin typeface="Times New Roman"/>
                <a:cs typeface="Times New Roman"/>
              </a:rPr>
              <a:t> </a:t>
            </a:r>
            <a:r>
              <a:rPr sz="2000" spc="-10" dirty="0">
                <a:latin typeface="Calibri"/>
                <a:cs typeface="Calibri"/>
              </a:rPr>
              <a:t>“props”</a:t>
            </a:r>
            <a:endParaRPr sz="2000">
              <a:latin typeface="Calibri"/>
              <a:cs typeface="Calibri"/>
            </a:endParaRPr>
          </a:p>
        </p:txBody>
      </p:sp>
      <p:grpSp>
        <p:nvGrpSpPr>
          <p:cNvPr id="7" name="object 7"/>
          <p:cNvGrpSpPr/>
          <p:nvPr/>
        </p:nvGrpSpPr>
        <p:grpSpPr>
          <a:xfrm>
            <a:off x="2518410" y="2469641"/>
            <a:ext cx="7093584" cy="3211195"/>
            <a:chOff x="2518410" y="2469641"/>
            <a:chExt cx="7093584" cy="3211195"/>
          </a:xfrm>
        </p:grpSpPr>
        <p:sp>
          <p:nvSpPr>
            <p:cNvPr id="8" name="object 8"/>
            <p:cNvSpPr/>
            <p:nvPr/>
          </p:nvSpPr>
          <p:spPr>
            <a:xfrm>
              <a:off x="5706237" y="2482214"/>
              <a:ext cx="912494" cy="716280"/>
            </a:xfrm>
            <a:custGeom>
              <a:avLst/>
              <a:gdLst/>
              <a:ahLst/>
              <a:cxnLst/>
              <a:rect l="l" t="t" r="r" b="b"/>
              <a:pathLst>
                <a:path w="912495" h="716280">
                  <a:moveTo>
                    <a:pt x="912228" y="0"/>
                  </a:moveTo>
                  <a:lnTo>
                    <a:pt x="0" y="715873"/>
                  </a:lnTo>
                </a:path>
              </a:pathLst>
            </a:custGeom>
            <a:ln w="25146">
              <a:solidFill>
                <a:srgbClr val="FF0000"/>
              </a:solidFill>
            </a:ln>
          </p:spPr>
          <p:txBody>
            <a:bodyPr wrap="square" lIns="0" tIns="0" rIns="0" bIns="0" rtlCol="0"/>
            <a:lstStyle/>
            <a:p>
              <a:endParaRPr/>
            </a:p>
          </p:txBody>
        </p:sp>
        <p:sp>
          <p:nvSpPr>
            <p:cNvPr id="9" name="object 9"/>
            <p:cNvSpPr/>
            <p:nvPr/>
          </p:nvSpPr>
          <p:spPr>
            <a:xfrm>
              <a:off x="5616321" y="3140290"/>
              <a:ext cx="139700" cy="128905"/>
            </a:xfrm>
            <a:custGeom>
              <a:avLst/>
              <a:gdLst/>
              <a:ahLst/>
              <a:cxnLst/>
              <a:rect l="l" t="t" r="r" b="b"/>
              <a:pathLst>
                <a:path w="139700" h="128904">
                  <a:moveTo>
                    <a:pt x="60706" y="0"/>
                  </a:moveTo>
                  <a:lnTo>
                    <a:pt x="0" y="128358"/>
                  </a:lnTo>
                  <a:lnTo>
                    <a:pt x="139115" y="99910"/>
                  </a:lnTo>
                  <a:lnTo>
                    <a:pt x="60706" y="0"/>
                  </a:lnTo>
                  <a:close/>
                </a:path>
              </a:pathLst>
            </a:custGeom>
            <a:solidFill>
              <a:srgbClr val="FF0000"/>
            </a:solidFill>
          </p:spPr>
          <p:txBody>
            <a:bodyPr wrap="square" lIns="0" tIns="0" rIns="0" bIns="0" rtlCol="0"/>
            <a:lstStyle/>
            <a:p>
              <a:endParaRPr/>
            </a:p>
          </p:txBody>
        </p:sp>
        <p:sp>
          <p:nvSpPr>
            <p:cNvPr id="10" name="object 10"/>
            <p:cNvSpPr/>
            <p:nvPr/>
          </p:nvSpPr>
          <p:spPr>
            <a:xfrm>
              <a:off x="2918841" y="4959845"/>
              <a:ext cx="264795" cy="708025"/>
            </a:xfrm>
            <a:custGeom>
              <a:avLst/>
              <a:gdLst/>
              <a:ahLst/>
              <a:cxnLst/>
              <a:rect l="l" t="t" r="r" b="b"/>
              <a:pathLst>
                <a:path w="264794" h="708025">
                  <a:moveTo>
                    <a:pt x="0" y="707519"/>
                  </a:moveTo>
                  <a:lnTo>
                    <a:pt x="264744" y="0"/>
                  </a:lnTo>
                </a:path>
              </a:pathLst>
            </a:custGeom>
            <a:ln w="25146">
              <a:solidFill>
                <a:srgbClr val="FF0000"/>
              </a:solidFill>
            </a:ln>
          </p:spPr>
          <p:txBody>
            <a:bodyPr wrap="square" lIns="0" tIns="0" rIns="0" bIns="0" rtlCol="0"/>
            <a:lstStyle/>
            <a:p>
              <a:endParaRPr/>
            </a:p>
          </p:txBody>
        </p:sp>
        <p:sp>
          <p:nvSpPr>
            <p:cNvPr id="11" name="object 11"/>
            <p:cNvSpPr/>
            <p:nvPr/>
          </p:nvSpPr>
          <p:spPr>
            <a:xfrm>
              <a:off x="3119666" y="4852797"/>
              <a:ext cx="119380" cy="141605"/>
            </a:xfrm>
            <a:custGeom>
              <a:avLst/>
              <a:gdLst/>
              <a:ahLst/>
              <a:cxnLst/>
              <a:rect l="l" t="t" r="r" b="b"/>
              <a:pathLst>
                <a:path w="119380" h="141604">
                  <a:moveTo>
                    <a:pt x="103974" y="0"/>
                  </a:moveTo>
                  <a:lnTo>
                    <a:pt x="0" y="96697"/>
                  </a:lnTo>
                  <a:lnTo>
                    <a:pt x="118948" y="141198"/>
                  </a:lnTo>
                  <a:lnTo>
                    <a:pt x="103974" y="0"/>
                  </a:lnTo>
                  <a:close/>
                </a:path>
              </a:pathLst>
            </a:custGeom>
            <a:solidFill>
              <a:srgbClr val="FF0000"/>
            </a:solidFill>
          </p:spPr>
          <p:txBody>
            <a:bodyPr wrap="square" lIns="0" tIns="0" rIns="0" bIns="0" rtlCol="0"/>
            <a:lstStyle/>
            <a:p>
              <a:endParaRPr/>
            </a:p>
          </p:txBody>
        </p:sp>
        <p:sp>
          <p:nvSpPr>
            <p:cNvPr id="12" name="object 12"/>
            <p:cNvSpPr/>
            <p:nvPr/>
          </p:nvSpPr>
          <p:spPr>
            <a:xfrm>
              <a:off x="8266392" y="3359276"/>
              <a:ext cx="1332865" cy="361315"/>
            </a:xfrm>
            <a:custGeom>
              <a:avLst/>
              <a:gdLst/>
              <a:ahLst/>
              <a:cxnLst/>
              <a:rect l="l" t="t" r="r" b="b"/>
              <a:pathLst>
                <a:path w="1332865" h="361314">
                  <a:moveTo>
                    <a:pt x="1332852" y="0"/>
                  </a:moveTo>
                  <a:lnTo>
                    <a:pt x="0" y="360819"/>
                  </a:lnTo>
                </a:path>
              </a:pathLst>
            </a:custGeom>
            <a:ln w="25146">
              <a:solidFill>
                <a:srgbClr val="FF0000"/>
              </a:solidFill>
            </a:ln>
          </p:spPr>
          <p:txBody>
            <a:bodyPr wrap="square" lIns="0" tIns="0" rIns="0" bIns="0" rtlCol="0"/>
            <a:lstStyle/>
            <a:p>
              <a:endParaRPr/>
            </a:p>
          </p:txBody>
        </p:sp>
        <p:sp>
          <p:nvSpPr>
            <p:cNvPr id="13" name="object 13"/>
            <p:cNvSpPr/>
            <p:nvPr/>
          </p:nvSpPr>
          <p:spPr>
            <a:xfrm>
              <a:off x="8156067" y="3655479"/>
              <a:ext cx="139700" cy="123189"/>
            </a:xfrm>
            <a:custGeom>
              <a:avLst/>
              <a:gdLst/>
              <a:ahLst/>
              <a:cxnLst/>
              <a:rect l="l" t="t" r="r" b="b"/>
              <a:pathLst>
                <a:path w="139700" h="123189">
                  <a:moveTo>
                    <a:pt x="105994" y="0"/>
                  </a:moveTo>
                  <a:lnTo>
                    <a:pt x="0" y="94488"/>
                  </a:lnTo>
                  <a:lnTo>
                    <a:pt x="139179" y="122580"/>
                  </a:lnTo>
                  <a:lnTo>
                    <a:pt x="105994" y="0"/>
                  </a:lnTo>
                  <a:close/>
                </a:path>
              </a:pathLst>
            </a:custGeom>
            <a:solidFill>
              <a:srgbClr val="FF0000"/>
            </a:solidFill>
          </p:spPr>
          <p:txBody>
            <a:bodyPr wrap="square" lIns="0" tIns="0" rIns="0" bIns="0" rtlCol="0"/>
            <a:lstStyle/>
            <a:p>
              <a:endParaRPr/>
            </a:p>
          </p:txBody>
        </p:sp>
        <p:sp>
          <p:nvSpPr>
            <p:cNvPr id="14" name="object 14"/>
            <p:cNvSpPr/>
            <p:nvPr/>
          </p:nvSpPr>
          <p:spPr>
            <a:xfrm>
              <a:off x="2530983" y="2482214"/>
              <a:ext cx="437515" cy="615315"/>
            </a:xfrm>
            <a:custGeom>
              <a:avLst/>
              <a:gdLst/>
              <a:ahLst/>
              <a:cxnLst/>
              <a:rect l="l" t="t" r="r" b="b"/>
              <a:pathLst>
                <a:path w="437514" h="615314">
                  <a:moveTo>
                    <a:pt x="0" y="0"/>
                  </a:moveTo>
                  <a:lnTo>
                    <a:pt x="437146" y="614730"/>
                  </a:lnTo>
                </a:path>
              </a:pathLst>
            </a:custGeom>
            <a:ln w="25146">
              <a:solidFill>
                <a:srgbClr val="FF0000"/>
              </a:solidFill>
            </a:ln>
          </p:spPr>
          <p:txBody>
            <a:bodyPr wrap="square" lIns="0" tIns="0" rIns="0" bIns="0" rtlCol="0"/>
            <a:lstStyle/>
            <a:p>
              <a:endParaRPr/>
            </a:p>
          </p:txBody>
        </p:sp>
        <p:sp>
          <p:nvSpPr>
            <p:cNvPr id="15" name="object 15"/>
            <p:cNvSpPr/>
            <p:nvPr/>
          </p:nvSpPr>
          <p:spPr>
            <a:xfrm>
              <a:off x="2909011" y="3049803"/>
              <a:ext cx="125730" cy="140335"/>
            </a:xfrm>
            <a:custGeom>
              <a:avLst/>
              <a:gdLst/>
              <a:ahLst/>
              <a:cxnLst/>
              <a:rect l="l" t="t" r="r" b="b"/>
              <a:pathLst>
                <a:path w="125730" h="140335">
                  <a:moveTo>
                    <a:pt x="103505" y="0"/>
                  </a:moveTo>
                  <a:lnTo>
                    <a:pt x="0" y="73596"/>
                  </a:lnTo>
                  <a:lnTo>
                    <a:pt x="125361" y="140296"/>
                  </a:lnTo>
                  <a:lnTo>
                    <a:pt x="103505" y="0"/>
                  </a:lnTo>
                  <a:close/>
                </a:path>
              </a:pathLst>
            </a:custGeom>
            <a:solidFill>
              <a:srgbClr val="FF0000"/>
            </a:solidFill>
          </p:spPr>
          <p:txBody>
            <a:bodyPr wrap="square" lIns="0" tIns="0" rIns="0" bIns="0" rtlCol="0"/>
            <a:lstStyle/>
            <a:p>
              <a:endParaRPr/>
            </a:p>
          </p:txBody>
        </p:sp>
        <p:sp>
          <p:nvSpPr>
            <p:cNvPr id="16" name="object 16"/>
            <p:cNvSpPr/>
            <p:nvPr/>
          </p:nvSpPr>
          <p:spPr>
            <a:xfrm>
              <a:off x="5155996" y="4826418"/>
              <a:ext cx="1372870" cy="841375"/>
            </a:xfrm>
            <a:custGeom>
              <a:avLst/>
              <a:gdLst/>
              <a:ahLst/>
              <a:cxnLst/>
              <a:rect l="l" t="t" r="r" b="b"/>
              <a:pathLst>
                <a:path w="1372870" h="841375">
                  <a:moveTo>
                    <a:pt x="1372844" y="841244"/>
                  </a:moveTo>
                  <a:lnTo>
                    <a:pt x="0" y="0"/>
                  </a:lnTo>
                </a:path>
              </a:pathLst>
            </a:custGeom>
            <a:ln w="25146">
              <a:solidFill>
                <a:srgbClr val="FF0000"/>
              </a:solidFill>
            </a:ln>
          </p:spPr>
          <p:txBody>
            <a:bodyPr wrap="square" lIns="0" tIns="0" rIns="0" bIns="0" rtlCol="0"/>
            <a:lstStyle/>
            <a:p>
              <a:endParaRPr/>
            </a:p>
          </p:txBody>
        </p:sp>
        <p:sp>
          <p:nvSpPr>
            <p:cNvPr id="17" name="object 17"/>
            <p:cNvSpPr/>
            <p:nvPr/>
          </p:nvSpPr>
          <p:spPr>
            <a:xfrm>
              <a:off x="5058537" y="4766690"/>
              <a:ext cx="141605" cy="120650"/>
            </a:xfrm>
            <a:custGeom>
              <a:avLst/>
              <a:gdLst/>
              <a:ahLst/>
              <a:cxnLst/>
              <a:rect l="l" t="t" r="r" b="b"/>
              <a:pathLst>
                <a:path w="141604" h="120650">
                  <a:moveTo>
                    <a:pt x="0" y="0"/>
                  </a:moveTo>
                  <a:lnTo>
                    <a:pt x="75095" y="120497"/>
                  </a:lnTo>
                  <a:lnTo>
                    <a:pt x="141452" y="12230"/>
                  </a:lnTo>
                  <a:lnTo>
                    <a:pt x="0" y="0"/>
                  </a:lnTo>
                  <a:close/>
                </a:path>
              </a:pathLst>
            </a:custGeom>
            <a:solidFill>
              <a:srgbClr val="FF0000"/>
            </a:solidFill>
          </p:spPr>
          <p:txBody>
            <a:bodyPr wrap="square" lIns="0" tIns="0" rIns="0" bIns="0" rtlCol="0"/>
            <a:lstStyle/>
            <a:p>
              <a:endParaRPr/>
            </a:p>
          </p:txBody>
        </p:sp>
        <p:sp>
          <p:nvSpPr>
            <p:cNvPr id="18" name="object 18"/>
            <p:cNvSpPr/>
            <p:nvPr/>
          </p:nvSpPr>
          <p:spPr>
            <a:xfrm>
              <a:off x="6528435" y="4134827"/>
              <a:ext cx="83820" cy="1532890"/>
            </a:xfrm>
            <a:custGeom>
              <a:avLst/>
              <a:gdLst/>
              <a:ahLst/>
              <a:cxnLst/>
              <a:rect l="l" t="t" r="r" b="b"/>
              <a:pathLst>
                <a:path w="83820" h="1532889">
                  <a:moveTo>
                    <a:pt x="0" y="1532695"/>
                  </a:moveTo>
                  <a:lnTo>
                    <a:pt x="83273" y="0"/>
                  </a:lnTo>
                </a:path>
              </a:pathLst>
            </a:custGeom>
            <a:ln w="25146">
              <a:solidFill>
                <a:srgbClr val="FF0000"/>
              </a:solidFill>
            </a:ln>
          </p:spPr>
          <p:txBody>
            <a:bodyPr wrap="square" lIns="0" tIns="0" rIns="0" bIns="0" rtlCol="0"/>
            <a:lstStyle/>
            <a:p>
              <a:endParaRPr/>
            </a:p>
          </p:txBody>
        </p:sp>
        <p:sp>
          <p:nvSpPr>
            <p:cNvPr id="19" name="object 19"/>
            <p:cNvSpPr/>
            <p:nvPr/>
          </p:nvSpPr>
          <p:spPr>
            <a:xfrm>
              <a:off x="6547624" y="4020692"/>
              <a:ext cx="127000" cy="130810"/>
            </a:xfrm>
            <a:custGeom>
              <a:avLst/>
              <a:gdLst/>
              <a:ahLst/>
              <a:cxnLst/>
              <a:rect l="l" t="t" r="r" b="b"/>
              <a:pathLst>
                <a:path w="127000" h="130810">
                  <a:moveTo>
                    <a:pt x="70281" y="0"/>
                  </a:moveTo>
                  <a:lnTo>
                    <a:pt x="0" y="123367"/>
                  </a:lnTo>
                  <a:lnTo>
                    <a:pt x="126809" y="130251"/>
                  </a:lnTo>
                  <a:lnTo>
                    <a:pt x="70281" y="0"/>
                  </a:lnTo>
                  <a:close/>
                </a:path>
              </a:pathLst>
            </a:custGeom>
            <a:solidFill>
              <a:srgbClr val="FF0000"/>
            </a:solidFill>
          </p:spPr>
          <p:txBody>
            <a:bodyPr wrap="square" lIns="0" tIns="0" rIns="0" bIns="0" rtlCol="0"/>
            <a:lstStyle/>
            <a:p>
              <a:endParaRPr/>
            </a:p>
          </p:txBody>
        </p:sp>
      </p:grpSp>
      <p:sp>
        <p:nvSpPr>
          <p:cNvPr id="20" name="object 20"/>
          <p:cNvSpPr txBox="1"/>
          <p:nvPr/>
        </p:nvSpPr>
        <p:spPr>
          <a:xfrm>
            <a:off x="1402410" y="5683954"/>
            <a:ext cx="3031490" cy="635000"/>
          </a:xfrm>
          <a:prstGeom prst="rect">
            <a:avLst/>
          </a:prstGeom>
        </p:spPr>
        <p:txBody>
          <a:bodyPr vert="horz" wrap="square" lIns="0" tIns="12065" rIns="0" bIns="0" rtlCol="0">
            <a:spAutoFit/>
          </a:bodyPr>
          <a:lstStyle/>
          <a:p>
            <a:pPr marL="536575" marR="5080" indent="-524510">
              <a:lnSpc>
                <a:spcPct val="100000"/>
              </a:lnSpc>
              <a:spcBef>
                <a:spcPts val="95"/>
              </a:spcBef>
            </a:pPr>
            <a:r>
              <a:rPr sz="2000" dirty="0">
                <a:latin typeface="Calibri"/>
                <a:cs typeface="Calibri"/>
              </a:rPr>
              <a:t>The</a:t>
            </a:r>
            <a:r>
              <a:rPr sz="2000" spc="-75" dirty="0">
                <a:latin typeface="Times New Roman"/>
                <a:cs typeface="Times New Roman"/>
              </a:rPr>
              <a:t> </a:t>
            </a:r>
            <a:r>
              <a:rPr sz="2000" dirty="0">
                <a:latin typeface="Calibri"/>
                <a:cs typeface="Calibri"/>
              </a:rPr>
              <a:t>function</a:t>
            </a:r>
            <a:r>
              <a:rPr sz="2000" spc="-70" dirty="0">
                <a:latin typeface="Times New Roman"/>
                <a:cs typeface="Times New Roman"/>
              </a:rPr>
              <a:t> </a:t>
            </a:r>
            <a:r>
              <a:rPr sz="2000" dirty="0">
                <a:latin typeface="Calibri"/>
                <a:cs typeface="Calibri"/>
              </a:rPr>
              <a:t>is</a:t>
            </a:r>
            <a:r>
              <a:rPr sz="2000" spc="-70" dirty="0">
                <a:latin typeface="Times New Roman"/>
                <a:cs typeface="Times New Roman"/>
              </a:rPr>
              <a:t> </a:t>
            </a:r>
            <a:r>
              <a:rPr sz="2000" b="1" spc="-20" dirty="0">
                <a:solidFill>
                  <a:srgbClr val="C00000"/>
                </a:solidFill>
                <a:latin typeface="Calibri"/>
                <a:cs typeface="Calibri"/>
              </a:rPr>
              <a:t>executed</a:t>
            </a:r>
            <a:r>
              <a:rPr sz="2000" spc="-60" dirty="0">
                <a:solidFill>
                  <a:srgbClr val="C00000"/>
                </a:solidFill>
                <a:latin typeface="Times New Roman"/>
                <a:cs typeface="Times New Roman"/>
              </a:rPr>
              <a:t> </a:t>
            </a:r>
            <a:r>
              <a:rPr sz="2000" dirty="0">
                <a:latin typeface="Calibri"/>
                <a:cs typeface="Calibri"/>
              </a:rPr>
              <a:t>as</a:t>
            </a:r>
            <a:r>
              <a:rPr sz="2000" spc="-75" dirty="0">
                <a:latin typeface="Times New Roman"/>
                <a:cs typeface="Times New Roman"/>
              </a:rPr>
              <a:t> </a:t>
            </a:r>
            <a:r>
              <a:rPr sz="2000" spc="-25" dirty="0">
                <a:latin typeface="Calibri"/>
                <a:cs typeface="Calibri"/>
              </a:rPr>
              <a:t>if</a:t>
            </a:r>
            <a:r>
              <a:rPr sz="2000" spc="-25" dirty="0">
                <a:latin typeface="Times New Roman"/>
                <a:cs typeface="Times New Roman"/>
              </a:rPr>
              <a:t> </a:t>
            </a:r>
            <a:r>
              <a:rPr sz="2000" dirty="0">
                <a:latin typeface="Calibri"/>
                <a:cs typeface="Calibri"/>
              </a:rPr>
              <a:t>it</a:t>
            </a:r>
            <a:r>
              <a:rPr sz="2000" spc="-75" dirty="0">
                <a:latin typeface="Times New Roman"/>
                <a:cs typeface="Times New Roman"/>
              </a:rPr>
              <a:t> </a:t>
            </a:r>
            <a:r>
              <a:rPr sz="2000" dirty="0">
                <a:latin typeface="Calibri"/>
                <a:cs typeface="Calibri"/>
              </a:rPr>
              <a:t>was</a:t>
            </a:r>
            <a:r>
              <a:rPr sz="2000" spc="-80" dirty="0">
                <a:latin typeface="Times New Roman"/>
                <a:cs typeface="Times New Roman"/>
              </a:rPr>
              <a:t> </a:t>
            </a:r>
            <a:r>
              <a:rPr sz="2000" dirty="0">
                <a:latin typeface="Calibri"/>
                <a:cs typeface="Calibri"/>
              </a:rPr>
              <a:t>an</a:t>
            </a:r>
            <a:r>
              <a:rPr sz="2000" spc="-85" dirty="0">
                <a:latin typeface="Times New Roman"/>
                <a:cs typeface="Times New Roman"/>
              </a:rPr>
              <a:t> </a:t>
            </a:r>
            <a:r>
              <a:rPr sz="2000" dirty="0">
                <a:latin typeface="Calibri"/>
                <a:cs typeface="Calibri"/>
              </a:rPr>
              <a:t>HTML</a:t>
            </a:r>
            <a:r>
              <a:rPr sz="2000" spc="-70" dirty="0">
                <a:latin typeface="Times New Roman"/>
                <a:cs typeface="Times New Roman"/>
              </a:rPr>
              <a:t> </a:t>
            </a:r>
            <a:r>
              <a:rPr sz="2000" spc="-25" dirty="0">
                <a:latin typeface="Calibri"/>
                <a:cs typeface="Calibri"/>
              </a:rPr>
              <a:t>tag</a:t>
            </a:r>
            <a:endParaRPr sz="2000">
              <a:latin typeface="Calibri"/>
              <a:cs typeface="Calibri"/>
            </a:endParaRPr>
          </a:p>
        </p:txBody>
      </p:sp>
      <p:sp>
        <p:nvSpPr>
          <p:cNvPr id="21" name="object 21"/>
          <p:cNvSpPr txBox="1"/>
          <p:nvPr/>
        </p:nvSpPr>
        <p:spPr>
          <a:xfrm>
            <a:off x="9850339" y="3022117"/>
            <a:ext cx="1492250" cy="635000"/>
          </a:xfrm>
          <a:prstGeom prst="rect">
            <a:avLst/>
          </a:prstGeom>
        </p:spPr>
        <p:txBody>
          <a:bodyPr vert="horz" wrap="square" lIns="0" tIns="12065" rIns="0" bIns="0" rtlCol="0">
            <a:spAutoFit/>
          </a:bodyPr>
          <a:lstStyle/>
          <a:p>
            <a:pPr marL="12700" marR="5080" indent="81280">
              <a:lnSpc>
                <a:spcPct val="100000"/>
              </a:lnSpc>
              <a:spcBef>
                <a:spcPts val="95"/>
              </a:spcBef>
            </a:pPr>
            <a:r>
              <a:rPr sz="2000" dirty="0">
                <a:latin typeface="Calibri"/>
                <a:cs typeface="Calibri"/>
              </a:rPr>
              <a:t>The</a:t>
            </a:r>
            <a:r>
              <a:rPr sz="2000" spc="-85" dirty="0">
                <a:latin typeface="Times New Roman"/>
                <a:cs typeface="Times New Roman"/>
              </a:rPr>
              <a:t> </a:t>
            </a:r>
            <a:r>
              <a:rPr sz="2000" spc="-10" dirty="0">
                <a:latin typeface="Calibri"/>
                <a:cs typeface="Calibri"/>
              </a:rPr>
              <a:t>function</a:t>
            </a:r>
            <a:r>
              <a:rPr sz="2000" spc="-10" dirty="0">
                <a:latin typeface="Times New Roman"/>
                <a:cs typeface="Times New Roman"/>
              </a:rPr>
              <a:t> </a:t>
            </a:r>
            <a:r>
              <a:rPr sz="2000" dirty="0">
                <a:latin typeface="Calibri"/>
                <a:cs typeface="Calibri"/>
              </a:rPr>
              <a:t>outputs</a:t>
            </a:r>
            <a:r>
              <a:rPr sz="2000" spc="-95" dirty="0">
                <a:latin typeface="Times New Roman"/>
                <a:cs typeface="Times New Roman"/>
              </a:rPr>
              <a:t> </a:t>
            </a:r>
            <a:r>
              <a:rPr sz="2000" spc="-20" dirty="0">
                <a:latin typeface="Calibri"/>
                <a:cs typeface="Calibri"/>
              </a:rPr>
              <a:t>HTML</a:t>
            </a:r>
            <a:endParaRPr sz="2000">
              <a:latin typeface="Calibri"/>
              <a:cs typeface="Calibri"/>
            </a:endParaRPr>
          </a:p>
        </p:txBody>
      </p:sp>
      <p:sp>
        <p:nvSpPr>
          <p:cNvPr id="22" name="object 22"/>
          <p:cNvSpPr txBox="1"/>
          <p:nvPr/>
        </p:nvSpPr>
        <p:spPr>
          <a:xfrm>
            <a:off x="1379766" y="1790826"/>
            <a:ext cx="2301240" cy="635000"/>
          </a:xfrm>
          <a:prstGeom prst="rect">
            <a:avLst/>
          </a:prstGeom>
        </p:spPr>
        <p:txBody>
          <a:bodyPr vert="horz" wrap="square" lIns="0" tIns="12065" rIns="0" bIns="0" rtlCol="0">
            <a:spAutoFit/>
          </a:bodyPr>
          <a:lstStyle/>
          <a:p>
            <a:pPr marL="629285" marR="5080" indent="-617220">
              <a:lnSpc>
                <a:spcPct val="100000"/>
              </a:lnSpc>
              <a:spcBef>
                <a:spcPts val="95"/>
              </a:spcBef>
            </a:pPr>
            <a:r>
              <a:rPr sz="2000" dirty="0">
                <a:latin typeface="Calibri"/>
                <a:cs typeface="Calibri"/>
              </a:rPr>
              <a:t>The</a:t>
            </a:r>
            <a:r>
              <a:rPr sz="2000" spc="-70" dirty="0">
                <a:latin typeface="Times New Roman"/>
                <a:cs typeface="Times New Roman"/>
              </a:rPr>
              <a:t> </a:t>
            </a:r>
            <a:r>
              <a:rPr sz="2000" spc="-10" dirty="0">
                <a:latin typeface="Calibri"/>
                <a:cs typeface="Calibri"/>
              </a:rPr>
              <a:t>component</a:t>
            </a:r>
            <a:r>
              <a:rPr sz="2000" spc="-70" dirty="0">
                <a:latin typeface="Times New Roman"/>
                <a:cs typeface="Times New Roman"/>
              </a:rPr>
              <a:t> </a:t>
            </a:r>
            <a:r>
              <a:rPr sz="2000" dirty="0">
                <a:latin typeface="Calibri"/>
                <a:cs typeface="Calibri"/>
              </a:rPr>
              <a:t>is</a:t>
            </a:r>
            <a:r>
              <a:rPr sz="2000" spc="-60" dirty="0">
                <a:latin typeface="Times New Roman"/>
                <a:cs typeface="Times New Roman"/>
              </a:rPr>
              <a:t> </a:t>
            </a:r>
            <a:r>
              <a:rPr sz="2000" spc="-20" dirty="0">
                <a:latin typeface="Calibri"/>
                <a:cs typeface="Calibri"/>
              </a:rPr>
              <a:t>just</a:t>
            </a:r>
            <a:r>
              <a:rPr sz="2000" spc="-20" dirty="0">
                <a:latin typeface="Times New Roman"/>
                <a:cs typeface="Times New Roman"/>
              </a:rPr>
              <a:t> </a:t>
            </a:r>
            <a:r>
              <a:rPr sz="2000" dirty="0">
                <a:latin typeface="Calibri"/>
                <a:cs typeface="Calibri"/>
              </a:rPr>
              <a:t>a</a:t>
            </a:r>
            <a:r>
              <a:rPr sz="2000" spc="-60" dirty="0">
                <a:latin typeface="Times New Roman"/>
                <a:cs typeface="Times New Roman"/>
              </a:rPr>
              <a:t> </a:t>
            </a:r>
            <a:r>
              <a:rPr sz="2000" spc="-10" dirty="0">
                <a:latin typeface="Calibri"/>
                <a:cs typeface="Calibri"/>
              </a:rPr>
              <a:t>function</a:t>
            </a:r>
            <a:endParaRPr sz="2000">
              <a:latin typeface="Calibri"/>
              <a:cs typeface="Calibri"/>
            </a:endParaRPr>
          </a:p>
        </p:txBody>
      </p:sp>
      <p:sp>
        <p:nvSpPr>
          <p:cNvPr id="23" name="object 23"/>
          <p:cNvSpPr txBox="1"/>
          <p:nvPr/>
        </p:nvSpPr>
        <p:spPr>
          <a:xfrm>
            <a:off x="5220017" y="5683954"/>
            <a:ext cx="2616835" cy="635000"/>
          </a:xfrm>
          <a:prstGeom prst="rect">
            <a:avLst/>
          </a:prstGeom>
        </p:spPr>
        <p:txBody>
          <a:bodyPr vert="horz" wrap="square" lIns="0" tIns="12065" rIns="0" bIns="0" rtlCol="0">
            <a:spAutoFit/>
          </a:bodyPr>
          <a:lstStyle/>
          <a:p>
            <a:pPr marL="332105" marR="5080" indent="-320040">
              <a:lnSpc>
                <a:spcPct val="100000"/>
              </a:lnSpc>
              <a:spcBef>
                <a:spcPts val="95"/>
              </a:spcBef>
            </a:pPr>
            <a:r>
              <a:rPr sz="2000" spc="-20" dirty="0">
                <a:latin typeface="Calibri"/>
                <a:cs typeface="Calibri"/>
              </a:rPr>
              <a:t>Parameters</a:t>
            </a:r>
            <a:r>
              <a:rPr sz="2000" spc="-85" dirty="0">
                <a:latin typeface="Times New Roman"/>
                <a:cs typeface="Times New Roman"/>
              </a:rPr>
              <a:t> </a:t>
            </a:r>
            <a:r>
              <a:rPr sz="2000" dirty="0">
                <a:latin typeface="Calibri"/>
                <a:cs typeface="Calibri"/>
              </a:rPr>
              <a:t>are</a:t>
            </a:r>
            <a:r>
              <a:rPr sz="2000" spc="-100" dirty="0">
                <a:latin typeface="Times New Roman"/>
                <a:cs typeface="Times New Roman"/>
              </a:rPr>
              <a:t> </a:t>
            </a:r>
            <a:r>
              <a:rPr sz="2000" dirty="0">
                <a:latin typeface="Calibri"/>
                <a:cs typeface="Calibri"/>
              </a:rPr>
              <a:t>passed</a:t>
            </a:r>
            <a:r>
              <a:rPr sz="2000" spc="-85" dirty="0">
                <a:latin typeface="Times New Roman"/>
                <a:cs typeface="Times New Roman"/>
              </a:rPr>
              <a:t> </a:t>
            </a:r>
            <a:r>
              <a:rPr sz="2000" spc="-25" dirty="0">
                <a:latin typeface="Calibri"/>
                <a:cs typeface="Calibri"/>
              </a:rPr>
              <a:t>in</a:t>
            </a:r>
            <a:r>
              <a:rPr sz="2000" spc="-25" dirty="0">
                <a:latin typeface="Times New Roman"/>
                <a:cs typeface="Times New Roman"/>
              </a:rPr>
              <a:t> </a:t>
            </a:r>
            <a:r>
              <a:rPr sz="2000" dirty="0">
                <a:latin typeface="Calibri"/>
                <a:cs typeface="Calibri"/>
              </a:rPr>
              <a:t>as</a:t>
            </a:r>
            <a:r>
              <a:rPr sz="2000" spc="-80" dirty="0">
                <a:latin typeface="Times New Roman"/>
                <a:cs typeface="Times New Roman"/>
              </a:rPr>
              <a:t> </a:t>
            </a:r>
            <a:r>
              <a:rPr sz="2000" dirty="0">
                <a:latin typeface="Calibri"/>
                <a:cs typeface="Calibri"/>
              </a:rPr>
              <a:t>HTML</a:t>
            </a:r>
            <a:r>
              <a:rPr sz="2000" spc="-75" dirty="0">
                <a:latin typeface="Times New Roman"/>
                <a:cs typeface="Times New Roman"/>
              </a:rPr>
              <a:t> </a:t>
            </a:r>
            <a:r>
              <a:rPr sz="2000" spc="-10" dirty="0">
                <a:latin typeface="Calibri"/>
                <a:cs typeface="Calibri"/>
              </a:rPr>
              <a:t>attributes</a:t>
            </a:r>
            <a:endParaRPr sz="2000">
              <a:latin typeface="Calibri"/>
              <a:cs typeface="Calibri"/>
            </a:endParaRPr>
          </a:p>
        </p:txBody>
      </p:sp>
      <p:pic>
        <p:nvPicPr>
          <p:cNvPr id="24" name="Logo black">
            <a:extLst>
              <a:ext uri="{FF2B5EF4-FFF2-40B4-BE49-F238E27FC236}">
                <a16:creationId xmlns:a16="http://schemas.microsoft.com/office/drawing/2014/main" id="{637B5D42-55B3-61A2-1CEB-0A05B189635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3346" y="6294893"/>
            <a:ext cx="784800" cy="21184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11BF8CD-DA3F-180B-F078-1597E310DDEE}"/>
              </a:ext>
            </a:extLst>
          </p:cNvPr>
          <p:cNvSpPr/>
          <p:nvPr/>
        </p:nvSpPr>
        <p:spPr>
          <a:xfrm>
            <a:off x="6096000" y="0"/>
            <a:ext cx="6096000" cy="6858000"/>
          </a:xfrm>
          <a:prstGeom prst="rect">
            <a:avLst/>
          </a:prstGeom>
          <a:solidFill>
            <a:schemeClr val="tx1">
              <a:lumMod val="85000"/>
              <a:lumOff val="1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DK" sz="1600" dirty="0" err="1"/>
          </a:p>
        </p:txBody>
      </p:sp>
      <p:sp>
        <p:nvSpPr>
          <p:cNvPr id="2" name="Titel 1">
            <a:extLst>
              <a:ext uri="{FF2B5EF4-FFF2-40B4-BE49-F238E27FC236}">
                <a16:creationId xmlns:a16="http://schemas.microsoft.com/office/drawing/2014/main" id="{1983AFD6-C0BD-4C9D-ABAC-F755777D2A80}"/>
              </a:ext>
            </a:extLst>
          </p:cNvPr>
          <p:cNvSpPr>
            <a:spLocks noGrp="1"/>
          </p:cNvSpPr>
          <p:nvPr>
            <p:ph type="ctrTitle"/>
          </p:nvPr>
        </p:nvSpPr>
        <p:spPr>
          <a:xfrm>
            <a:off x="414697" y="999173"/>
            <a:ext cx="5485172" cy="701040"/>
          </a:xfrm>
        </p:spPr>
        <p:txBody>
          <a:bodyPr/>
          <a:lstStyle/>
          <a:p>
            <a:r>
              <a:rPr lang="da-DK" dirty="0"/>
              <a:t>JSX </a:t>
            </a:r>
            <a:r>
              <a:rPr lang="da-DK" dirty="0" err="1"/>
              <a:t>Syntax</a:t>
            </a:r>
            <a:r>
              <a:rPr lang="da-DK" dirty="0"/>
              <a:t> in </a:t>
            </a:r>
            <a:r>
              <a:rPr lang="da-DK" dirty="0" err="1"/>
              <a:t>React</a:t>
            </a:r>
            <a:endParaRPr lang="da-DK" dirty="0"/>
          </a:p>
        </p:txBody>
      </p:sp>
      <p:sp>
        <p:nvSpPr>
          <p:cNvPr id="3" name="Pladsholder til indhold 2">
            <a:extLst>
              <a:ext uri="{FF2B5EF4-FFF2-40B4-BE49-F238E27FC236}">
                <a16:creationId xmlns:a16="http://schemas.microsoft.com/office/drawing/2014/main" id="{BDDE4E86-A4BC-4B05-8094-F1C0CC7D2909}"/>
              </a:ext>
            </a:extLst>
          </p:cNvPr>
          <p:cNvSpPr>
            <a:spLocks noGrp="1"/>
          </p:cNvSpPr>
          <p:nvPr>
            <p:ph sz="quarter" idx="13"/>
          </p:nvPr>
        </p:nvSpPr>
        <p:spPr>
          <a:xfrm>
            <a:off x="414696" y="1700213"/>
            <a:ext cx="5206876" cy="4531622"/>
          </a:xfrm>
        </p:spPr>
        <p:txBody>
          <a:bodyPr>
            <a:normAutofit lnSpcReduction="10000"/>
          </a:bodyPr>
          <a:lstStyle/>
          <a:p>
            <a:pPr marL="0" indent="0">
              <a:buNone/>
            </a:pPr>
            <a:r>
              <a:rPr lang="en-GB" b="0" i="0" dirty="0">
                <a:solidFill>
                  <a:srgbClr val="374151"/>
                </a:solidFill>
                <a:effectLst/>
              </a:rPr>
              <a:t>JSX is a syntax extension for JavaScript that allows you to write HTML-like code in your JavaScript files. In React, JSX is used to define the structure and content of components. </a:t>
            </a:r>
          </a:p>
          <a:p>
            <a:pPr marL="0" indent="0">
              <a:buNone/>
            </a:pPr>
            <a:endParaRPr lang="en-GB" dirty="0">
              <a:solidFill>
                <a:srgbClr val="374151"/>
              </a:solidFill>
            </a:endParaRPr>
          </a:p>
          <a:p>
            <a:r>
              <a:rPr lang="en-GB" dirty="0">
                <a:solidFill>
                  <a:srgbClr val="374151"/>
                </a:solidFill>
              </a:rPr>
              <a:t>The code defines a simple React component called App.</a:t>
            </a:r>
          </a:p>
          <a:p>
            <a:r>
              <a:rPr lang="en-GB" dirty="0">
                <a:solidFill>
                  <a:srgbClr val="374151"/>
                </a:solidFill>
              </a:rPr>
              <a:t>The App component uses JSX syntax to define its structure and content.</a:t>
            </a:r>
          </a:p>
          <a:p>
            <a:r>
              <a:rPr lang="en-GB" dirty="0">
                <a:solidFill>
                  <a:srgbClr val="374151"/>
                </a:solidFill>
              </a:rPr>
              <a:t>JSX allows you to embed JavaScript expressions in curly braces, like </a:t>
            </a:r>
            <a:r>
              <a:rPr lang="en-GB" dirty="0">
                <a:solidFill>
                  <a:srgbClr val="0070C0"/>
                </a:solidFill>
              </a:rPr>
              <a:t>{name}</a:t>
            </a:r>
            <a:r>
              <a:rPr lang="en-GB" dirty="0">
                <a:solidFill>
                  <a:srgbClr val="374151"/>
                </a:solidFill>
              </a:rPr>
              <a:t> in the example.</a:t>
            </a:r>
          </a:p>
          <a:p>
            <a:r>
              <a:rPr lang="en-GB" dirty="0">
                <a:solidFill>
                  <a:srgbClr val="374151"/>
                </a:solidFill>
              </a:rPr>
              <a:t>JSX also allows you to add CSS classes to elements using the </a:t>
            </a:r>
            <a:r>
              <a:rPr lang="en-GB" dirty="0" err="1">
                <a:solidFill>
                  <a:srgbClr val="00B0F0"/>
                </a:solidFill>
              </a:rPr>
              <a:t>className</a:t>
            </a:r>
            <a:r>
              <a:rPr lang="en-GB" dirty="0">
                <a:solidFill>
                  <a:srgbClr val="374151"/>
                </a:solidFill>
              </a:rPr>
              <a:t> attribute.</a:t>
            </a:r>
          </a:p>
          <a:p>
            <a:r>
              <a:rPr lang="en-GB" dirty="0">
                <a:solidFill>
                  <a:srgbClr val="374151"/>
                </a:solidFill>
              </a:rPr>
              <a:t>When the App component is rendered, it will display an h1 tag with the text </a:t>
            </a:r>
            <a:r>
              <a:rPr lang="en-GB" dirty="0">
                <a:solidFill>
                  <a:srgbClr val="D38235"/>
                </a:solidFill>
              </a:rPr>
              <a:t>"Hello, John Doe!"</a:t>
            </a:r>
            <a:r>
              <a:rPr lang="en-GB" dirty="0">
                <a:solidFill>
                  <a:srgbClr val="374151"/>
                </a:solidFill>
              </a:rPr>
              <a:t>, a p tag with the text </a:t>
            </a:r>
            <a:r>
              <a:rPr lang="en-GB" dirty="0">
                <a:solidFill>
                  <a:schemeClr val="bg1"/>
                </a:solidFill>
                <a:highlight>
                  <a:srgbClr val="000000"/>
                </a:highlight>
              </a:rPr>
              <a:t>"Welcome to my React app."</a:t>
            </a:r>
            <a:r>
              <a:rPr lang="en-GB" dirty="0">
                <a:solidFill>
                  <a:srgbClr val="374151"/>
                </a:solidFill>
              </a:rPr>
              <a:t>, and a div element with the class "</a:t>
            </a:r>
            <a:r>
              <a:rPr lang="en-GB" dirty="0">
                <a:solidFill>
                  <a:schemeClr val="accent3">
                    <a:lumMod val="75000"/>
                  </a:schemeClr>
                </a:solidFill>
              </a:rPr>
              <a:t>App</a:t>
            </a:r>
            <a:r>
              <a:rPr lang="en-GB" dirty="0">
                <a:solidFill>
                  <a:srgbClr val="374151"/>
                </a:solidFill>
              </a:rPr>
              <a:t>".</a:t>
            </a:r>
          </a:p>
          <a:p>
            <a:pPr marL="0" indent="0">
              <a:buNone/>
            </a:pPr>
            <a:endParaRPr lang="en-GB" b="0" i="0" dirty="0">
              <a:solidFill>
                <a:srgbClr val="374151"/>
              </a:solidFill>
              <a:effectLst/>
            </a:endParaRPr>
          </a:p>
        </p:txBody>
      </p:sp>
      <p:sp>
        <p:nvSpPr>
          <p:cNvPr id="4" name="Pladsholder til dato 3">
            <a:extLst>
              <a:ext uri="{FF2B5EF4-FFF2-40B4-BE49-F238E27FC236}">
                <a16:creationId xmlns:a16="http://schemas.microsoft.com/office/drawing/2014/main" id="{E072C3F0-7583-4F5E-9FDB-F3D9CA0252B5}"/>
              </a:ext>
            </a:extLst>
          </p:cNvPr>
          <p:cNvSpPr>
            <a:spLocks noGrp="1"/>
          </p:cNvSpPr>
          <p:nvPr>
            <p:ph type="dt" sz="half" idx="2"/>
          </p:nvPr>
        </p:nvSpPr>
        <p:spPr/>
        <p:txBody>
          <a:bodyPr/>
          <a:lstStyle/>
          <a:p>
            <a:fld id="{EF24DA42-04FB-4B25-978A-D9F9569C3D42}" type="datetime1">
              <a:rPr lang="en-GB" smtClean="0"/>
              <a:t>26/02/2024</a:t>
            </a:fld>
            <a:endParaRPr lang="en-GB" dirty="0"/>
          </a:p>
        </p:txBody>
      </p:sp>
      <p:sp>
        <p:nvSpPr>
          <p:cNvPr id="6" name="Pladsholder til slidenummer 5">
            <a:extLst>
              <a:ext uri="{FF2B5EF4-FFF2-40B4-BE49-F238E27FC236}">
                <a16:creationId xmlns:a16="http://schemas.microsoft.com/office/drawing/2014/main" id="{BE17FC59-F894-44A4-8361-83A75B4C206D}"/>
              </a:ext>
            </a:extLst>
          </p:cNvPr>
          <p:cNvSpPr>
            <a:spLocks noGrp="1"/>
          </p:cNvSpPr>
          <p:nvPr>
            <p:ph type="sldNum" sz="quarter" idx="15"/>
          </p:nvPr>
        </p:nvSpPr>
        <p:spPr/>
        <p:txBody>
          <a:bodyPr/>
          <a:lstStyle/>
          <a:p>
            <a:fld id="{45D37B1E-C366-494F-A587-962AD9AABC83}" type="slidenum">
              <a:rPr lang="en-GB" smtClean="0"/>
              <a:pPr/>
              <a:t>16</a:t>
            </a:fld>
            <a:endParaRPr lang="en-GB" dirty="0"/>
          </a:p>
        </p:txBody>
      </p:sp>
      <p:sp>
        <p:nvSpPr>
          <p:cNvPr id="8" name="TextBox 7">
            <a:extLst>
              <a:ext uri="{FF2B5EF4-FFF2-40B4-BE49-F238E27FC236}">
                <a16:creationId xmlns:a16="http://schemas.microsoft.com/office/drawing/2014/main" id="{F8133F48-4629-25B2-9DA2-0FD9A423FB5A}"/>
              </a:ext>
            </a:extLst>
          </p:cNvPr>
          <p:cNvSpPr txBox="1"/>
          <p:nvPr/>
        </p:nvSpPr>
        <p:spPr>
          <a:xfrm>
            <a:off x="6323937" y="999173"/>
            <a:ext cx="5868063" cy="2800767"/>
          </a:xfrm>
          <a:prstGeom prst="rect">
            <a:avLst/>
          </a:prstGeom>
          <a:noFill/>
        </p:spPr>
        <p:txBody>
          <a:bodyPr wrap="square">
            <a:spAutoFit/>
          </a:bodyPr>
          <a:lstStyle/>
          <a:p>
            <a:r>
              <a:rPr lang="en-GB" sz="1600" b="0" dirty="0">
                <a:solidFill>
                  <a:srgbClr val="C586C0"/>
                </a:solidFill>
                <a:effectLst/>
                <a:latin typeface="Menlo" panose="020B0609030804020204" pitchFamily="49" charset="0"/>
              </a:rPr>
              <a:t>import</a:t>
            </a:r>
            <a:r>
              <a:rPr lang="en-GB" sz="1600" b="0" dirty="0">
                <a:solidFill>
                  <a:srgbClr val="D4D4D4"/>
                </a:solidFill>
                <a:effectLst/>
                <a:latin typeface="Menlo" panose="020B0609030804020204" pitchFamily="49" charset="0"/>
              </a:rPr>
              <a:t> </a:t>
            </a:r>
            <a:r>
              <a:rPr lang="en-GB" sz="1600" b="0" dirty="0">
                <a:solidFill>
                  <a:srgbClr val="9CDCFE"/>
                </a:solidFill>
                <a:effectLst/>
                <a:latin typeface="Menlo" panose="020B0609030804020204" pitchFamily="49" charset="0"/>
              </a:rPr>
              <a:t>React</a:t>
            </a:r>
            <a:r>
              <a:rPr lang="en-GB" sz="1600" b="0" dirty="0">
                <a:solidFill>
                  <a:srgbClr val="D4D4D4"/>
                </a:solidFill>
                <a:effectLst/>
                <a:latin typeface="Menlo" panose="020B0609030804020204" pitchFamily="49" charset="0"/>
              </a:rPr>
              <a:t> </a:t>
            </a:r>
            <a:r>
              <a:rPr lang="en-GB" sz="1600" b="0" dirty="0">
                <a:solidFill>
                  <a:srgbClr val="C586C0"/>
                </a:solidFill>
                <a:effectLst/>
                <a:latin typeface="Menlo" panose="020B0609030804020204" pitchFamily="49" charset="0"/>
              </a:rPr>
              <a:t>from</a:t>
            </a:r>
            <a:r>
              <a:rPr lang="en-GB" sz="1600" b="0" dirty="0">
                <a:solidFill>
                  <a:srgbClr val="D4D4D4"/>
                </a:solidFill>
                <a:effectLst/>
                <a:latin typeface="Menlo" panose="020B0609030804020204" pitchFamily="49" charset="0"/>
              </a:rPr>
              <a:t> </a:t>
            </a:r>
            <a:r>
              <a:rPr lang="en-GB" sz="1600" b="0" dirty="0">
                <a:solidFill>
                  <a:srgbClr val="CE9178"/>
                </a:solidFill>
                <a:effectLst/>
                <a:latin typeface="Menlo" panose="020B0609030804020204" pitchFamily="49" charset="0"/>
              </a:rPr>
              <a:t>'react'</a:t>
            </a:r>
            <a:r>
              <a:rPr lang="en-GB" sz="1600" b="0" dirty="0">
                <a:solidFill>
                  <a:srgbClr val="D4D4D4"/>
                </a:solidFill>
                <a:effectLst/>
                <a:latin typeface="Menlo" panose="020B0609030804020204" pitchFamily="49" charset="0"/>
              </a:rPr>
              <a:t>;</a:t>
            </a:r>
          </a:p>
          <a:p>
            <a:br>
              <a:rPr lang="en-GB" sz="1600" b="0" dirty="0">
                <a:solidFill>
                  <a:srgbClr val="D4D4D4"/>
                </a:solidFill>
                <a:effectLst/>
                <a:latin typeface="Menlo" panose="020B0609030804020204" pitchFamily="49" charset="0"/>
              </a:rPr>
            </a:br>
            <a:r>
              <a:rPr lang="en-GB" sz="1600" b="0" dirty="0">
                <a:solidFill>
                  <a:srgbClr val="569CD6"/>
                </a:solidFill>
                <a:effectLst/>
                <a:latin typeface="Menlo" panose="020B0609030804020204" pitchFamily="49" charset="0"/>
              </a:rPr>
              <a:t>function</a:t>
            </a:r>
            <a:r>
              <a:rPr lang="en-GB" sz="1600" b="0" dirty="0">
                <a:solidFill>
                  <a:srgbClr val="D4D4D4"/>
                </a:solidFill>
                <a:effectLst/>
                <a:latin typeface="Menlo" panose="020B0609030804020204" pitchFamily="49" charset="0"/>
              </a:rPr>
              <a:t> </a:t>
            </a:r>
            <a:r>
              <a:rPr lang="en-GB" sz="1600" b="0" dirty="0">
                <a:solidFill>
                  <a:srgbClr val="DCDCAA"/>
                </a:solidFill>
                <a:effectLst/>
                <a:latin typeface="Menlo" panose="020B0609030804020204" pitchFamily="49" charset="0"/>
              </a:rPr>
              <a:t>App</a:t>
            </a:r>
            <a:r>
              <a:rPr lang="en-GB" sz="1600" b="0" dirty="0">
                <a:solidFill>
                  <a:srgbClr val="D4D4D4"/>
                </a:solidFill>
                <a:effectLst/>
                <a:latin typeface="Menlo" panose="020B0609030804020204" pitchFamily="49" charset="0"/>
              </a:rPr>
              <a:t>() {</a:t>
            </a:r>
          </a:p>
          <a:p>
            <a:r>
              <a:rPr lang="en-GB" sz="1600" b="0" dirty="0">
                <a:solidFill>
                  <a:srgbClr val="569CD6"/>
                </a:solidFill>
                <a:effectLst/>
                <a:latin typeface="Menlo" panose="020B0609030804020204" pitchFamily="49" charset="0"/>
              </a:rPr>
              <a:t>  </a:t>
            </a:r>
            <a:r>
              <a:rPr lang="en-GB" sz="1600" b="0" dirty="0" err="1">
                <a:solidFill>
                  <a:srgbClr val="569CD6"/>
                </a:solidFill>
                <a:effectLst/>
                <a:latin typeface="Menlo" panose="020B0609030804020204" pitchFamily="49" charset="0"/>
              </a:rPr>
              <a:t>const</a:t>
            </a:r>
            <a:r>
              <a:rPr lang="en-GB" sz="1600" b="0" dirty="0">
                <a:solidFill>
                  <a:srgbClr val="D4D4D4"/>
                </a:solidFill>
                <a:effectLst/>
                <a:latin typeface="Menlo" panose="020B0609030804020204" pitchFamily="49" charset="0"/>
              </a:rPr>
              <a:t> </a:t>
            </a:r>
            <a:r>
              <a:rPr lang="en-GB" sz="1600" b="0" dirty="0">
                <a:solidFill>
                  <a:srgbClr val="4FC1FF"/>
                </a:solidFill>
                <a:effectLst/>
                <a:latin typeface="Menlo" panose="020B0609030804020204" pitchFamily="49" charset="0"/>
              </a:rPr>
              <a:t>name</a:t>
            </a:r>
            <a:r>
              <a:rPr lang="en-GB" sz="1600" b="0" dirty="0">
                <a:solidFill>
                  <a:srgbClr val="D4D4D4"/>
                </a:solidFill>
                <a:effectLst/>
                <a:latin typeface="Menlo" panose="020B0609030804020204" pitchFamily="49" charset="0"/>
              </a:rPr>
              <a:t> = </a:t>
            </a:r>
            <a:r>
              <a:rPr lang="en-GB" sz="1600" b="0" dirty="0">
                <a:solidFill>
                  <a:srgbClr val="CE9178"/>
                </a:solidFill>
                <a:effectLst/>
                <a:latin typeface="Menlo" panose="020B0609030804020204" pitchFamily="49" charset="0"/>
              </a:rPr>
              <a:t>'John Doe’</a:t>
            </a:r>
            <a:r>
              <a:rPr lang="en-GB" sz="1600" b="0" dirty="0">
                <a:solidFill>
                  <a:srgbClr val="D4D4D4"/>
                </a:solidFill>
                <a:effectLst/>
                <a:latin typeface="Menlo" panose="020B0609030804020204" pitchFamily="49" charset="0"/>
              </a:rPr>
              <a:t>;</a:t>
            </a:r>
          </a:p>
          <a:p>
            <a:r>
              <a:rPr lang="en-GB" sz="1600" b="0" dirty="0">
                <a:solidFill>
                  <a:srgbClr val="C586C0"/>
                </a:solidFill>
                <a:effectLst/>
                <a:latin typeface="Menlo" panose="020B0609030804020204" pitchFamily="49" charset="0"/>
              </a:rPr>
              <a:t>  return</a:t>
            </a:r>
            <a:r>
              <a:rPr lang="en-GB" sz="1600" b="0" dirty="0">
                <a:solidFill>
                  <a:srgbClr val="D4D4D4"/>
                </a:solidFill>
                <a:effectLst/>
                <a:latin typeface="Menlo" panose="020B0609030804020204" pitchFamily="49" charset="0"/>
              </a:rPr>
              <a:t> (</a:t>
            </a:r>
          </a:p>
          <a:p>
            <a:r>
              <a:rPr lang="en-GB" sz="1600" b="0" dirty="0">
                <a:solidFill>
                  <a:srgbClr val="808080"/>
                </a:solidFill>
                <a:effectLst/>
                <a:latin typeface="Menlo" panose="020B0609030804020204" pitchFamily="49" charset="0"/>
              </a:rPr>
              <a:t>    &lt;</a:t>
            </a:r>
            <a:r>
              <a:rPr lang="en-GB" sz="1600" b="0" dirty="0">
                <a:solidFill>
                  <a:srgbClr val="569CD6"/>
                </a:solidFill>
                <a:effectLst/>
                <a:latin typeface="Menlo" panose="020B0609030804020204" pitchFamily="49" charset="0"/>
              </a:rPr>
              <a:t>div</a:t>
            </a:r>
            <a:r>
              <a:rPr lang="en-GB" sz="1600" b="0" dirty="0">
                <a:solidFill>
                  <a:srgbClr val="D4D4D4"/>
                </a:solidFill>
                <a:effectLst/>
                <a:latin typeface="Menlo" panose="020B0609030804020204" pitchFamily="49" charset="0"/>
              </a:rPr>
              <a:t> </a:t>
            </a:r>
            <a:r>
              <a:rPr lang="en-GB" sz="1600" b="0" dirty="0" err="1">
                <a:solidFill>
                  <a:srgbClr val="9CDCFE"/>
                </a:solidFill>
                <a:effectLst/>
                <a:latin typeface="Menlo" panose="020B0609030804020204" pitchFamily="49" charset="0"/>
              </a:rPr>
              <a:t>className</a:t>
            </a:r>
            <a:r>
              <a:rPr lang="en-GB" sz="1600" b="0" dirty="0">
                <a:solidFill>
                  <a:srgbClr val="D4D4D4"/>
                </a:solidFill>
                <a:effectLst/>
                <a:latin typeface="Menlo" panose="020B0609030804020204" pitchFamily="49" charset="0"/>
              </a:rPr>
              <a:t>=</a:t>
            </a:r>
            <a:r>
              <a:rPr lang="en-GB" sz="1600" b="0" dirty="0">
                <a:solidFill>
                  <a:srgbClr val="CE9178"/>
                </a:solidFill>
                <a:effectLst/>
                <a:latin typeface="Menlo" panose="020B0609030804020204" pitchFamily="49" charset="0"/>
              </a:rPr>
              <a:t>"App"</a:t>
            </a:r>
            <a:r>
              <a:rPr lang="en-GB" sz="1600" b="0" dirty="0">
                <a:solidFill>
                  <a:srgbClr val="808080"/>
                </a:solidFill>
                <a:effectLst/>
                <a:latin typeface="Menlo" panose="020B0609030804020204" pitchFamily="49" charset="0"/>
              </a:rPr>
              <a:t>&gt;</a:t>
            </a:r>
            <a:endParaRPr lang="en-GB" sz="1600" b="0" dirty="0">
              <a:solidFill>
                <a:srgbClr val="D4D4D4"/>
              </a:solidFill>
              <a:effectLst/>
              <a:latin typeface="Menlo" panose="020B0609030804020204" pitchFamily="49" charset="0"/>
            </a:endParaRPr>
          </a:p>
          <a:p>
            <a:r>
              <a:rPr lang="en-GB" sz="1600" b="0" dirty="0">
                <a:solidFill>
                  <a:srgbClr val="808080"/>
                </a:solidFill>
                <a:effectLst/>
                <a:latin typeface="Menlo" panose="020B0609030804020204" pitchFamily="49" charset="0"/>
              </a:rPr>
              <a:t>      &lt;</a:t>
            </a:r>
            <a:r>
              <a:rPr lang="en-GB" sz="1600" b="0" dirty="0">
                <a:solidFill>
                  <a:srgbClr val="569CD6"/>
                </a:solidFill>
                <a:effectLst/>
                <a:latin typeface="Menlo" panose="020B0609030804020204" pitchFamily="49" charset="0"/>
              </a:rPr>
              <a:t>h1</a:t>
            </a:r>
            <a:r>
              <a:rPr lang="en-GB" sz="1600" b="0" dirty="0">
                <a:solidFill>
                  <a:srgbClr val="808080"/>
                </a:solidFill>
                <a:effectLst/>
                <a:latin typeface="Menlo" panose="020B0609030804020204" pitchFamily="49" charset="0"/>
              </a:rPr>
              <a:t>&gt;</a:t>
            </a:r>
            <a:r>
              <a:rPr lang="en-GB" sz="1600" b="0" dirty="0">
                <a:solidFill>
                  <a:srgbClr val="D4D4D4"/>
                </a:solidFill>
                <a:effectLst/>
                <a:latin typeface="Menlo" panose="020B0609030804020204" pitchFamily="49" charset="0"/>
              </a:rPr>
              <a:t>Hello, </a:t>
            </a:r>
            <a:r>
              <a:rPr lang="en-GB" sz="1600" b="0" dirty="0">
                <a:solidFill>
                  <a:srgbClr val="569CD6"/>
                </a:solidFill>
                <a:effectLst/>
                <a:latin typeface="Menlo" panose="020B0609030804020204" pitchFamily="49" charset="0"/>
              </a:rPr>
              <a:t>{</a:t>
            </a:r>
            <a:r>
              <a:rPr lang="en-GB" sz="1600" b="0" dirty="0">
                <a:solidFill>
                  <a:srgbClr val="4FC1FF"/>
                </a:solidFill>
                <a:effectLst/>
                <a:latin typeface="Menlo" panose="020B0609030804020204" pitchFamily="49" charset="0"/>
              </a:rPr>
              <a:t>name</a:t>
            </a:r>
            <a:r>
              <a:rPr lang="en-GB" sz="1600" b="0" dirty="0">
                <a:solidFill>
                  <a:srgbClr val="569CD6"/>
                </a:solidFill>
                <a:effectLst/>
                <a:latin typeface="Menlo" panose="020B0609030804020204" pitchFamily="49" charset="0"/>
              </a:rPr>
              <a:t>}</a:t>
            </a:r>
            <a:r>
              <a:rPr lang="en-GB" sz="1600" b="0" dirty="0">
                <a:solidFill>
                  <a:srgbClr val="D4D4D4"/>
                </a:solidFill>
                <a:effectLst/>
                <a:latin typeface="Menlo" panose="020B0609030804020204" pitchFamily="49" charset="0"/>
              </a:rPr>
              <a:t>!</a:t>
            </a:r>
            <a:r>
              <a:rPr lang="en-GB" sz="1600" b="0" dirty="0">
                <a:solidFill>
                  <a:srgbClr val="808080"/>
                </a:solidFill>
                <a:effectLst/>
                <a:latin typeface="Menlo" panose="020B0609030804020204" pitchFamily="49" charset="0"/>
              </a:rPr>
              <a:t>&lt;/</a:t>
            </a:r>
            <a:r>
              <a:rPr lang="en-GB" sz="1600" b="0" dirty="0">
                <a:solidFill>
                  <a:srgbClr val="569CD6"/>
                </a:solidFill>
                <a:effectLst/>
                <a:latin typeface="Menlo" panose="020B0609030804020204" pitchFamily="49" charset="0"/>
              </a:rPr>
              <a:t>h1</a:t>
            </a:r>
            <a:r>
              <a:rPr lang="en-GB" sz="1600" b="0" dirty="0">
                <a:solidFill>
                  <a:srgbClr val="808080"/>
                </a:solidFill>
                <a:effectLst/>
                <a:latin typeface="Menlo" panose="020B0609030804020204" pitchFamily="49" charset="0"/>
              </a:rPr>
              <a:t>&gt;</a:t>
            </a:r>
            <a:endParaRPr lang="en-GB" sz="1600" b="0" dirty="0">
              <a:solidFill>
                <a:srgbClr val="D4D4D4"/>
              </a:solidFill>
              <a:effectLst/>
              <a:latin typeface="Menlo" panose="020B0609030804020204" pitchFamily="49" charset="0"/>
            </a:endParaRPr>
          </a:p>
          <a:p>
            <a:r>
              <a:rPr lang="en-GB" sz="1600" b="0" dirty="0">
                <a:solidFill>
                  <a:srgbClr val="808080"/>
                </a:solidFill>
                <a:effectLst/>
                <a:latin typeface="Menlo" panose="020B0609030804020204" pitchFamily="49" charset="0"/>
              </a:rPr>
              <a:t>      &lt;</a:t>
            </a:r>
            <a:r>
              <a:rPr lang="en-GB" sz="1600" b="0" dirty="0">
                <a:solidFill>
                  <a:srgbClr val="569CD6"/>
                </a:solidFill>
                <a:effectLst/>
                <a:latin typeface="Menlo" panose="020B0609030804020204" pitchFamily="49" charset="0"/>
              </a:rPr>
              <a:t>p</a:t>
            </a:r>
            <a:r>
              <a:rPr lang="en-GB" sz="1600" b="0" dirty="0">
                <a:solidFill>
                  <a:srgbClr val="808080"/>
                </a:solidFill>
                <a:effectLst/>
                <a:latin typeface="Menlo" panose="020B0609030804020204" pitchFamily="49" charset="0"/>
              </a:rPr>
              <a:t>&gt;</a:t>
            </a:r>
            <a:r>
              <a:rPr lang="en-GB" sz="1600" b="0" dirty="0">
                <a:solidFill>
                  <a:srgbClr val="D4D4D4"/>
                </a:solidFill>
                <a:effectLst/>
                <a:latin typeface="Menlo" panose="020B0609030804020204" pitchFamily="49" charset="0"/>
              </a:rPr>
              <a:t>Welcome to my React app.</a:t>
            </a:r>
            <a:r>
              <a:rPr lang="en-GB" sz="1600" b="0" dirty="0">
                <a:solidFill>
                  <a:srgbClr val="808080"/>
                </a:solidFill>
                <a:effectLst/>
                <a:latin typeface="Menlo" panose="020B0609030804020204" pitchFamily="49" charset="0"/>
              </a:rPr>
              <a:t>&lt;/</a:t>
            </a:r>
            <a:r>
              <a:rPr lang="en-GB" sz="1600" b="0" dirty="0">
                <a:solidFill>
                  <a:srgbClr val="569CD6"/>
                </a:solidFill>
                <a:effectLst/>
                <a:latin typeface="Menlo" panose="020B0609030804020204" pitchFamily="49" charset="0"/>
              </a:rPr>
              <a:t>p</a:t>
            </a:r>
            <a:r>
              <a:rPr lang="en-GB" sz="1600" b="0" dirty="0">
                <a:solidFill>
                  <a:srgbClr val="808080"/>
                </a:solidFill>
                <a:effectLst/>
                <a:latin typeface="Menlo" panose="020B0609030804020204" pitchFamily="49" charset="0"/>
              </a:rPr>
              <a:t>&gt;</a:t>
            </a:r>
            <a:endParaRPr lang="en-GB" sz="1600" b="0" dirty="0">
              <a:solidFill>
                <a:srgbClr val="D4D4D4"/>
              </a:solidFill>
              <a:effectLst/>
              <a:latin typeface="Menlo" panose="020B0609030804020204" pitchFamily="49" charset="0"/>
            </a:endParaRPr>
          </a:p>
          <a:p>
            <a:r>
              <a:rPr lang="en-GB" sz="1600" b="0" dirty="0">
                <a:solidFill>
                  <a:srgbClr val="808080"/>
                </a:solidFill>
                <a:effectLst/>
                <a:latin typeface="Menlo" panose="020B0609030804020204" pitchFamily="49" charset="0"/>
              </a:rPr>
              <a:t>    &lt;/</a:t>
            </a:r>
            <a:r>
              <a:rPr lang="en-GB" sz="1600" b="0" dirty="0">
                <a:solidFill>
                  <a:srgbClr val="569CD6"/>
                </a:solidFill>
                <a:effectLst/>
                <a:latin typeface="Menlo" panose="020B0609030804020204" pitchFamily="49" charset="0"/>
              </a:rPr>
              <a:t>div</a:t>
            </a:r>
            <a:r>
              <a:rPr lang="en-GB" sz="1600" b="0" dirty="0">
                <a:solidFill>
                  <a:srgbClr val="808080"/>
                </a:solidFill>
                <a:effectLst/>
                <a:latin typeface="Menlo" panose="020B0609030804020204" pitchFamily="49" charset="0"/>
              </a:rPr>
              <a:t>&gt;</a:t>
            </a:r>
            <a:endParaRPr lang="en-GB" sz="1600" b="0" dirty="0">
              <a:solidFill>
                <a:srgbClr val="D4D4D4"/>
              </a:solidFill>
              <a:effectLst/>
              <a:latin typeface="Menlo" panose="020B0609030804020204" pitchFamily="49" charset="0"/>
            </a:endParaRPr>
          </a:p>
          <a:p>
            <a:r>
              <a:rPr lang="en-GB" sz="1600" b="0" dirty="0">
                <a:solidFill>
                  <a:srgbClr val="D4D4D4"/>
                </a:solidFill>
                <a:effectLst/>
                <a:latin typeface="Menlo" panose="020B0609030804020204" pitchFamily="49" charset="0"/>
              </a:rPr>
              <a:t>  );</a:t>
            </a:r>
          </a:p>
          <a:p>
            <a:r>
              <a:rPr lang="en-GB" sz="1600" b="0" dirty="0">
                <a:solidFill>
                  <a:srgbClr val="D4D4D4"/>
                </a:solidFill>
                <a:effectLst/>
                <a:latin typeface="Menlo" panose="020B0609030804020204" pitchFamily="49" charset="0"/>
              </a:rPr>
              <a:t>}</a:t>
            </a:r>
          </a:p>
        </p:txBody>
      </p:sp>
    </p:spTree>
    <p:extLst>
      <p:ext uri="{BB962C8B-B14F-4D97-AF65-F5344CB8AC3E}">
        <p14:creationId xmlns:p14="http://schemas.microsoft.com/office/powerpoint/2010/main" val="7772058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11BF8CD-DA3F-180B-F078-1597E310DDEE}"/>
              </a:ext>
            </a:extLst>
          </p:cNvPr>
          <p:cNvSpPr/>
          <p:nvPr/>
        </p:nvSpPr>
        <p:spPr>
          <a:xfrm>
            <a:off x="6096000" y="0"/>
            <a:ext cx="6096000" cy="6858000"/>
          </a:xfrm>
          <a:prstGeom prst="rect">
            <a:avLst/>
          </a:prstGeom>
          <a:solidFill>
            <a:schemeClr val="tx1">
              <a:lumMod val="85000"/>
              <a:lumOff val="1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DK" sz="1600" dirty="0" err="1"/>
          </a:p>
        </p:txBody>
      </p:sp>
      <p:sp>
        <p:nvSpPr>
          <p:cNvPr id="2" name="Titel 1">
            <a:extLst>
              <a:ext uri="{FF2B5EF4-FFF2-40B4-BE49-F238E27FC236}">
                <a16:creationId xmlns:a16="http://schemas.microsoft.com/office/drawing/2014/main" id="{1983AFD6-C0BD-4C9D-ABAC-F755777D2A80}"/>
              </a:ext>
            </a:extLst>
          </p:cNvPr>
          <p:cNvSpPr>
            <a:spLocks noGrp="1"/>
          </p:cNvSpPr>
          <p:nvPr>
            <p:ph type="ctrTitle"/>
          </p:nvPr>
        </p:nvSpPr>
        <p:spPr>
          <a:xfrm>
            <a:off x="414697" y="999173"/>
            <a:ext cx="5485172" cy="701040"/>
          </a:xfrm>
        </p:spPr>
        <p:txBody>
          <a:bodyPr/>
          <a:lstStyle/>
          <a:p>
            <a:r>
              <a:rPr lang="da-DK" dirty="0"/>
              <a:t>Styling</a:t>
            </a:r>
          </a:p>
        </p:txBody>
      </p:sp>
      <p:sp>
        <p:nvSpPr>
          <p:cNvPr id="3" name="Pladsholder til indhold 2">
            <a:extLst>
              <a:ext uri="{FF2B5EF4-FFF2-40B4-BE49-F238E27FC236}">
                <a16:creationId xmlns:a16="http://schemas.microsoft.com/office/drawing/2014/main" id="{BDDE4E86-A4BC-4B05-8094-F1C0CC7D2909}"/>
              </a:ext>
            </a:extLst>
          </p:cNvPr>
          <p:cNvSpPr>
            <a:spLocks noGrp="1"/>
          </p:cNvSpPr>
          <p:nvPr>
            <p:ph sz="quarter" idx="13"/>
          </p:nvPr>
        </p:nvSpPr>
        <p:spPr>
          <a:xfrm>
            <a:off x="414696" y="1700212"/>
            <a:ext cx="5206876" cy="4700587"/>
          </a:xfrm>
        </p:spPr>
        <p:txBody>
          <a:bodyPr>
            <a:normAutofit fontScale="92500" lnSpcReduction="10000"/>
          </a:bodyPr>
          <a:lstStyle/>
          <a:p>
            <a:pPr marL="0" indent="0">
              <a:buNone/>
            </a:pPr>
            <a:r>
              <a:rPr lang="en-GB" b="0" i="0" dirty="0">
                <a:solidFill>
                  <a:srgbClr val="374151"/>
                </a:solidFill>
                <a:effectLst/>
              </a:rPr>
              <a:t>Styling is an important aspect of any web application, and React provides several ways to style components and applications</a:t>
            </a:r>
            <a:r>
              <a:rPr lang="en-GB" dirty="0">
                <a:solidFill>
                  <a:srgbClr val="374151"/>
                </a:solidFill>
              </a:rPr>
              <a:t>, including </a:t>
            </a:r>
          </a:p>
          <a:p>
            <a:r>
              <a:rPr lang="en-GB" dirty="0">
                <a:solidFill>
                  <a:srgbClr val="374151"/>
                </a:solidFill>
              </a:rPr>
              <a:t>regular HTML/CSS styling inline</a:t>
            </a:r>
          </a:p>
          <a:p>
            <a:r>
              <a:rPr lang="en-GB" dirty="0">
                <a:solidFill>
                  <a:srgbClr val="374151"/>
                </a:solidFill>
              </a:rPr>
              <a:t>in &lt;style&gt; elements</a:t>
            </a:r>
          </a:p>
          <a:p>
            <a:r>
              <a:rPr lang="en-GB" dirty="0">
                <a:solidFill>
                  <a:srgbClr val="374151"/>
                </a:solidFill>
              </a:rPr>
              <a:t>in dedicated .</a:t>
            </a:r>
            <a:r>
              <a:rPr lang="en-GB" dirty="0" err="1">
                <a:solidFill>
                  <a:srgbClr val="374151"/>
                </a:solidFill>
              </a:rPr>
              <a:t>css</a:t>
            </a:r>
            <a:r>
              <a:rPr lang="en-GB" dirty="0">
                <a:solidFill>
                  <a:srgbClr val="374151"/>
                </a:solidFill>
              </a:rPr>
              <a:t> files, using selectors</a:t>
            </a:r>
            <a:endParaRPr lang="en-GB" b="0" i="0" dirty="0">
              <a:solidFill>
                <a:srgbClr val="374151"/>
              </a:solidFill>
              <a:effectLst/>
            </a:endParaRPr>
          </a:p>
          <a:p>
            <a:pPr marL="0" indent="0">
              <a:buNone/>
            </a:pPr>
            <a:endParaRPr lang="en-GB" dirty="0">
              <a:solidFill>
                <a:srgbClr val="374151"/>
              </a:solidFill>
            </a:endParaRPr>
          </a:p>
          <a:p>
            <a:pPr marL="0" indent="0">
              <a:buNone/>
            </a:pPr>
            <a:r>
              <a:rPr lang="en-GB" dirty="0">
                <a:solidFill>
                  <a:srgbClr val="374151"/>
                </a:solidFill>
              </a:rPr>
              <a:t>In this example, we do something different:</a:t>
            </a:r>
          </a:p>
          <a:p>
            <a:r>
              <a:rPr lang="en-GB" dirty="0">
                <a:solidFill>
                  <a:srgbClr val="374151"/>
                </a:solidFill>
              </a:rPr>
              <a:t>The code uses the styled-components library to define a styled button component with CSS-in-JS.</a:t>
            </a:r>
          </a:p>
          <a:p>
            <a:r>
              <a:rPr lang="en-GB" dirty="0">
                <a:solidFill>
                  <a:srgbClr val="374151"/>
                </a:solidFill>
              </a:rPr>
              <a:t>The </a:t>
            </a:r>
            <a:r>
              <a:rPr lang="en-GB" dirty="0" err="1">
                <a:solidFill>
                  <a:srgbClr val="374151"/>
                </a:solidFill>
              </a:rPr>
              <a:t>StyledButton</a:t>
            </a:r>
            <a:r>
              <a:rPr lang="en-GB" dirty="0">
                <a:solidFill>
                  <a:srgbClr val="374151"/>
                </a:solidFill>
              </a:rPr>
              <a:t> component is defined with CSS properties to define the button's style.</a:t>
            </a:r>
          </a:p>
          <a:p>
            <a:r>
              <a:rPr lang="en-GB" dirty="0">
                <a:solidFill>
                  <a:srgbClr val="374151"/>
                </a:solidFill>
              </a:rPr>
              <a:t>The App component uses the </a:t>
            </a:r>
            <a:r>
              <a:rPr lang="en-GB" dirty="0" err="1">
                <a:solidFill>
                  <a:srgbClr val="374151"/>
                </a:solidFill>
              </a:rPr>
              <a:t>StyledButton</a:t>
            </a:r>
            <a:r>
              <a:rPr lang="en-GB" dirty="0">
                <a:solidFill>
                  <a:srgbClr val="374151"/>
                </a:solidFill>
              </a:rPr>
              <a:t> component to render a styled button.</a:t>
            </a:r>
          </a:p>
          <a:p>
            <a:endParaRPr lang="en-GB" dirty="0">
              <a:solidFill>
                <a:srgbClr val="374151"/>
              </a:solidFill>
            </a:endParaRPr>
          </a:p>
          <a:p>
            <a:r>
              <a:rPr lang="en-GB" dirty="0">
                <a:solidFill>
                  <a:srgbClr val="374151"/>
                </a:solidFill>
              </a:rPr>
              <a:t>CSS-in-JS libraries like styled-components provide a powerful and flexible way to style React components with CSS-in-JS.</a:t>
            </a:r>
          </a:p>
          <a:p>
            <a:pPr lvl="1"/>
            <a:r>
              <a:rPr lang="en-GB" b="0" i="0" dirty="0">
                <a:solidFill>
                  <a:srgbClr val="374151"/>
                </a:solidFill>
                <a:effectLst/>
              </a:rPr>
              <a:t>This appro</a:t>
            </a:r>
            <a:r>
              <a:rPr lang="en-GB" dirty="0">
                <a:solidFill>
                  <a:srgbClr val="374151"/>
                </a:solidFill>
              </a:rPr>
              <a:t>ach also allows for keeping less unused CSS over time</a:t>
            </a:r>
            <a:endParaRPr lang="en-GB" b="0" i="0" dirty="0">
              <a:solidFill>
                <a:srgbClr val="374151"/>
              </a:solidFill>
              <a:effectLst/>
            </a:endParaRPr>
          </a:p>
        </p:txBody>
      </p:sp>
      <p:sp>
        <p:nvSpPr>
          <p:cNvPr id="4" name="Pladsholder til dato 3">
            <a:extLst>
              <a:ext uri="{FF2B5EF4-FFF2-40B4-BE49-F238E27FC236}">
                <a16:creationId xmlns:a16="http://schemas.microsoft.com/office/drawing/2014/main" id="{E072C3F0-7583-4F5E-9FDB-F3D9CA0252B5}"/>
              </a:ext>
            </a:extLst>
          </p:cNvPr>
          <p:cNvSpPr>
            <a:spLocks noGrp="1"/>
          </p:cNvSpPr>
          <p:nvPr>
            <p:ph type="dt" sz="half" idx="2"/>
          </p:nvPr>
        </p:nvSpPr>
        <p:spPr/>
        <p:txBody>
          <a:bodyPr/>
          <a:lstStyle/>
          <a:p>
            <a:fld id="{EF24DA42-04FB-4B25-978A-D9F9569C3D42}" type="datetime1">
              <a:rPr lang="en-GB" smtClean="0"/>
              <a:t>26/02/2024</a:t>
            </a:fld>
            <a:endParaRPr lang="en-GB" dirty="0"/>
          </a:p>
        </p:txBody>
      </p:sp>
      <p:sp>
        <p:nvSpPr>
          <p:cNvPr id="6" name="Pladsholder til slidenummer 5">
            <a:extLst>
              <a:ext uri="{FF2B5EF4-FFF2-40B4-BE49-F238E27FC236}">
                <a16:creationId xmlns:a16="http://schemas.microsoft.com/office/drawing/2014/main" id="{BE17FC59-F894-44A4-8361-83A75B4C206D}"/>
              </a:ext>
            </a:extLst>
          </p:cNvPr>
          <p:cNvSpPr>
            <a:spLocks noGrp="1"/>
          </p:cNvSpPr>
          <p:nvPr>
            <p:ph type="sldNum" sz="quarter" idx="15"/>
          </p:nvPr>
        </p:nvSpPr>
        <p:spPr/>
        <p:txBody>
          <a:bodyPr/>
          <a:lstStyle/>
          <a:p>
            <a:fld id="{45D37B1E-C366-494F-A587-962AD9AABC83}" type="slidenum">
              <a:rPr lang="en-GB" smtClean="0"/>
              <a:pPr/>
              <a:t>17</a:t>
            </a:fld>
            <a:endParaRPr lang="en-GB" dirty="0"/>
          </a:p>
        </p:txBody>
      </p:sp>
      <p:sp>
        <p:nvSpPr>
          <p:cNvPr id="8" name="TextBox 7">
            <a:extLst>
              <a:ext uri="{FF2B5EF4-FFF2-40B4-BE49-F238E27FC236}">
                <a16:creationId xmlns:a16="http://schemas.microsoft.com/office/drawing/2014/main" id="{F8133F48-4629-25B2-9DA2-0FD9A423FB5A}"/>
              </a:ext>
            </a:extLst>
          </p:cNvPr>
          <p:cNvSpPr txBox="1"/>
          <p:nvPr/>
        </p:nvSpPr>
        <p:spPr>
          <a:xfrm>
            <a:off x="6323937" y="551289"/>
            <a:ext cx="5868063" cy="5755422"/>
          </a:xfrm>
          <a:prstGeom prst="rect">
            <a:avLst/>
          </a:prstGeom>
          <a:noFill/>
        </p:spPr>
        <p:txBody>
          <a:bodyPr wrap="square">
            <a:spAutoFit/>
          </a:bodyPr>
          <a:lstStyle/>
          <a:p>
            <a:r>
              <a:rPr lang="en-GB" sz="1600" b="0" dirty="0">
                <a:solidFill>
                  <a:srgbClr val="C586C0"/>
                </a:solidFill>
                <a:effectLst/>
                <a:latin typeface="Menlo" panose="020B0609030804020204" pitchFamily="49" charset="0"/>
              </a:rPr>
              <a:t>import</a:t>
            </a:r>
            <a:r>
              <a:rPr lang="en-GB" sz="1600" b="0" dirty="0">
                <a:solidFill>
                  <a:srgbClr val="D4D4D4"/>
                </a:solidFill>
                <a:effectLst/>
                <a:latin typeface="Menlo" panose="020B0609030804020204" pitchFamily="49" charset="0"/>
              </a:rPr>
              <a:t> </a:t>
            </a:r>
            <a:r>
              <a:rPr lang="en-GB" sz="1600" b="0" dirty="0">
                <a:solidFill>
                  <a:srgbClr val="9CDCFE"/>
                </a:solidFill>
                <a:effectLst/>
                <a:latin typeface="Menlo" panose="020B0609030804020204" pitchFamily="49" charset="0"/>
              </a:rPr>
              <a:t>React</a:t>
            </a:r>
            <a:r>
              <a:rPr lang="en-GB" sz="1600" b="0" dirty="0">
                <a:solidFill>
                  <a:srgbClr val="D4D4D4"/>
                </a:solidFill>
                <a:effectLst/>
                <a:latin typeface="Menlo" panose="020B0609030804020204" pitchFamily="49" charset="0"/>
              </a:rPr>
              <a:t> </a:t>
            </a:r>
            <a:r>
              <a:rPr lang="en-GB" sz="1600" b="0" dirty="0">
                <a:solidFill>
                  <a:srgbClr val="C586C0"/>
                </a:solidFill>
                <a:effectLst/>
                <a:latin typeface="Menlo" panose="020B0609030804020204" pitchFamily="49" charset="0"/>
              </a:rPr>
              <a:t>from</a:t>
            </a:r>
            <a:r>
              <a:rPr lang="en-GB" sz="1600" b="0" dirty="0">
                <a:solidFill>
                  <a:srgbClr val="D4D4D4"/>
                </a:solidFill>
                <a:effectLst/>
                <a:latin typeface="Menlo" panose="020B0609030804020204" pitchFamily="49" charset="0"/>
              </a:rPr>
              <a:t> </a:t>
            </a:r>
            <a:r>
              <a:rPr lang="en-GB" sz="1600" b="0" dirty="0">
                <a:solidFill>
                  <a:srgbClr val="CE9178"/>
                </a:solidFill>
                <a:effectLst/>
                <a:latin typeface="Menlo" panose="020B0609030804020204" pitchFamily="49" charset="0"/>
              </a:rPr>
              <a:t>'react'</a:t>
            </a:r>
            <a:r>
              <a:rPr lang="en-GB" sz="1600" b="0" dirty="0">
                <a:solidFill>
                  <a:srgbClr val="D4D4D4"/>
                </a:solidFill>
                <a:effectLst/>
                <a:latin typeface="Menlo" panose="020B0609030804020204" pitchFamily="49" charset="0"/>
              </a:rPr>
              <a:t>;</a:t>
            </a:r>
          </a:p>
          <a:p>
            <a:r>
              <a:rPr lang="en-GB" sz="1600" b="0" dirty="0">
                <a:solidFill>
                  <a:srgbClr val="C586C0"/>
                </a:solidFill>
                <a:effectLst/>
                <a:latin typeface="Menlo" panose="020B0609030804020204" pitchFamily="49" charset="0"/>
              </a:rPr>
              <a:t>import</a:t>
            </a:r>
            <a:r>
              <a:rPr lang="en-GB" sz="1600" b="0" dirty="0">
                <a:solidFill>
                  <a:srgbClr val="D4D4D4"/>
                </a:solidFill>
                <a:effectLst/>
                <a:latin typeface="Menlo" panose="020B0609030804020204" pitchFamily="49" charset="0"/>
              </a:rPr>
              <a:t> </a:t>
            </a:r>
            <a:r>
              <a:rPr lang="en-GB" sz="1600" b="0" dirty="0">
                <a:solidFill>
                  <a:srgbClr val="9CDCFE"/>
                </a:solidFill>
                <a:effectLst/>
                <a:latin typeface="Menlo" panose="020B0609030804020204" pitchFamily="49" charset="0"/>
              </a:rPr>
              <a:t>styled</a:t>
            </a:r>
            <a:r>
              <a:rPr lang="en-GB" sz="1600" b="0" dirty="0">
                <a:solidFill>
                  <a:srgbClr val="D4D4D4"/>
                </a:solidFill>
                <a:effectLst/>
                <a:latin typeface="Menlo" panose="020B0609030804020204" pitchFamily="49" charset="0"/>
              </a:rPr>
              <a:t> </a:t>
            </a:r>
            <a:r>
              <a:rPr lang="en-GB" sz="1600" b="0" dirty="0">
                <a:solidFill>
                  <a:srgbClr val="C586C0"/>
                </a:solidFill>
                <a:effectLst/>
                <a:latin typeface="Menlo" panose="020B0609030804020204" pitchFamily="49" charset="0"/>
              </a:rPr>
              <a:t>from</a:t>
            </a:r>
            <a:r>
              <a:rPr lang="en-GB" sz="1600" b="0" dirty="0">
                <a:solidFill>
                  <a:srgbClr val="D4D4D4"/>
                </a:solidFill>
                <a:effectLst/>
                <a:latin typeface="Menlo" panose="020B0609030804020204" pitchFamily="49" charset="0"/>
              </a:rPr>
              <a:t> </a:t>
            </a:r>
            <a:r>
              <a:rPr lang="en-GB" sz="1600" b="0" dirty="0">
                <a:solidFill>
                  <a:srgbClr val="CE9178"/>
                </a:solidFill>
                <a:effectLst/>
                <a:latin typeface="Menlo" panose="020B0609030804020204" pitchFamily="49" charset="0"/>
              </a:rPr>
              <a:t>'styled-components'</a:t>
            </a:r>
            <a:r>
              <a:rPr lang="en-GB" sz="1600" b="0" dirty="0">
                <a:solidFill>
                  <a:srgbClr val="D4D4D4"/>
                </a:solidFill>
                <a:effectLst/>
                <a:latin typeface="Menlo" panose="020B0609030804020204" pitchFamily="49" charset="0"/>
              </a:rPr>
              <a:t>;</a:t>
            </a:r>
          </a:p>
          <a:p>
            <a:br>
              <a:rPr lang="en-GB" sz="1600" b="0" dirty="0">
                <a:solidFill>
                  <a:srgbClr val="D4D4D4"/>
                </a:solidFill>
                <a:effectLst/>
                <a:latin typeface="Menlo" panose="020B0609030804020204" pitchFamily="49" charset="0"/>
              </a:rPr>
            </a:br>
            <a:r>
              <a:rPr lang="en-GB" sz="1600" b="0" dirty="0" err="1">
                <a:solidFill>
                  <a:srgbClr val="569CD6"/>
                </a:solidFill>
                <a:effectLst/>
                <a:latin typeface="Menlo" panose="020B0609030804020204" pitchFamily="49" charset="0"/>
              </a:rPr>
              <a:t>const</a:t>
            </a:r>
            <a:r>
              <a:rPr lang="en-GB" sz="1600" b="0" dirty="0">
                <a:solidFill>
                  <a:srgbClr val="D4D4D4"/>
                </a:solidFill>
                <a:effectLst/>
                <a:latin typeface="Menlo" panose="020B0609030804020204" pitchFamily="49" charset="0"/>
              </a:rPr>
              <a:t> </a:t>
            </a:r>
            <a:r>
              <a:rPr lang="en-GB" sz="1600" b="0" dirty="0" err="1">
                <a:solidFill>
                  <a:srgbClr val="4FC1FF"/>
                </a:solidFill>
                <a:effectLst/>
                <a:latin typeface="Menlo" panose="020B0609030804020204" pitchFamily="49" charset="0"/>
              </a:rPr>
              <a:t>StyledButton</a:t>
            </a:r>
            <a:r>
              <a:rPr lang="en-GB" sz="1600" b="0" dirty="0">
                <a:solidFill>
                  <a:srgbClr val="D4D4D4"/>
                </a:solidFill>
                <a:effectLst/>
                <a:latin typeface="Menlo" panose="020B0609030804020204" pitchFamily="49" charset="0"/>
              </a:rPr>
              <a:t> = </a:t>
            </a:r>
            <a:r>
              <a:rPr lang="en-GB" sz="1600" b="0" dirty="0" err="1">
                <a:solidFill>
                  <a:srgbClr val="9CDCFE"/>
                </a:solidFill>
                <a:effectLst/>
                <a:latin typeface="Menlo" panose="020B0609030804020204" pitchFamily="49" charset="0"/>
              </a:rPr>
              <a:t>styled</a:t>
            </a:r>
            <a:r>
              <a:rPr lang="en-GB" sz="1600" b="0" dirty="0" err="1">
                <a:solidFill>
                  <a:srgbClr val="CE9178"/>
                </a:solidFill>
                <a:effectLst/>
                <a:latin typeface="Menlo" panose="020B0609030804020204" pitchFamily="49" charset="0"/>
              </a:rPr>
              <a:t>.</a:t>
            </a:r>
            <a:r>
              <a:rPr lang="en-GB" sz="1600" b="0" dirty="0" err="1">
                <a:solidFill>
                  <a:srgbClr val="DCDCAA"/>
                </a:solidFill>
                <a:effectLst/>
                <a:latin typeface="Menlo" panose="020B0609030804020204" pitchFamily="49" charset="0"/>
              </a:rPr>
              <a:t>button</a:t>
            </a:r>
            <a:r>
              <a:rPr lang="en-GB" sz="1600" b="0" dirty="0">
                <a:solidFill>
                  <a:srgbClr val="CE9178"/>
                </a:solidFill>
                <a:effectLst/>
                <a:latin typeface="Menlo" panose="020B0609030804020204" pitchFamily="49" charset="0"/>
              </a:rPr>
              <a:t>`</a:t>
            </a:r>
            <a:endParaRPr lang="en-GB" sz="1600" b="0" dirty="0">
              <a:solidFill>
                <a:srgbClr val="D4D4D4"/>
              </a:solidFill>
              <a:effectLst/>
              <a:latin typeface="Menlo" panose="020B0609030804020204" pitchFamily="49" charset="0"/>
            </a:endParaRPr>
          </a:p>
          <a:p>
            <a:r>
              <a:rPr lang="en-GB" sz="1600" b="0" dirty="0">
                <a:solidFill>
                  <a:srgbClr val="CE9178"/>
                </a:solidFill>
                <a:effectLst/>
                <a:latin typeface="Menlo" panose="020B0609030804020204" pitchFamily="49" charset="0"/>
              </a:rPr>
              <a:t>  background-</a:t>
            </a:r>
            <a:r>
              <a:rPr lang="en-GB" sz="1600" b="0" dirty="0" err="1">
                <a:solidFill>
                  <a:srgbClr val="CE9178"/>
                </a:solidFill>
                <a:effectLst/>
                <a:latin typeface="Menlo" panose="020B0609030804020204" pitchFamily="49" charset="0"/>
              </a:rPr>
              <a:t>color</a:t>
            </a:r>
            <a:r>
              <a:rPr lang="en-GB" sz="1600" b="0" dirty="0">
                <a:solidFill>
                  <a:srgbClr val="CE9178"/>
                </a:solidFill>
                <a:effectLst/>
                <a:latin typeface="Menlo" panose="020B0609030804020204" pitchFamily="49" charset="0"/>
              </a:rPr>
              <a:t>: #3498db;</a:t>
            </a:r>
            <a:endParaRPr lang="en-GB" sz="1600" b="0" dirty="0">
              <a:solidFill>
                <a:srgbClr val="D4D4D4"/>
              </a:solidFill>
              <a:effectLst/>
              <a:latin typeface="Menlo" panose="020B0609030804020204" pitchFamily="49" charset="0"/>
            </a:endParaRPr>
          </a:p>
          <a:p>
            <a:r>
              <a:rPr lang="en-GB" sz="1600" b="0" dirty="0">
                <a:solidFill>
                  <a:srgbClr val="CE9178"/>
                </a:solidFill>
                <a:effectLst/>
                <a:latin typeface="Menlo" panose="020B0609030804020204" pitchFamily="49" charset="0"/>
              </a:rPr>
              <a:t>  </a:t>
            </a:r>
            <a:r>
              <a:rPr lang="en-GB" sz="1600" b="0" dirty="0" err="1">
                <a:solidFill>
                  <a:srgbClr val="CE9178"/>
                </a:solidFill>
                <a:effectLst/>
                <a:latin typeface="Menlo" panose="020B0609030804020204" pitchFamily="49" charset="0"/>
              </a:rPr>
              <a:t>color</a:t>
            </a:r>
            <a:r>
              <a:rPr lang="en-GB" sz="1600" b="0" dirty="0">
                <a:solidFill>
                  <a:srgbClr val="CE9178"/>
                </a:solidFill>
                <a:effectLst/>
                <a:latin typeface="Menlo" panose="020B0609030804020204" pitchFamily="49" charset="0"/>
              </a:rPr>
              <a:t>: white;</a:t>
            </a:r>
            <a:endParaRPr lang="en-GB" sz="1600" b="0" dirty="0">
              <a:solidFill>
                <a:srgbClr val="D4D4D4"/>
              </a:solidFill>
              <a:effectLst/>
              <a:latin typeface="Menlo" panose="020B0609030804020204" pitchFamily="49" charset="0"/>
            </a:endParaRPr>
          </a:p>
          <a:p>
            <a:r>
              <a:rPr lang="en-GB" sz="1600" b="0" dirty="0">
                <a:solidFill>
                  <a:srgbClr val="CE9178"/>
                </a:solidFill>
                <a:effectLst/>
                <a:latin typeface="Menlo" panose="020B0609030804020204" pitchFamily="49" charset="0"/>
              </a:rPr>
              <a:t>  font-size: 1em;</a:t>
            </a:r>
            <a:endParaRPr lang="en-GB" sz="1600" b="0" dirty="0">
              <a:solidFill>
                <a:srgbClr val="D4D4D4"/>
              </a:solidFill>
              <a:effectLst/>
              <a:latin typeface="Menlo" panose="020B0609030804020204" pitchFamily="49" charset="0"/>
            </a:endParaRPr>
          </a:p>
          <a:p>
            <a:r>
              <a:rPr lang="en-GB" sz="1600" b="0" dirty="0">
                <a:solidFill>
                  <a:srgbClr val="CE9178"/>
                </a:solidFill>
                <a:effectLst/>
                <a:latin typeface="Menlo" panose="020B0609030804020204" pitchFamily="49" charset="0"/>
              </a:rPr>
              <a:t>  padding: 0.5em 1em;</a:t>
            </a:r>
            <a:endParaRPr lang="en-GB" sz="1600" b="0" dirty="0">
              <a:solidFill>
                <a:srgbClr val="D4D4D4"/>
              </a:solidFill>
              <a:effectLst/>
              <a:latin typeface="Menlo" panose="020B0609030804020204" pitchFamily="49" charset="0"/>
            </a:endParaRPr>
          </a:p>
          <a:p>
            <a:r>
              <a:rPr lang="en-GB" sz="1600" b="0" dirty="0">
                <a:solidFill>
                  <a:srgbClr val="CE9178"/>
                </a:solidFill>
                <a:effectLst/>
                <a:latin typeface="Menlo" panose="020B0609030804020204" pitchFamily="49" charset="0"/>
              </a:rPr>
              <a:t>  border: none;</a:t>
            </a:r>
            <a:endParaRPr lang="en-GB" sz="1600" b="0" dirty="0">
              <a:solidFill>
                <a:srgbClr val="D4D4D4"/>
              </a:solidFill>
              <a:effectLst/>
              <a:latin typeface="Menlo" panose="020B0609030804020204" pitchFamily="49" charset="0"/>
            </a:endParaRPr>
          </a:p>
          <a:p>
            <a:r>
              <a:rPr lang="en-GB" sz="1600" b="0" dirty="0">
                <a:solidFill>
                  <a:srgbClr val="CE9178"/>
                </a:solidFill>
                <a:effectLst/>
                <a:latin typeface="Menlo" panose="020B0609030804020204" pitchFamily="49" charset="0"/>
              </a:rPr>
              <a:t>  border-radius: 3px;</a:t>
            </a:r>
            <a:endParaRPr lang="en-GB" sz="1600" b="0" dirty="0">
              <a:solidFill>
                <a:srgbClr val="D4D4D4"/>
              </a:solidFill>
              <a:effectLst/>
              <a:latin typeface="Menlo" panose="020B0609030804020204" pitchFamily="49" charset="0"/>
            </a:endParaRPr>
          </a:p>
          <a:p>
            <a:r>
              <a:rPr lang="en-GB" sz="1600" b="0" dirty="0">
                <a:solidFill>
                  <a:srgbClr val="CE9178"/>
                </a:solidFill>
                <a:effectLst/>
                <a:latin typeface="Menlo" panose="020B0609030804020204" pitchFamily="49" charset="0"/>
              </a:rPr>
              <a:t>`</a:t>
            </a:r>
            <a:r>
              <a:rPr lang="en-GB" sz="1600" b="0" dirty="0">
                <a:solidFill>
                  <a:srgbClr val="D4D4D4"/>
                </a:solidFill>
                <a:effectLst/>
                <a:latin typeface="Menlo" panose="020B0609030804020204" pitchFamily="49" charset="0"/>
              </a:rPr>
              <a:t>;</a:t>
            </a:r>
          </a:p>
          <a:p>
            <a:br>
              <a:rPr lang="en-GB" sz="1600" b="0" dirty="0">
                <a:solidFill>
                  <a:srgbClr val="D4D4D4"/>
                </a:solidFill>
                <a:effectLst/>
                <a:latin typeface="Menlo" panose="020B0609030804020204" pitchFamily="49" charset="0"/>
              </a:rPr>
            </a:br>
            <a:r>
              <a:rPr lang="en-GB" sz="1600" b="0" dirty="0">
                <a:solidFill>
                  <a:srgbClr val="569CD6"/>
                </a:solidFill>
                <a:effectLst/>
                <a:latin typeface="Menlo" panose="020B0609030804020204" pitchFamily="49" charset="0"/>
              </a:rPr>
              <a:t>function</a:t>
            </a:r>
            <a:r>
              <a:rPr lang="en-GB" sz="1600" b="0" dirty="0">
                <a:solidFill>
                  <a:srgbClr val="D4D4D4"/>
                </a:solidFill>
                <a:effectLst/>
                <a:latin typeface="Menlo" panose="020B0609030804020204" pitchFamily="49" charset="0"/>
              </a:rPr>
              <a:t> </a:t>
            </a:r>
            <a:r>
              <a:rPr lang="en-GB" sz="1600" b="0" dirty="0">
                <a:solidFill>
                  <a:srgbClr val="DCDCAA"/>
                </a:solidFill>
                <a:effectLst/>
                <a:latin typeface="Menlo" panose="020B0609030804020204" pitchFamily="49" charset="0"/>
              </a:rPr>
              <a:t>App</a:t>
            </a:r>
            <a:r>
              <a:rPr lang="en-GB" sz="1600" b="0" dirty="0">
                <a:solidFill>
                  <a:srgbClr val="D4D4D4"/>
                </a:solidFill>
                <a:effectLst/>
                <a:latin typeface="Menlo" panose="020B0609030804020204" pitchFamily="49" charset="0"/>
              </a:rPr>
              <a:t>() {</a:t>
            </a:r>
          </a:p>
          <a:p>
            <a:r>
              <a:rPr lang="en-GB" sz="1600" b="0" dirty="0">
                <a:solidFill>
                  <a:srgbClr val="C586C0"/>
                </a:solidFill>
                <a:effectLst/>
                <a:latin typeface="Menlo" panose="020B0609030804020204" pitchFamily="49" charset="0"/>
              </a:rPr>
              <a:t>  return</a:t>
            </a:r>
            <a:r>
              <a:rPr lang="en-GB" sz="1600" b="0" dirty="0">
                <a:solidFill>
                  <a:srgbClr val="D4D4D4"/>
                </a:solidFill>
                <a:effectLst/>
                <a:latin typeface="Menlo" panose="020B0609030804020204" pitchFamily="49" charset="0"/>
              </a:rPr>
              <a:t> (</a:t>
            </a:r>
          </a:p>
          <a:p>
            <a:r>
              <a:rPr lang="en-GB" sz="1600" b="0" dirty="0">
                <a:solidFill>
                  <a:srgbClr val="808080"/>
                </a:solidFill>
                <a:effectLst/>
                <a:latin typeface="Menlo" panose="020B0609030804020204" pitchFamily="49" charset="0"/>
              </a:rPr>
              <a:t>    &lt;</a:t>
            </a:r>
            <a:r>
              <a:rPr lang="en-GB" sz="1600" b="0" dirty="0">
                <a:solidFill>
                  <a:srgbClr val="569CD6"/>
                </a:solidFill>
                <a:effectLst/>
                <a:latin typeface="Menlo" panose="020B0609030804020204" pitchFamily="49" charset="0"/>
              </a:rPr>
              <a:t>div</a:t>
            </a:r>
            <a:r>
              <a:rPr lang="en-GB" sz="1600" b="0" dirty="0">
                <a:solidFill>
                  <a:srgbClr val="808080"/>
                </a:solidFill>
                <a:effectLst/>
                <a:latin typeface="Menlo" panose="020B0609030804020204" pitchFamily="49" charset="0"/>
              </a:rPr>
              <a:t>&gt;</a:t>
            </a:r>
            <a:endParaRPr lang="en-GB" sz="1600" b="0" dirty="0">
              <a:solidFill>
                <a:srgbClr val="D4D4D4"/>
              </a:solidFill>
              <a:effectLst/>
              <a:latin typeface="Menlo" panose="020B0609030804020204" pitchFamily="49" charset="0"/>
            </a:endParaRPr>
          </a:p>
          <a:p>
            <a:r>
              <a:rPr lang="en-GB" sz="1600" b="0" dirty="0">
                <a:solidFill>
                  <a:srgbClr val="808080"/>
                </a:solidFill>
                <a:effectLst/>
                <a:latin typeface="Menlo" panose="020B0609030804020204" pitchFamily="49" charset="0"/>
              </a:rPr>
              <a:t>    &lt;</a:t>
            </a:r>
            <a:r>
              <a:rPr lang="en-GB" sz="1600" b="0" dirty="0">
                <a:solidFill>
                  <a:srgbClr val="569CD6"/>
                </a:solidFill>
                <a:effectLst/>
                <a:latin typeface="Menlo" panose="020B0609030804020204" pitchFamily="49" charset="0"/>
              </a:rPr>
              <a:t>h1</a:t>
            </a:r>
            <a:r>
              <a:rPr lang="en-GB" sz="1600" b="0" dirty="0">
                <a:solidFill>
                  <a:srgbClr val="808080"/>
                </a:solidFill>
                <a:effectLst/>
                <a:latin typeface="Menlo" panose="020B0609030804020204" pitchFamily="49" charset="0"/>
              </a:rPr>
              <a:t>&gt;</a:t>
            </a:r>
            <a:r>
              <a:rPr lang="en-GB" sz="1600" b="0" dirty="0">
                <a:solidFill>
                  <a:srgbClr val="D4D4D4"/>
                </a:solidFill>
                <a:effectLst/>
                <a:latin typeface="Menlo" panose="020B0609030804020204" pitchFamily="49" charset="0"/>
              </a:rPr>
              <a:t>Welcome to my React application!</a:t>
            </a:r>
            <a:r>
              <a:rPr lang="en-GB" sz="1600" b="0" dirty="0">
                <a:solidFill>
                  <a:srgbClr val="808080"/>
                </a:solidFill>
                <a:effectLst/>
                <a:latin typeface="Menlo" panose="020B0609030804020204" pitchFamily="49" charset="0"/>
              </a:rPr>
              <a:t>&lt;/</a:t>
            </a:r>
            <a:r>
              <a:rPr lang="en-GB" sz="1600" b="0" dirty="0">
                <a:solidFill>
                  <a:srgbClr val="569CD6"/>
                </a:solidFill>
                <a:effectLst/>
                <a:latin typeface="Menlo" panose="020B0609030804020204" pitchFamily="49" charset="0"/>
              </a:rPr>
              <a:t>h1</a:t>
            </a:r>
            <a:r>
              <a:rPr lang="en-GB" sz="1600" b="0" dirty="0">
                <a:solidFill>
                  <a:srgbClr val="808080"/>
                </a:solidFill>
                <a:effectLst/>
                <a:latin typeface="Menlo" panose="020B0609030804020204" pitchFamily="49" charset="0"/>
              </a:rPr>
              <a:t>&gt;</a:t>
            </a:r>
            <a:endParaRPr lang="en-GB" sz="1600" b="0" dirty="0">
              <a:solidFill>
                <a:srgbClr val="D4D4D4"/>
              </a:solidFill>
              <a:effectLst/>
              <a:latin typeface="Menlo" panose="020B0609030804020204" pitchFamily="49" charset="0"/>
            </a:endParaRPr>
          </a:p>
          <a:p>
            <a:r>
              <a:rPr lang="en-GB" sz="1600" b="0" dirty="0">
                <a:solidFill>
                  <a:srgbClr val="808080"/>
                </a:solidFill>
                <a:effectLst/>
                <a:latin typeface="Menlo" panose="020B0609030804020204" pitchFamily="49" charset="0"/>
              </a:rPr>
              <a:t>    &lt;</a:t>
            </a:r>
            <a:r>
              <a:rPr lang="en-GB" sz="1600" b="0" dirty="0">
                <a:solidFill>
                  <a:srgbClr val="569CD6"/>
                </a:solidFill>
                <a:effectLst/>
                <a:latin typeface="Menlo" panose="020B0609030804020204" pitchFamily="49" charset="0"/>
              </a:rPr>
              <a:t>p</a:t>
            </a:r>
            <a:r>
              <a:rPr lang="en-GB" sz="1600" b="0" dirty="0">
                <a:solidFill>
                  <a:srgbClr val="808080"/>
                </a:solidFill>
                <a:effectLst/>
                <a:latin typeface="Menlo" panose="020B0609030804020204" pitchFamily="49" charset="0"/>
              </a:rPr>
              <a:t>&gt;</a:t>
            </a:r>
            <a:r>
              <a:rPr lang="en-GB" sz="1600" b="0" dirty="0">
                <a:solidFill>
                  <a:srgbClr val="D4D4D4"/>
                </a:solidFill>
                <a:effectLst/>
                <a:latin typeface="Menlo" panose="020B0609030804020204" pitchFamily="49" charset="0"/>
              </a:rPr>
              <a:t>Here's a styled button:</a:t>
            </a:r>
            <a:r>
              <a:rPr lang="en-GB" sz="1600" b="0" dirty="0">
                <a:solidFill>
                  <a:srgbClr val="808080"/>
                </a:solidFill>
                <a:effectLst/>
                <a:latin typeface="Menlo" panose="020B0609030804020204" pitchFamily="49" charset="0"/>
              </a:rPr>
              <a:t>&lt;/</a:t>
            </a:r>
            <a:r>
              <a:rPr lang="en-GB" sz="1600" b="0" dirty="0">
                <a:solidFill>
                  <a:srgbClr val="569CD6"/>
                </a:solidFill>
                <a:effectLst/>
                <a:latin typeface="Menlo" panose="020B0609030804020204" pitchFamily="49" charset="0"/>
              </a:rPr>
              <a:t>p</a:t>
            </a:r>
            <a:r>
              <a:rPr lang="en-GB" sz="1600" b="0" dirty="0">
                <a:solidFill>
                  <a:srgbClr val="808080"/>
                </a:solidFill>
                <a:effectLst/>
                <a:latin typeface="Menlo" panose="020B0609030804020204" pitchFamily="49" charset="0"/>
              </a:rPr>
              <a:t>&gt;</a:t>
            </a:r>
            <a:endParaRPr lang="en-GB" sz="1600" b="0" dirty="0">
              <a:solidFill>
                <a:srgbClr val="D4D4D4"/>
              </a:solidFill>
              <a:effectLst/>
              <a:latin typeface="Menlo" panose="020B0609030804020204" pitchFamily="49" charset="0"/>
            </a:endParaRPr>
          </a:p>
          <a:p>
            <a:r>
              <a:rPr lang="en-GB" sz="1600" b="0" dirty="0">
                <a:solidFill>
                  <a:srgbClr val="808080"/>
                </a:solidFill>
                <a:effectLst/>
                <a:latin typeface="Menlo" panose="020B0609030804020204" pitchFamily="49" charset="0"/>
              </a:rPr>
              <a:t>    &lt;</a:t>
            </a:r>
            <a:r>
              <a:rPr lang="en-GB" sz="1600" b="0" dirty="0" err="1">
                <a:solidFill>
                  <a:srgbClr val="4EC9B0"/>
                </a:solidFill>
                <a:effectLst/>
                <a:latin typeface="Menlo" panose="020B0609030804020204" pitchFamily="49" charset="0"/>
              </a:rPr>
              <a:t>StyledButton</a:t>
            </a:r>
            <a:r>
              <a:rPr lang="en-GB" sz="1600" b="0" dirty="0">
                <a:solidFill>
                  <a:srgbClr val="808080"/>
                </a:solidFill>
                <a:effectLst/>
                <a:latin typeface="Menlo" panose="020B0609030804020204" pitchFamily="49" charset="0"/>
              </a:rPr>
              <a:t>&gt;</a:t>
            </a:r>
            <a:r>
              <a:rPr lang="en-GB" sz="1600" b="0" dirty="0">
                <a:solidFill>
                  <a:srgbClr val="D4D4D4"/>
                </a:solidFill>
                <a:effectLst/>
                <a:latin typeface="Menlo" panose="020B0609030804020204" pitchFamily="49" charset="0"/>
              </a:rPr>
              <a:t>Click me!</a:t>
            </a:r>
            <a:r>
              <a:rPr lang="en-GB" sz="1600" b="0" dirty="0">
                <a:solidFill>
                  <a:srgbClr val="808080"/>
                </a:solidFill>
                <a:effectLst/>
                <a:latin typeface="Menlo" panose="020B0609030804020204" pitchFamily="49" charset="0"/>
              </a:rPr>
              <a:t>&lt;/</a:t>
            </a:r>
            <a:r>
              <a:rPr lang="en-GB" sz="1600" b="0" dirty="0" err="1">
                <a:solidFill>
                  <a:srgbClr val="4EC9B0"/>
                </a:solidFill>
                <a:effectLst/>
                <a:latin typeface="Menlo" panose="020B0609030804020204" pitchFamily="49" charset="0"/>
              </a:rPr>
              <a:t>StyledButton</a:t>
            </a:r>
            <a:r>
              <a:rPr lang="en-GB" sz="1600" b="0" dirty="0">
                <a:solidFill>
                  <a:srgbClr val="808080"/>
                </a:solidFill>
                <a:effectLst/>
                <a:latin typeface="Menlo" panose="020B0609030804020204" pitchFamily="49" charset="0"/>
              </a:rPr>
              <a:t>&gt;</a:t>
            </a:r>
            <a:endParaRPr lang="en-GB" sz="1600" b="0" dirty="0">
              <a:solidFill>
                <a:srgbClr val="D4D4D4"/>
              </a:solidFill>
              <a:effectLst/>
              <a:latin typeface="Menlo" panose="020B0609030804020204" pitchFamily="49" charset="0"/>
            </a:endParaRPr>
          </a:p>
          <a:p>
            <a:r>
              <a:rPr lang="en-GB" sz="1600" b="0" dirty="0">
                <a:solidFill>
                  <a:srgbClr val="808080"/>
                </a:solidFill>
                <a:effectLst/>
                <a:latin typeface="Menlo" panose="020B0609030804020204" pitchFamily="49" charset="0"/>
              </a:rPr>
              <a:t>    &lt;/</a:t>
            </a:r>
            <a:r>
              <a:rPr lang="en-GB" sz="1600" b="0" dirty="0">
                <a:solidFill>
                  <a:srgbClr val="569CD6"/>
                </a:solidFill>
                <a:effectLst/>
                <a:latin typeface="Menlo" panose="020B0609030804020204" pitchFamily="49" charset="0"/>
              </a:rPr>
              <a:t>div</a:t>
            </a:r>
            <a:r>
              <a:rPr lang="en-GB" sz="1600" b="0" dirty="0">
                <a:solidFill>
                  <a:srgbClr val="808080"/>
                </a:solidFill>
                <a:effectLst/>
                <a:latin typeface="Menlo" panose="020B0609030804020204" pitchFamily="49" charset="0"/>
              </a:rPr>
              <a:t>&gt;</a:t>
            </a:r>
            <a:endParaRPr lang="en-GB" sz="1600" b="0" dirty="0">
              <a:solidFill>
                <a:srgbClr val="D4D4D4"/>
              </a:solidFill>
              <a:effectLst/>
              <a:latin typeface="Menlo" panose="020B0609030804020204" pitchFamily="49" charset="0"/>
            </a:endParaRPr>
          </a:p>
          <a:p>
            <a:r>
              <a:rPr lang="en-GB" sz="1600" b="0" dirty="0">
                <a:solidFill>
                  <a:srgbClr val="D4D4D4"/>
                </a:solidFill>
                <a:effectLst/>
                <a:latin typeface="Menlo" panose="020B0609030804020204" pitchFamily="49" charset="0"/>
              </a:rPr>
              <a:t>  );</a:t>
            </a:r>
          </a:p>
          <a:p>
            <a:r>
              <a:rPr lang="en-GB" sz="1600" b="0" dirty="0">
                <a:solidFill>
                  <a:srgbClr val="D4D4D4"/>
                </a:solidFill>
                <a:effectLst/>
                <a:latin typeface="Menlo" panose="020B0609030804020204" pitchFamily="49" charset="0"/>
              </a:rPr>
              <a:t>}</a:t>
            </a:r>
          </a:p>
          <a:p>
            <a:br>
              <a:rPr lang="en-GB" sz="1600" b="0" dirty="0">
                <a:solidFill>
                  <a:srgbClr val="D4D4D4"/>
                </a:solidFill>
                <a:effectLst/>
                <a:latin typeface="Menlo" panose="020B0609030804020204" pitchFamily="49" charset="0"/>
              </a:rPr>
            </a:br>
            <a:r>
              <a:rPr lang="en-GB" sz="1600" b="0" dirty="0">
                <a:solidFill>
                  <a:srgbClr val="C586C0"/>
                </a:solidFill>
                <a:effectLst/>
                <a:latin typeface="Menlo" panose="020B0609030804020204" pitchFamily="49" charset="0"/>
              </a:rPr>
              <a:t>export</a:t>
            </a:r>
            <a:r>
              <a:rPr lang="en-GB" sz="1600" b="0" dirty="0">
                <a:solidFill>
                  <a:srgbClr val="D4D4D4"/>
                </a:solidFill>
                <a:effectLst/>
                <a:latin typeface="Menlo" panose="020B0609030804020204" pitchFamily="49" charset="0"/>
              </a:rPr>
              <a:t> </a:t>
            </a:r>
            <a:r>
              <a:rPr lang="en-GB" sz="1600" b="0" dirty="0">
                <a:solidFill>
                  <a:srgbClr val="C586C0"/>
                </a:solidFill>
                <a:effectLst/>
                <a:latin typeface="Menlo" panose="020B0609030804020204" pitchFamily="49" charset="0"/>
              </a:rPr>
              <a:t>default</a:t>
            </a:r>
            <a:r>
              <a:rPr lang="en-GB" sz="1600" b="0" dirty="0">
                <a:solidFill>
                  <a:srgbClr val="D4D4D4"/>
                </a:solidFill>
                <a:effectLst/>
                <a:latin typeface="Menlo" panose="020B0609030804020204" pitchFamily="49" charset="0"/>
              </a:rPr>
              <a:t> </a:t>
            </a:r>
            <a:r>
              <a:rPr lang="en-GB" sz="1600" b="0" dirty="0">
                <a:solidFill>
                  <a:srgbClr val="DCDCAA"/>
                </a:solidFill>
                <a:effectLst/>
                <a:latin typeface="Menlo" panose="020B0609030804020204" pitchFamily="49" charset="0"/>
              </a:rPr>
              <a:t>App</a:t>
            </a:r>
            <a:r>
              <a:rPr lang="en-GB" sz="1600" b="0" dirty="0">
                <a:solidFill>
                  <a:srgbClr val="D4D4D4"/>
                </a:solidFill>
                <a:effectLst/>
                <a:latin typeface="Menlo" panose="020B0609030804020204" pitchFamily="49" charset="0"/>
              </a:rPr>
              <a:t>;</a:t>
            </a:r>
          </a:p>
        </p:txBody>
      </p:sp>
    </p:spTree>
    <p:extLst>
      <p:ext uri="{BB962C8B-B14F-4D97-AF65-F5344CB8AC3E}">
        <p14:creationId xmlns:p14="http://schemas.microsoft.com/office/powerpoint/2010/main" val="24966645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25400">
              <a:lnSpc>
                <a:spcPct val="100000"/>
              </a:lnSpc>
              <a:spcBef>
                <a:spcPts val="95"/>
              </a:spcBef>
            </a:pPr>
            <a:r>
              <a:rPr spc="-10" dirty="0"/>
              <a:t>Component</a:t>
            </a:r>
            <a:r>
              <a:rPr spc="-260" dirty="0">
                <a:latin typeface="Times New Roman"/>
                <a:cs typeface="Times New Roman"/>
              </a:rPr>
              <a:t> </a:t>
            </a:r>
            <a:r>
              <a:rPr spc="-10" dirty="0">
                <a:solidFill>
                  <a:srgbClr val="C00000"/>
                </a:solidFill>
                <a:latin typeface="Calibri"/>
                <a:cs typeface="Calibri"/>
              </a:rPr>
              <a:t>rendering</a:t>
            </a:r>
          </a:p>
        </p:txBody>
      </p:sp>
      <p:sp>
        <p:nvSpPr>
          <p:cNvPr id="3" name="object 3"/>
          <p:cNvSpPr txBox="1"/>
          <p:nvPr/>
        </p:nvSpPr>
        <p:spPr>
          <a:xfrm>
            <a:off x="916939" y="2359698"/>
            <a:ext cx="8927465" cy="3596004"/>
          </a:xfrm>
          <a:prstGeom prst="rect">
            <a:avLst/>
          </a:prstGeom>
        </p:spPr>
        <p:txBody>
          <a:bodyPr vert="horz" wrap="square" lIns="0" tIns="12700" rIns="0" bIns="0" rtlCol="0">
            <a:spAutoFit/>
          </a:bodyPr>
          <a:lstStyle/>
          <a:p>
            <a:pPr marL="469265" indent="-456565">
              <a:lnSpc>
                <a:spcPct val="100000"/>
              </a:lnSpc>
              <a:spcBef>
                <a:spcPts val="100"/>
              </a:spcBef>
              <a:buClr>
                <a:srgbClr val="C00000"/>
              </a:buClr>
              <a:buFont typeface="Arial"/>
              <a:buChar char="•"/>
              <a:tabLst>
                <a:tab pos="469265" algn="l"/>
              </a:tabLst>
            </a:pPr>
            <a:r>
              <a:rPr sz="2800" dirty="0">
                <a:latin typeface="Calibri"/>
                <a:cs typeface="Calibri"/>
              </a:rPr>
              <a:t>When</a:t>
            </a:r>
            <a:r>
              <a:rPr sz="2800" spc="-100" dirty="0">
                <a:latin typeface="Times New Roman"/>
                <a:cs typeface="Times New Roman"/>
              </a:rPr>
              <a:t> </a:t>
            </a:r>
            <a:r>
              <a:rPr sz="2800" dirty="0">
                <a:latin typeface="Calibri"/>
                <a:cs typeface="Calibri"/>
              </a:rPr>
              <a:t>a</a:t>
            </a:r>
            <a:r>
              <a:rPr sz="2800" spc="-105" dirty="0">
                <a:latin typeface="Times New Roman"/>
                <a:cs typeface="Times New Roman"/>
              </a:rPr>
              <a:t> </a:t>
            </a:r>
            <a:r>
              <a:rPr sz="2800" spc="-10" dirty="0">
                <a:latin typeface="Calibri"/>
                <a:cs typeface="Calibri"/>
              </a:rPr>
              <a:t>component</a:t>
            </a:r>
            <a:r>
              <a:rPr sz="2800" spc="-85" dirty="0">
                <a:latin typeface="Times New Roman"/>
                <a:cs typeface="Times New Roman"/>
              </a:rPr>
              <a:t> </a:t>
            </a:r>
            <a:r>
              <a:rPr sz="2800" dirty="0">
                <a:latin typeface="Calibri"/>
                <a:cs typeface="Calibri"/>
              </a:rPr>
              <a:t>function</a:t>
            </a:r>
            <a:r>
              <a:rPr sz="2800" spc="-85" dirty="0">
                <a:latin typeface="Times New Roman"/>
                <a:cs typeface="Times New Roman"/>
              </a:rPr>
              <a:t> </a:t>
            </a:r>
            <a:r>
              <a:rPr sz="2800" b="1" spc="-20" dirty="0">
                <a:solidFill>
                  <a:srgbClr val="2D75B6"/>
                </a:solidFill>
                <a:latin typeface="Calibri"/>
                <a:cs typeface="Calibri"/>
              </a:rPr>
              <a:t>executes</a:t>
            </a:r>
            <a:r>
              <a:rPr sz="2800" spc="-20" dirty="0">
                <a:latin typeface="Calibri"/>
                <a:cs typeface="Calibri"/>
              </a:rPr>
              <a:t>,</a:t>
            </a:r>
            <a:r>
              <a:rPr sz="2800" spc="-90" dirty="0">
                <a:latin typeface="Times New Roman"/>
                <a:cs typeface="Times New Roman"/>
              </a:rPr>
              <a:t> </a:t>
            </a:r>
            <a:r>
              <a:rPr sz="2800" dirty="0">
                <a:latin typeface="Calibri"/>
                <a:cs typeface="Calibri"/>
              </a:rPr>
              <a:t>we</a:t>
            </a:r>
            <a:r>
              <a:rPr sz="2800" spc="-114" dirty="0">
                <a:latin typeface="Times New Roman"/>
                <a:cs typeface="Times New Roman"/>
              </a:rPr>
              <a:t> </a:t>
            </a:r>
            <a:r>
              <a:rPr sz="2800" dirty="0">
                <a:latin typeface="Calibri"/>
                <a:cs typeface="Calibri"/>
              </a:rPr>
              <a:t>say</a:t>
            </a:r>
            <a:r>
              <a:rPr sz="2800" spc="-100" dirty="0">
                <a:latin typeface="Times New Roman"/>
                <a:cs typeface="Times New Roman"/>
              </a:rPr>
              <a:t> </a:t>
            </a:r>
            <a:r>
              <a:rPr sz="2800" dirty="0">
                <a:latin typeface="Calibri"/>
                <a:cs typeface="Calibri"/>
              </a:rPr>
              <a:t>it</a:t>
            </a:r>
            <a:r>
              <a:rPr sz="2800" spc="-110" dirty="0">
                <a:latin typeface="Times New Roman"/>
                <a:cs typeface="Times New Roman"/>
              </a:rPr>
              <a:t> </a:t>
            </a:r>
            <a:r>
              <a:rPr sz="2800" spc="-10" dirty="0">
                <a:latin typeface="Calibri"/>
                <a:cs typeface="Calibri"/>
              </a:rPr>
              <a:t>“</a:t>
            </a:r>
            <a:r>
              <a:rPr sz="2800" b="1" spc="-10" dirty="0">
                <a:solidFill>
                  <a:srgbClr val="C55A11"/>
                </a:solidFill>
                <a:latin typeface="Calibri"/>
                <a:cs typeface="Calibri"/>
              </a:rPr>
              <a:t>renders</a:t>
            </a:r>
            <a:r>
              <a:rPr sz="2800" spc="-10" dirty="0">
                <a:latin typeface="Calibri"/>
                <a:cs typeface="Calibri"/>
              </a:rPr>
              <a:t>”</a:t>
            </a:r>
            <a:endParaRPr sz="2800">
              <a:latin typeface="Calibri"/>
              <a:cs typeface="Calibri"/>
            </a:endParaRPr>
          </a:p>
          <a:p>
            <a:pPr marL="469265" indent="-456565">
              <a:lnSpc>
                <a:spcPct val="100000"/>
              </a:lnSpc>
              <a:spcBef>
                <a:spcPts val="2065"/>
              </a:spcBef>
              <a:buClr>
                <a:srgbClr val="C00000"/>
              </a:buClr>
              <a:buFont typeface="Arial"/>
              <a:buChar char="•"/>
              <a:tabLst>
                <a:tab pos="469265" algn="l"/>
              </a:tabLst>
            </a:pPr>
            <a:r>
              <a:rPr sz="2800" dirty="0">
                <a:latin typeface="Calibri"/>
                <a:cs typeface="Calibri"/>
              </a:rPr>
              <a:t>Assume</a:t>
            </a:r>
            <a:r>
              <a:rPr sz="2800" spc="-114" dirty="0">
                <a:latin typeface="Times New Roman"/>
                <a:cs typeface="Times New Roman"/>
              </a:rPr>
              <a:t> </a:t>
            </a:r>
            <a:r>
              <a:rPr sz="2800" spc="-10" dirty="0">
                <a:latin typeface="Calibri"/>
                <a:cs typeface="Calibri"/>
              </a:rPr>
              <a:t>components</a:t>
            </a:r>
            <a:r>
              <a:rPr sz="2800" spc="-100" dirty="0">
                <a:latin typeface="Times New Roman"/>
                <a:cs typeface="Times New Roman"/>
              </a:rPr>
              <a:t> </a:t>
            </a:r>
            <a:r>
              <a:rPr sz="2800" dirty="0">
                <a:latin typeface="Calibri"/>
                <a:cs typeface="Calibri"/>
              </a:rPr>
              <a:t>may</a:t>
            </a:r>
            <a:r>
              <a:rPr sz="2800" spc="-125" dirty="0">
                <a:latin typeface="Times New Roman"/>
                <a:cs typeface="Times New Roman"/>
              </a:rPr>
              <a:t> </a:t>
            </a:r>
            <a:r>
              <a:rPr sz="2800" spc="-25" dirty="0">
                <a:latin typeface="Calibri"/>
                <a:cs typeface="Calibri"/>
              </a:rPr>
              <a:t>re-</a:t>
            </a:r>
            <a:r>
              <a:rPr sz="2800" dirty="0">
                <a:latin typeface="Calibri"/>
                <a:cs typeface="Calibri"/>
              </a:rPr>
              <a:t>render</a:t>
            </a:r>
            <a:r>
              <a:rPr sz="2800" spc="-130" dirty="0">
                <a:latin typeface="Times New Roman"/>
                <a:cs typeface="Times New Roman"/>
              </a:rPr>
              <a:t> </a:t>
            </a:r>
            <a:r>
              <a:rPr sz="2800" dirty="0">
                <a:latin typeface="Calibri"/>
                <a:cs typeface="Calibri"/>
              </a:rPr>
              <a:t>at</a:t>
            </a:r>
            <a:r>
              <a:rPr sz="2800" spc="-130" dirty="0">
                <a:latin typeface="Times New Roman"/>
                <a:cs typeface="Times New Roman"/>
              </a:rPr>
              <a:t> </a:t>
            </a:r>
            <a:r>
              <a:rPr sz="2800" dirty="0">
                <a:latin typeface="Calibri"/>
                <a:cs typeface="Calibri"/>
              </a:rPr>
              <a:t>any</a:t>
            </a:r>
            <a:r>
              <a:rPr sz="2800" spc="-125" dirty="0">
                <a:latin typeface="Times New Roman"/>
                <a:cs typeface="Times New Roman"/>
              </a:rPr>
              <a:t> </a:t>
            </a:r>
            <a:r>
              <a:rPr sz="2800" spc="-20" dirty="0">
                <a:latin typeface="Calibri"/>
                <a:cs typeface="Calibri"/>
              </a:rPr>
              <a:t>time</a:t>
            </a:r>
            <a:endParaRPr sz="2800">
              <a:latin typeface="Calibri"/>
              <a:cs typeface="Calibri"/>
            </a:endParaRPr>
          </a:p>
          <a:p>
            <a:pPr>
              <a:lnSpc>
                <a:spcPct val="100000"/>
              </a:lnSpc>
            </a:pPr>
            <a:endParaRPr sz="2800">
              <a:latin typeface="Calibri"/>
              <a:cs typeface="Calibri"/>
            </a:endParaRPr>
          </a:p>
          <a:p>
            <a:pPr>
              <a:lnSpc>
                <a:spcPct val="100000"/>
              </a:lnSpc>
              <a:spcBef>
                <a:spcPts val="1065"/>
              </a:spcBef>
            </a:pPr>
            <a:endParaRPr sz="2800">
              <a:latin typeface="Calibri"/>
              <a:cs typeface="Calibri"/>
            </a:endParaRPr>
          </a:p>
          <a:p>
            <a:pPr marL="1430020" algn="ctr">
              <a:lnSpc>
                <a:spcPct val="100000"/>
              </a:lnSpc>
            </a:pPr>
            <a:r>
              <a:rPr sz="2800" dirty="0">
                <a:latin typeface="Calibri"/>
                <a:cs typeface="Calibri"/>
              </a:rPr>
              <a:t>Our</a:t>
            </a:r>
            <a:r>
              <a:rPr sz="2800" spc="-105" dirty="0">
                <a:latin typeface="Times New Roman"/>
                <a:cs typeface="Times New Roman"/>
              </a:rPr>
              <a:t> </a:t>
            </a:r>
            <a:r>
              <a:rPr sz="2800" dirty="0">
                <a:latin typeface="Calibri"/>
                <a:cs typeface="Calibri"/>
              </a:rPr>
              <a:t>job</a:t>
            </a:r>
            <a:r>
              <a:rPr sz="2800" spc="-95" dirty="0">
                <a:latin typeface="Times New Roman"/>
                <a:cs typeface="Times New Roman"/>
              </a:rPr>
              <a:t> </a:t>
            </a:r>
            <a:r>
              <a:rPr sz="2800" dirty="0">
                <a:latin typeface="Calibri"/>
                <a:cs typeface="Calibri"/>
              </a:rPr>
              <a:t>is</a:t>
            </a:r>
            <a:r>
              <a:rPr sz="2800" spc="-100" dirty="0">
                <a:latin typeface="Times New Roman"/>
                <a:cs typeface="Times New Roman"/>
              </a:rPr>
              <a:t> </a:t>
            </a:r>
            <a:r>
              <a:rPr sz="2800" dirty="0">
                <a:latin typeface="Calibri"/>
                <a:cs typeface="Calibri"/>
              </a:rPr>
              <a:t>to</a:t>
            </a:r>
            <a:r>
              <a:rPr sz="2800" spc="-95" dirty="0">
                <a:latin typeface="Times New Roman"/>
                <a:cs typeface="Times New Roman"/>
              </a:rPr>
              <a:t> </a:t>
            </a:r>
            <a:r>
              <a:rPr sz="2800" dirty="0">
                <a:latin typeface="Calibri"/>
                <a:cs typeface="Calibri"/>
              </a:rPr>
              <a:t>ensure</a:t>
            </a:r>
            <a:r>
              <a:rPr sz="2800" spc="-105" dirty="0">
                <a:latin typeface="Times New Roman"/>
                <a:cs typeface="Times New Roman"/>
              </a:rPr>
              <a:t> </a:t>
            </a:r>
            <a:r>
              <a:rPr sz="2800" spc="-20" dirty="0">
                <a:latin typeface="Calibri"/>
                <a:cs typeface="Calibri"/>
              </a:rPr>
              <a:t>that</a:t>
            </a:r>
            <a:endParaRPr sz="2800">
              <a:latin typeface="Calibri"/>
              <a:cs typeface="Calibri"/>
            </a:endParaRPr>
          </a:p>
          <a:p>
            <a:pPr marL="2418715" marR="980440" algn="ctr">
              <a:lnSpc>
                <a:spcPct val="120000"/>
              </a:lnSpc>
            </a:pPr>
            <a:r>
              <a:rPr sz="2800" dirty="0">
                <a:latin typeface="Calibri"/>
                <a:cs typeface="Calibri"/>
              </a:rPr>
              <a:t>every</a:t>
            </a:r>
            <a:r>
              <a:rPr sz="2800" spc="-110" dirty="0">
                <a:latin typeface="Times New Roman"/>
                <a:cs typeface="Times New Roman"/>
              </a:rPr>
              <a:t> </a:t>
            </a:r>
            <a:r>
              <a:rPr sz="2800" dirty="0">
                <a:latin typeface="Calibri"/>
                <a:cs typeface="Calibri"/>
              </a:rPr>
              <a:t>time</a:t>
            </a:r>
            <a:r>
              <a:rPr sz="2800" spc="-105" dirty="0">
                <a:latin typeface="Times New Roman"/>
                <a:cs typeface="Times New Roman"/>
              </a:rPr>
              <a:t> </a:t>
            </a:r>
            <a:r>
              <a:rPr sz="2800" dirty="0">
                <a:latin typeface="Calibri"/>
                <a:cs typeface="Calibri"/>
              </a:rPr>
              <a:t>the</a:t>
            </a:r>
            <a:r>
              <a:rPr sz="2800" spc="-85" dirty="0">
                <a:latin typeface="Times New Roman"/>
                <a:cs typeface="Times New Roman"/>
              </a:rPr>
              <a:t> </a:t>
            </a:r>
            <a:r>
              <a:rPr sz="2800" spc="-10" dirty="0">
                <a:latin typeface="Calibri"/>
                <a:cs typeface="Calibri"/>
              </a:rPr>
              <a:t>component</a:t>
            </a:r>
            <a:r>
              <a:rPr sz="2800" spc="-75" dirty="0">
                <a:latin typeface="Times New Roman"/>
                <a:cs typeface="Times New Roman"/>
              </a:rPr>
              <a:t> </a:t>
            </a:r>
            <a:r>
              <a:rPr sz="2800" spc="-25" dirty="0">
                <a:latin typeface="Calibri"/>
                <a:cs typeface="Calibri"/>
              </a:rPr>
              <a:t>re-</a:t>
            </a:r>
            <a:r>
              <a:rPr sz="2800" spc="-10" dirty="0">
                <a:latin typeface="Calibri"/>
                <a:cs typeface="Calibri"/>
              </a:rPr>
              <a:t>renders,</a:t>
            </a:r>
            <a:r>
              <a:rPr sz="2800" spc="-10" dirty="0">
                <a:latin typeface="Times New Roman"/>
                <a:cs typeface="Times New Roman"/>
              </a:rPr>
              <a:t> </a:t>
            </a:r>
            <a:r>
              <a:rPr sz="2800" dirty="0">
                <a:latin typeface="Calibri"/>
                <a:cs typeface="Calibri"/>
              </a:rPr>
              <a:t>the</a:t>
            </a:r>
            <a:r>
              <a:rPr sz="2800" spc="-120" dirty="0">
                <a:latin typeface="Times New Roman"/>
                <a:cs typeface="Times New Roman"/>
              </a:rPr>
              <a:t> </a:t>
            </a:r>
            <a:r>
              <a:rPr sz="2800" dirty="0">
                <a:latin typeface="Calibri"/>
                <a:cs typeface="Calibri"/>
              </a:rPr>
              <a:t>correct</a:t>
            </a:r>
            <a:r>
              <a:rPr sz="2800" spc="-120" dirty="0">
                <a:latin typeface="Times New Roman"/>
                <a:cs typeface="Times New Roman"/>
              </a:rPr>
              <a:t> </a:t>
            </a:r>
            <a:r>
              <a:rPr sz="2800" dirty="0">
                <a:latin typeface="Calibri"/>
                <a:cs typeface="Calibri"/>
              </a:rPr>
              <a:t>output</a:t>
            </a:r>
            <a:r>
              <a:rPr sz="2800" spc="-110" dirty="0">
                <a:latin typeface="Times New Roman"/>
                <a:cs typeface="Times New Roman"/>
              </a:rPr>
              <a:t> </a:t>
            </a:r>
            <a:r>
              <a:rPr sz="2800" dirty="0">
                <a:latin typeface="Calibri"/>
                <a:cs typeface="Calibri"/>
              </a:rPr>
              <a:t>is</a:t>
            </a:r>
            <a:r>
              <a:rPr sz="2800" spc="-120" dirty="0">
                <a:latin typeface="Times New Roman"/>
                <a:cs typeface="Times New Roman"/>
              </a:rPr>
              <a:t> </a:t>
            </a:r>
            <a:r>
              <a:rPr sz="2800" spc="-10" dirty="0">
                <a:latin typeface="Calibri"/>
                <a:cs typeface="Calibri"/>
              </a:rPr>
              <a:t>produced</a:t>
            </a:r>
            <a:endParaRPr sz="2800">
              <a:latin typeface="Calibri"/>
              <a:cs typeface="Calibri"/>
            </a:endParaRPr>
          </a:p>
        </p:txBody>
      </p:sp>
      <p:pic>
        <p:nvPicPr>
          <p:cNvPr id="4" name="Logo black">
            <a:extLst>
              <a:ext uri="{FF2B5EF4-FFF2-40B4-BE49-F238E27FC236}">
                <a16:creationId xmlns:a16="http://schemas.microsoft.com/office/drawing/2014/main" id="{DE4BAB9E-A07D-A1C1-66E0-D5974FAB43D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3346" y="6294893"/>
            <a:ext cx="784800" cy="21184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09114" y="3011677"/>
            <a:ext cx="8573770" cy="695960"/>
          </a:xfrm>
          <a:prstGeom prst="rect">
            <a:avLst/>
          </a:prstGeom>
        </p:spPr>
        <p:txBody>
          <a:bodyPr vert="horz" wrap="square" lIns="0" tIns="12065" rIns="0" bIns="0" rtlCol="0">
            <a:spAutoFit/>
          </a:bodyPr>
          <a:lstStyle/>
          <a:p>
            <a:pPr marL="12700">
              <a:lnSpc>
                <a:spcPct val="100000"/>
              </a:lnSpc>
              <a:spcBef>
                <a:spcPts val="95"/>
              </a:spcBef>
            </a:pPr>
            <a:r>
              <a:rPr dirty="0"/>
              <a:t>“In</a:t>
            </a:r>
            <a:r>
              <a:rPr spc="-180" dirty="0">
                <a:latin typeface="Times New Roman"/>
                <a:cs typeface="Times New Roman"/>
              </a:rPr>
              <a:t> </a:t>
            </a:r>
            <a:r>
              <a:rPr spc="-10" dirty="0"/>
              <a:t>React,</a:t>
            </a:r>
            <a:r>
              <a:rPr spc="-175" dirty="0">
                <a:latin typeface="Times New Roman"/>
                <a:cs typeface="Times New Roman"/>
              </a:rPr>
              <a:t> </a:t>
            </a:r>
            <a:r>
              <a:rPr dirty="0">
                <a:solidFill>
                  <a:srgbClr val="C00000"/>
                </a:solidFill>
                <a:latin typeface="Calibri"/>
                <a:cs typeface="Calibri"/>
              </a:rPr>
              <a:t>everything</a:t>
            </a:r>
            <a:r>
              <a:rPr spc="-180" dirty="0">
                <a:solidFill>
                  <a:srgbClr val="C00000"/>
                </a:solidFill>
                <a:latin typeface="Times New Roman"/>
                <a:cs typeface="Times New Roman"/>
              </a:rPr>
              <a:t> </a:t>
            </a:r>
            <a:r>
              <a:rPr dirty="0">
                <a:solidFill>
                  <a:srgbClr val="C00000"/>
                </a:solidFill>
                <a:latin typeface="Calibri"/>
                <a:cs typeface="Calibri"/>
              </a:rPr>
              <a:t>is</a:t>
            </a:r>
            <a:r>
              <a:rPr spc="-175" dirty="0">
                <a:solidFill>
                  <a:srgbClr val="C00000"/>
                </a:solidFill>
                <a:latin typeface="Times New Roman"/>
                <a:cs typeface="Times New Roman"/>
              </a:rPr>
              <a:t> </a:t>
            </a:r>
            <a:r>
              <a:rPr dirty="0">
                <a:solidFill>
                  <a:srgbClr val="C00000"/>
                </a:solidFill>
                <a:latin typeface="Calibri"/>
                <a:cs typeface="Calibri"/>
              </a:rPr>
              <a:t>a</a:t>
            </a:r>
            <a:r>
              <a:rPr spc="-175" dirty="0">
                <a:solidFill>
                  <a:srgbClr val="C00000"/>
                </a:solidFill>
                <a:latin typeface="Times New Roman"/>
                <a:cs typeface="Times New Roman"/>
              </a:rPr>
              <a:t> </a:t>
            </a:r>
            <a:r>
              <a:rPr spc="-10" dirty="0">
                <a:solidFill>
                  <a:srgbClr val="C00000"/>
                </a:solidFill>
                <a:latin typeface="Calibri"/>
                <a:cs typeface="Calibri"/>
              </a:rPr>
              <a:t>component</a:t>
            </a:r>
            <a:r>
              <a:rPr spc="-10" dirty="0"/>
              <a:t>”</a:t>
            </a:r>
          </a:p>
        </p:txBody>
      </p:sp>
      <p:pic>
        <p:nvPicPr>
          <p:cNvPr id="3" name="Logo black">
            <a:extLst>
              <a:ext uri="{FF2B5EF4-FFF2-40B4-BE49-F238E27FC236}">
                <a16:creationId xmlns:a16="http://schemas.microsoft.com/office/drawing/2014/main" id="{48A0B30C-FF29-FEC0-5FF4-1917B3732D7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3346" y="6294893"/>
            <a:ext cx="784800" cy="21184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25400">
              <a:lnSpc>
                <a:spcPct val="100000"/>
              </a:lnSpc>
              <a:spcBef>
                <a:spcPts val="95"/>
              </a:spcBef>
            </a:pPr>
            <a:r>
              <a:rPr spc="-105" dirty="0"/>
              <a:t>Todo</a:t>
            </a:r>
            <a:r>
              <a:rPr spc="-145" dirty="0">
                <a:latin typeface="Times New Roman"/>
                <a:cs typeface="Times New Roman"/>
              </a:rPr>
              <a:t> </a:t>
            </a:r>
            <a:r>
              <a:rPr spc="-10" dirty="0"/>
              <a:t>application</a:t>
            </a:r>
          </a:p>
        </p:txBody>
      </p:sp>
      <p:grpSp>
        <p:nvGrpSpPr>
          <p:cNvPr id="3" name="object 3"/>
          <p:cNvGrpSpPr/>
          <p:nvPr/>
        </p:nvGrpSpPr>
        <p:grpSpPr>
          <a:xfrm>
            <a:off x="6592061" y="593549"/>
            <a:ext cx="4162425" cy="5740400"/>
            <a:chOff x="6592061" y="593549"/>
            <a:chExt cx="4162425" cy="5740400"/>
          </a:xfrm>
        </p:grpSpPr>
        <p:pic>
          <p:nvPicPr>
            <p:cNvPr id="4" name="object 4"/>
            <p:cNvPicPr/>
            <p:nvPr/>
          </p:nvPicPr>
          <p:blipFill>
            <a:blip r:embed="rId2" cstate="print"/>
            <a:stretch>
              <a:fillRect/>
            </a:stretch>
          </p:blipFill>
          <p:spPr>
            <a:xfrm>
              <a:off x="8090412" y="593549"/>
              <a:ext cx="2663612" cy="5740200"/>
            </a:xfrm>
            <a:prstGeom prst="rect">
              <a:avLst/>
            </a:prstGeom>
          </p:spPr>
        </p:pic>
        <p:sp>
          <p:nvSpPr>
            <p:cNvPr id="5" name="object 5"/>
            <p:cNvSpPr/>
            <p:nvPr/>
          </p:nvSpPr>
          <p:spPr>
            <a:xfrm>
              <a:off x="6604634" y="850290"/>
              <a:ext cx="1404620" cy="732155"/>
            </a:xfrm>
            <a:custGeom>
              <a:avLst/>
              <a:gdLst/>
              <a:ahLst/>
              <a:cxnLst/>
              <a:rect l="l" t="t" r="r" b="b"/>
              <a:pathLst>
                <a:path w="1404620" h="732155">
                  <a:moveTo>
                    <a:pt x="0" y="732155"/>
                  </a:moveTo>
                  <a:lnTo>
                    <a:pt x="1404175" y="0"/>
                  </a:lnTo>
                </a:path>
              </a:pathLst>
            </a:custGeom>
            <a:ln w="25146">
              <a:solidFill>
                <a:srgbClr val="256C00"/>
              </a:solidFill>
            </a:ln>
          </p:spPr>
          <p:txBody>
            <a:bodyPr wrap="square" lIns="0" tIns="0" rIns="0" bIns="0" rtlCol="0"/>
            <a:lstStyle/>
            <a:p>
              <a:endParaRPr/>
            </a:p>
          </p:txBody>
        </p:sp>
        <p:sp>
          <p:nvSpPr>
            <p:cNvPr id="6" name="object 6"/>
            <p:cNvSpPr/>
            <p:nvPr/>
          </p:nvSpPr>
          <p:spPr>
            <a:xfrm>
              <a:off x="7968183" y="797432"/>
              <a:ext cx="142240" cy="115570"/>
            </a:xfrm>
            <a:custGeom>
              <a:avLst/>
              <a:gdLst/>
              <a:ahLst/>
              <a:cxnLst/>
              <a:rect l="l" t="t" r="r" b="b"/>
              <a:pathLst>
                <a:path w="142240" h="115569">
                  <a:moveTo>
                    <a:pt x="141986" y="0"/>
                  </a:moveTo>
                  <a:lnTo>
                    <a:pt x="0" y="2413"/>
                  </a:lnTo>
                  <a:lnTo>
                    <a:pt x="58737" y="115023"/>
                  </a:lnTo>
                  <a:lnTo>
                    <a:pt x="141986" y="0"/>
                  </a:lnTo>
                  <a:close/>
                </a:path>
              </a:pathLst>
            </a:custGeom>
            <a:solidFill>
              <a:srgbClr val="256C00"/>
            </a:solidFill>
          </p:spPr>
          <p:txBody>
            <a:bodyPr wrap="square" lIns="0" tIns="0" rIns="0" bIns="0" rtlCol="0"/>
            <a:lstStyle/>
            <a:p>
              <a:endParaRPr/>
            </a:p>
          </p:txBody>
        </p:sp>
        <p:sp>
          <p:nvSpPr>
            <p:cNvPr id="7" name="object 7"/>
            <p:cNvSpPr/>
            <p:nvPr/>
          </p:nvSpPr>
          <p:spPr>
            <a:xfrm>
              <a:off x="6604634" y="1637512"/>
              <a:ext cx="1405255" cy="761365"/>
            </a:xfrm>
            <a:custGeom>
              <a:avLst/>
              <a:gdLst/>
              <a:ahLst/>
              <a:cxnLst/>
              <a:rect l="l" t="t" r="r" b="b"/>
              <a:pathLst>
                <a:path w="1405254" h="761364">
                  <a:moveTo>
                    <a:pt x="0" y="761276"/>
                  </a:moveTo>
                  <a:lnTo>
                    <a:pt x="1405026" y="0"/>
                  </a:lnTo>
                </a:path>
              </a:pathLst>
            </a:custGeom>
            <a:ln w="25146">
              <a:solidFill>
                <a:srgbClr val="270068"/>
              </a:solidFill>
            </a:ln>
          </p:spPr>
          <p:txBody>
            <a:bodyPr wrap="square" lIns="0" tIns="0" rIns="0" bIns="0" rtlCol="0"/>
            <a:lstStyle/>
            <a:p>
              <a:endParaRPr/>
            </a:p>
          </p:txBody>
        </p:sp>
        <p:sp>
          <p:nvSpPr>
            <p:cNvPr id="8" name="object 8"/>
            <p:cNvSpPr/>
            <p:nvPr/>
          </p:nvSpPr>
          <p:spPr>
            <a:xfrm>
              <a:off x="7968246" y="1583054"/>
              <a:ext cx="142240" cy="116839"/>
            </a:xfrm>
            <a:custGeom>
              <a:avLst/>
              <a:gdLst/>
              <a:ahLst/>
              <a:cxnLst/>
              <a:rect l="l" t="t" r="r" b="b"/>
              <a:pathLst>
                <a:path w="142240" h="116839">
                  <a:moveTo>
                    <a:pt x="141922" y="0"/>
                  </a:moveTo>
                  <a:lnTo>
                    <a:pt x="0" y="4673"/>
                  </a:lnTo>
                  <a:lnTo>
                    <a:pt x="60515" y="116344"/>
                  </a:lnTo>
                  <a:lnTo>
                    <a:pt x="141922" y="0"/>
                  </a:lnTo>
                  <a:close/>
                </a:path>
              </a:pathLst>
            </a:custGeom>
            <a:solidFill>
              <a:srgbClr val="270068"/>
            </a:solidFill>
          </p:spPr>
          <p:txBody>
            <a:bodyPr wrap="square" lIns="0" tIns="0" rIns="0" bIns="0" rtlCol="0"/>
            <a:lstStyle/>
            <a:p>
              <a:endParaRPr/>
            </a:p>
          </p:txBody>
        </p:sp>
        <p:sp>
          <p:nvSpPr>
            <p:cNvPr id="9" name="object 9"/>
            <p:cNvSpPr/>
            <p:nvPr/>
          </p:nvSpPr>
          <p:spPr>
            <a:xfrm>
              <a:off x="6604634" y="3020098"/>
              <a:ext cx="1413510" cy="1040130"/>
            </a:xfrm>
            <a:custGeom>
              <a:avLst/>
              <a:gdLst/>
              <a:ahLst/>
              <a:cxnLst/>
              <a:rect l="l" t="t" r="r" b="b"/>
              <a:pathLst>
                <a:path w="1413509" h="1040129">
                  <a:moveTo>
                    <a:pt x="0" y="1039774"/>
                  </a:moveTo>
                  <a:lnTo>
                    <a:pt x="1413459" y="0"/>
                  </a:lnTo>
                </a:path>
              </a:pathLst>
            </a:custGeom>
            <a:ln w="25146">
              <a:solidFill>
                <a:srgbClr val="BC0B14"/>
              </a:solidFill>
            </a:ln>
          </p:spPr>
          <p:txBody>
            <a:bodyPr wrap="square" lIns="0" tIns="0" rIns="0" bIns="0" rtlCol="0"/>
            <a:lstStyle/>
            <a:p>
              <a:endParaRPr/>
            </a:p>
          </p:txBody>
        </p:sp>
        <p:sp>
          <p:nvSpPr>
            <p:cNvPr id="10" name="object 10"/>
            <p:cNvSpPr/>
            <p:nvPr/>
          </p:nvSpPr>
          <p:spPr>
            <a:xfrm>
              <a:off x="7970227" y="2952369"/>
              <a:ext cx="140335" cy="127000"/>
            </a:xfrm>
            <a:custGeom>
              <a:avLst/>
              <a:gdLst/>
              <a:ahLst/>
              <a:cxnLst/>
              <a:rect l="l" t="t" r="r" b="b"/>
              <a:pathLst>
                <a:path w="140334" h="127000">
                  <a:moveTo>
                    <a:pt x="139928" y="0"/>
                  </a:moveTo>
                  <a:lnTo>
                    <a:pt x="0" y="24104"/>
                  </a:lnTo>
                  <a:lnTo>
                    <a:pt x="75272" y="126403"/>
                  </a:lnTo>
                  <a:lnTo>
                    <a:pt x="139928" y="0"/>
                  </a:lnTo>
                  <a:close/>
                </a:path>
              </a:pathLst>
            </a:custGeom>
            <a:solidFill>
              <a:srgbClr val="BC0B14"/>
            </a:solidFill>
          </p:spPr>
          <p:txBody>
            <a:bodyPr wrap="square" lIns="0" tIns="0" rIns="0" bIns="0" rtlCol="0"/>
            <a:lstStyle/>
            <a:p>
              <a:endParaRPr/>
            </a:p>
          </p:txBody>
        </p:sp>
        <p:sp>
          <p:nvSpPr>
            <p:cNvPr id="11" name="object 11"/>
            <p:cNvSpPr/>
            <p:nvPr/>
          </p:nvSpPr>
          <p:spPr>
            <a:xfrm>
              <a:off x="6604634" y="4543297"/>
              <a:ext cx="1502410" cy="640715"/>
            </a:xfrm>
            <a:custGeom>
              <a:avLst/>
              <a:gdLst/>
              <a:ahLst/>
              <a:cxnLst/>
              <a:rect l="l" t="t" r="r" b="b"/>
              <a:pathLst>
                <a:path w="1502409" h="640714">
                  <a:moveTo>
                    <a:pt x="0" y="640435"/>
                  </a:moveTo>
                  <a:lnTo>
                    <a:pt x="1501990" y="0"/>
                  </a:lnTo>
                </a:path>
              </a:pathLst>
            </a:custGeom>
            <a:ln w="25146">
              <a:solidFill>
                <a:srgbClr val="656565"/>
              </a:solidFill>
            </a:ln>
          </p:spPr>
          <p:txBody>
            <a:bodyPr wrap="square" lIns="0" tIns="0" rIns="0" bIns="0" rtlCol="0"/>
            <a:lstStyle/>
            <a:p>
              <a:endParaRPr/>
            </a:p>
          </p:txBody>
        </p:sp>
        <p:sp>
          <p:nvSpPr>
            <p:cNvPr id="12" name="object 12"/>
            <p:cNvSpPr/>
            <p:nvPr/>
          </p:nvSpPr>
          <p:spPr>
            <a:xfrm>
              <a:off x="8070024" y="4489868"/>
              <a:ext cx="142240" cy="116839"/>
            </a:xfrm>
            <a:custGeom>
              <a:avLst/>
              <a:gdLst/>
              <a:ahLst/>
              <a:cxnLst/>
              <a:rect l="l" t="t" r="r" b="b"/>
              <a:pathLst>
                <a:path w="142240" h="116839">
                  <a:moveTo>
                    <a:pt x="0" y="0"/>
                  </a:moveTo>
                  <a:lnTo>
                    <a:pt x="49822" y="116827"/>
                  </a:lnTo>
                  <a:lnTo>
                    <a:pt x="141732" y="8597"/>
                  </a:lnTo>
                  <a:lnTo>
                    <a:pt x="0" y="0"/>
                  </a:lnTo>
                  <a:close/>
                </a:path>
              </a:pathLst>
            </a:custGeom>
            <a:solidFill>
              <a:srgbClr val="656565"/>
            </a:solidFill>
          </p:spPr>
          <p:txBody>
            <a:bodyPr wrap="square" lIns="0" tIns="0" rIns="0" bIns="0" rtlCol="0"/>
            <a:lstStyle/>
            <a:p>
              <a:endParaRPr/>
            </a:p>
          </p:txBody>
        </p:sp>
        <p:sp>
          <p:nvSpPr>
            <p:cNvPr id="13" name="object 13"/>
            <p:cNvSpPr/>
            <p:nvPr/>
          </p:nvSpPr>
          <p:spPr>
            <a:xfrm>
              <a:off x="6604634" y="4997970"/>
              <a:ext cx="1494155" cy="186055"/>
            </a:xfrm>
            <a:custGeom>
              <a:avLst/>
              <a:gdLst/>
              <a:ahLst/>
              <a:cxnLst/>
              <a:rect l="l" t="t" r="r" b="b"/>
              <a:pathLst>
                <a:path w="1494154" h="186054">
                  <a:moveTo>
                    <a:pt x="0" y="185940"/>
                  </a:moveTo>
                  <a:lnTo>
                    <a:pt x="1493697" y="0"/>
                  </a:lnTo>
                </a:path>
              </a:pathLst>
            </a:custGeom>
            <a:ln w="25146">
              <a:solidFill>
                <a:srgbClr val="656565"/>
              </a:solidFill>
            </a:ln>
          </p:spPr>
          <p:txBody>
            <a:bodyPr wrap="square" lIns="0" tIns="0" rIns="0" bIns="0" rtlCol="0"/>
            <a:lstStyle/>
            <a:p>
              <a:endParaRPr/>
            </a:p>
          </p:txBody>
        </p:sp>
        <p:sp>
          <p:nvSpPr>
            <p:cNvPr id="14" name="object 14"/>
            <p:cNvSpPr/>
            <p:nvPr/>
          </p:nvSpPr>
          <p:spPr>
            <a:xfrm>
              <a:off x="8077885" y="4936540"/>
              <a:ext cx="133985" cy="126364"/>
            </a:xfrm>
            <a:custGeom>
              <a:avLst/>
              <a:gdLst/>
              <a:ahLst/>
              <a:cxnLst/>
              <a:rect l="l" t="t" r="r" b="b"/>
              <a:pathLst>
                <a:path w="133984" h="126364">
                  <a:moveTo>
                    <a:pt x="0" y="0"/>
                  </a:moveTo>
                  <a:lnTo>
                    <a:pt x="15697" y="126022"/>
                  </a:lnTo>
                  <a:lnTo>
                    <a:pt x="133870" y="47320"/>
                  </a:lnTo>
                  <a:lnTo>
                    <a:pt x="0" y="0"/>
                  </a:lnTo>
                  <a:close/>
                </a:path>
              </a:pathLst>
            </a:custGeom>
            <a:solidFill>
              <a:srgbClr val="656565"/>
            </a:solidFill>
          </p:spPr>
          <p:txBody>
            <a:bodyPr wrap="square" lIns="0" tIns="0" rIns="0" bIns="0" rtlCol="0"/>
            <a:lstStyle/>
            <a:p>
              <a:endParaRPr/>
            </a:p>
          </p:txBody>
        </p:sp>
        <p:sp>
          <p:nvSpPr>
            <p:cNvPr id="15" name="object 15"/>
            <p:cNvSpPr/>
            <p:nvPr/>
          </p:nvSpPr>
          <p:spPr>
            <a:xfrm>
              <a:off x="6604634" y="5183504"/>
              <a:ext cx="1494155" cy="186055"/>
            </a:xfrm>
            <a:custGeom>
              <a:avLst/>
              <a:gdLst/>
              <a:ahLst/>
              <a:cxnLst/>
              <a:rect l="l" t="t" r="r" b="b"/>
              <a:pathLst>
                <a:path w="1494154" h="186054">
                  <a:moveTo>
                    <a:pt x="0" y="0"/>
                  </a:moveTo>
                  <a:lnTo>
                    <a:pt x="1493697" y="185940"/>
                  </a:lnTo>
                </a:path>
              </a:pathLst>
            </a:custGeom>
            <a:ln w="25146">
              <a:solidFill>
                <a:srgbClr val="656565"/>
              </a:solidFill>
            </a:ln>
          </p:spPr>
          <p:txBody>
            <a:bodyPr wrap="square" lIns="0" tIns="0" rIns="0" bIns="0" rtlCol="0"/>
            <a:lstStyle/>
            <a:p>
              <a:endParaRPr/>
            </a:p>
          </p:txBody>
        </p:sp>
        <p:sp>
          <p:nvSpPr>
            <p:cNvPr id="16" name="object 16"/>
            <p:cNvSpPr/>
            <p:nvPr/>
          </p:nvSpPr>
          <p:spPr>
            <a:xfrm>
              <a:off x="8077885" y="5304853"/>
              <a:ext cx="133985" cy="126364"/>
            </a:xfrm>
            <a:custGeom>
              <a:avLst/>
              <a:gdLst/>
              <a:ahLst/>
              <a:cxnLst/>
              <a:rect l="l" t="t" r="r" b="b"/>
              <a:pathLst>
                <a:path w="133984" h="126364">
                  <a:moveTo>
                    <a:pt x="15697" y="0"/>
                  </a:moveTo>
                  <a:lnTo>
                    <a:pt x="0" y="126022"/>
                  </a:lnTo>
                  <a:lnTo>
                    <a:pt x="133870" y="78701"/>
                  </a:lnTo>
                  <a:lnTo>
                    <a:pt x="15697" y="0"/>
                  </a:lnTo>
                  <a:close/>
                </a:path>
              </a:pathLst>
            </a:custGeom>
            <a:solidFill>
              <a:srgbClr val="656565"/>
            </a:solidFill>
          </p:spPr>
          <p:txBody>
            <a:bodyPr wrap="square" lIns="0" tIns="0" rIns="0" bIns="0" rtlCol="0"/>
            <a:lstStyle/>
            <a:p>
              <a:endParaRPr/>
            </a:p>
          </p:txBody>
        </p:sp>
      </p:grpSp>
      <p:sp>
        <p:nvSpPr>
          <p:cNvPr id="17" name="object 17"/>
          <p:cNvSpPr txBox="1"/>
          <p:nvPr/>
        </p:nvSpPr>
        <p:spPr>
          <a:xfrm>
            <a:off x="5800572" y="1400835"/>
            <a:ext cx="723900" cy="330200"/>
          </a:xfrm>
          <a:prstGeom prst="rect">
            <a:avLst/>
          </a:prstGeom>
        </p:spPr>
        <p:txBody>
          <a:bodyPr vert="horz" wrap="square" lIns="0" tIns="12065" rIns="0" bIns="0" rtlCol="0">
            <a:spAutoFit/>
          </a:bodyPr>
          <a:lstStyle/>
          <a:p>
            <a:pPr marL="12700">
              <a:lnSpc>
                <a:spcPct val="100000"/>
              </a:lnSpc>
              <a:spcBef>
                <a:spcPts val="95"/>
              </a:spcBef>
            </a:pPr>
            <a:r>
              <a:rPr sz="2000" b="1" spc="-10" dirty="0">
                <a:solidFill>
                  <a:srgbClr val="256C00"/>
                </a:solidFill>
                <a:latin typeface="Consolas"/>
                <a:cs typeface="Consolas"/>
              </a:rPr>
              <a:t>Title</a:t>
            </a:r>
            <a:endParaRPr sz="2000">
              <a:latin typeface="Consolas"/>
              <a:cs typeface="Consolas"/>
            </a:endParaRPr>
          </a:p>
        </p:txBody>
      </p:sp>
      <p:sp>
        <p:nvSpPr>
          <p:cNvPr id="18" name="object 18"/>
          <p:cNvSpPr txBox="1"/>
          <p:nvPr/>
        </p:nvSpPr>
        <p:spPr>
          <a:xfrm>
            <a:off x="5381472" y="2216569"/>
            <a:ext cx="1143000" cy="330200"/>
          </a:xfrm>
          <a:prstGeom prst="rect">
            <a:avLst/>
          </a:prstGeom>
        </p:spPr>
        <p:txBody>
          <a:bodyPr vert="horz" wrap="square" lIns="0" tIns="12065" rIns="0" bIns="0" rtlCol="0">
            <a:spAutoFit/>
          </a:bodyPr>
          <a:lstStyle/>
          <a:p>
            <a:pPr marL="12700">
              <a:lnSpc>
                <a:spcPct val="100000"/>
              </a:lnSpc>
              <a:spcBef>
                <a:spcPts val="95"/>
              </a:spcBef>
            </a:pPr>
            <a:r>
              <a:rPr sz="2000" b="1" spc="-10" dirty="0">
                <a:solidFill>
                  <a:srgbClr val="270068"/>
                </a:solidFill>
                <a:latin typeface="Consolas"/>
                <a:cs typeface="Consolas"/>
              </a:rPr>
              <a:t>TodoForm</a:t>
            </a:r>
            <a:endParaRPr sz="2000">
              <a:latin typeface="Consolas"/>
              <a:cs typeface="Consolas"/>
            </a:endParaRPr>
          </a:p>
        </p:txBody>
      </p:sp>
      <p:sp>
        <p:nvSpPr>
          <p:cNvPr id="19" name="object 19"/>
          <p:cNvSpPr txBox="1"/>
          <p:nvPr/>
        </p:nvSpPr>
        <p:spPr>
          <a:xfrm>
            <a:off x="916943" y="2839166"/>
            <a:ext cx="5607685" cy="1369060"/>
          </a:xfrm>
          <a:prstGeom prst="rect">
            <a:avLst/>
          </a:prstGeom>
        </p:spPr>
        <p:txBody>
          <a:bodyPr vert="horz" wrap="square" lIns="0" tIns="48260" rIns="0" bIns="0" rtlCol="0">
            <a:spAutoFit/>
          </a:bodyPr>
          <a:lstStyle/>
          <a:p>
            <a:pPr marL="12700">
              <a:lnSpc>
                <a:spcPct val="100000"/>
              </a:lnSpc>
              <a:spcBef>
                <a:spcPts val="380"/>
              </a:spcBef>
            </a:pPr>
            <a:r>
              <a:rPr sz="2800" spc="-10" dirty="0">
                <a:latin typeface="Calibri"/>
                <a:cs typeface="Calibri"/>
              </a:rPr>
              <a:t>First</a:t>
            </a:r>
            <a:r>
              <a:rPr sz="2800" spc="-135" dirty="0">
                <a:latin typeface="Times New Roman"/>
                <a:cs typeface="Times New Roman"/>
              </a:rPr>
              <a:t> </a:t>
            </a:r>
            <a:r>
              <a:rPr sz="2800" spc="-10" dirty="0">
                <a:latin typeface="Calibri"/>
                <a:cs typeface="Calibri"/>
              </a:rPr>
              <a:t>step:</a:t>
            </a:r>
            <a:endParaRPr sz="2800">
              <a:latin typeface="Calibri"/>
              <a:cs typeface="Calibri"/>
            </a:endParaRPr>
          </a:p>
          <a:p>
            <a:pPr marL="926465" indent="-457200">
              <a:lnSpc>
                <a:spcPct val="100000"/>
              </a:lnSpc>
              <a:spcBef>
                <a:spcPts val="235"/>
              </a:spcBef>
              <a:buClr>
                <a:srgbClr val="C00000"/>
              </a:buClr>
              <a:buSzPct val="64583"/>
              <a:buFont typeface="Wingdings"/>
              <a:buChar char=""/>
              <a:tabLst>
                <a:tab pos="926465" algn="l"/>
              </a:tabLst>
            </a:pPr>
            <a:r>
              <a:rPr sz="2400" dirty="0">
                <a:latin typeface="Calibri"/>
                <a:cs typeface="Calibri"/>
              </a:rPr>
              <a:t>mockup</a:t>
            </a:r>
            <a:r>
              <a:rPr sz="2400" spc="-110" dirty="0">
                <a:latin typeface="Times New Roman"/>
                <a:cs typeface="Times New Roman"/>
              </a:rPr>
              <a:t> </a:t>
            </a:r>
            <a:r>
              <a:rPr sz="2400" dirty="0">
                <a:latin typeface="Calibri"/>
                <a:cs typeface="Calibri"/>
              </a:rPr>
              <a:t>/</a:t>
            </a:r>
            <a:r>
              <a:rPr sz="2400" spc="-105" dirty="0">
                <a:latin typeface="Times New Roman"/>
                <a:cs typeface="Times New Roman"/>
              </a:rPr>
              <a:t> </a:t>
            </a:r>
            <a:r>
              <a:rPr sz="2400" spc="-10" dirty="0">
                <a:latin typeface="Calibri"/>
                <a:cs typeface="Calibri"/>
              </a:rPr>
              <a:t>wireframe</a:t>
            </a:r>
            <a:endParaRPr sz="2400">
              <a:latin typeface="Calibri"/>
              <a:cs typeface="Calibri"/>
            </a:endParaRPr>
          </a:p>
          <a:p>
            <a:pPr marR="5080" algn="r">
              <a:lnSpc>
                <a:spcPct val="100000"/>
              </a:lnSpc>
              <a:spcBef>
                <a:spcPts val="1425"/>
              </a:spcBef>
            </a:pPr>
            <a:r>
              <a:rPr sz="2000" b="1" spc="-10" dirty="0">
                <a:solidFill>
                  <a:srgbClr val="BC0B14"/>
                </a:solidFill>
                <a:latin typeface="Consolas"/>
                <a:cs typeface="Consolas"/>
              </a:rPr>
              <a:t>TodoList</a:t>
            </a:r>
            <a:endParaRPr sz="2000">
              <a:latin typeface="Consolas"/>
              <a:cs typeface="Consolas"/>
            </a:endParaRPr>
          </a:p>
        </p:txBody>
      </p:sp>
      <p:sp>
        <p:nvSpPr>
          <p:cNvPr id="20" name="object 20"/>
          <p:cNvSpPr txBox="1"/>
          <p:nvPr/>
        </p:nvSpPr>
        <p:spPr>
          <a:xfrm>
            <a:off x="5940780" y="5001869"/>
            <a:ext cx="583565" cy="330200"/>
          </a:xfrm>
          <a:prstGeom prst="rect">
            <a:avLst/>
          </a:prstGeom>
        </p:spPr>
        <p:txBody>
          <a:bodyPr vert="horz" wrap="square" lIns="0" tIns="12065" rIns="0" bIns="0" rtlCol="0">
            <a:spAutoFit/>
          </a:bodyPr>
          <a:lstStyle/>
          <a:p>
            <a:pPr marL="12700">
              <a:lnSpc>
                <a:spcPct val="100000"/>
              </a:lnSpc>
              <a:spcBef>
                <a:spcPts val="95"/>
              </a:spcBef>
            </a:pPr>
            <a:r>
              <a:rPr sz="2000" b="1" spc="-20" dirty="0">
                <a:solidFill>
                  <a:srgbClr val="656565"/>
                </a:solidFill>
                <a:latin typeface="Consolas"/>
                <a:cs typeface="Consolas"/>
              </a:rPr>
              <a:t>Todo</a:t>
            </a:r>
            <a:endParaRPr sz="2000">
              <a:latin typeface="Consolas"/>
              <a:cs typeface="Consolas"/>
            </a:endParaRPr>
          </a:p>
        </p:txBody>
      </p:sp>
      <p:sp>
        <p:nvSpPr>
          <p:cNvPr id="21" name="object 21"/>
          <p:cNvSpPr txBox="1"/>
          <p:nvPr/>
        </p:nvSpPr>
        <p:spPr>
          <a:xfrm>
            <a:off x="916939" y="1793112"/>
            <a:ext cx="1259840" cy="452755"/>
          </a:xfrm>
          <a:prstGeom prst="rect">
            <a:avLst/>
          </a:prstGeom>
        </p:spPr>
        <p:txBody>
          <a:bodyPr vert="horz" wrap="square" lIns="0" tIns="12700" rIns="0" bIns="0" rtlCol="0">
            <a:spAutoFit/>
          </a:bodyPr>
          <a:lstStyle/>
          <a:p>
            <a:pPr marL="12700">
              <a:lnSpc>
                <a:spcPct val="100000"/>
              </a:lnSpc>
              <a:spcBef>
                <a:spcPts val="100"/>
              </a:spcBef>
            </a:pPr>
            <a:r>
              <a:rPr sz="2800" dirty="0">
                <a:latin typeface="Calibri"/>
                <a:cs typeface="Calibri"/>
              </a:rPr>
              <a:t>Big</a:t>
            </a:r>
            <a:r>
              <a:rPr sz="2800" spc="-75" dirty="0">
                <a:latin typeface="Times New Roman"/>
                <a:cs typeface="Times New Roman"/>
              </a:rPr>
              <a:t> </a:t>
            </a:r>
            <a:r>
              <a:rPr sz="2800" spc="-20" dirty="0">
                <a:latin typeface="Calibri"/>
                <a:cs typeface="Calibri"/>
              </a:rPr>
              <a:t>idea:</a:t>
            </a:r>
            <a:endParaRPr sz="2800">
              <a:latin typeface="Calibri"/>
              <a:cs typeface="Calibri"/>
            </a:endParaRPr>
          </a:p>
        </p:txBody>
      </p:sp>
      <p:sp>
        <p:nvSpPr>
          <p:cNvPr id="22" name="object 22"/>
          <p:cNvSpPr txBox="1"/>
          <p:nvPr/>
        </p:nvSpPr>
        <p:spPr>
          <a:xfrm>
            <a:off x="1374139" y="2250313"/>
            <a:ext cx="2651125" cy="391160"/>
          </a:xfrm>
          <a:prstGeom prst="rect">
            <a:avLst/>
          </a:prstGeom>
        </p:spPr>
        <p:txBody>
          <a:bodyPr vert="horz" wrap="square" lIns="0" tIns="12700" rIns="0" bIns="0" rtlCol="0">
            <a:spAutoFit/>
          </a:bodyPr>
          <a:lstStyle/>
          <a:p>
            <a:pPr marL="469265" indent="-456565">
              <a:lnSpc>
                <a:spcPct val="100000"/>
              </a:lnSpc>
              <a:spcBef>
                <a:spcPts val="100"/>
              </a:spcBef>
              <a:buClr>
                <a:srgbClr val="C00000"/>
              </a:buClr>
              <a:buSzPct val="64583"/>
              <a:buFont typeface="Wingdings"/>
              <a:buChar char=""/>
              <a:tabLst>
                <a:tab pos="469265" algn="l"/>
              </a:tabLst>
            </a:pPr>
            <a:r>
              <a:rPr sz="2400" dirty="0">
                <a:latin typeface="Calibri"/>
                <a:cs typeface="Calibri"/>
              </a:rPr>
              <a:t>A</a:t>
            </a:r>
            <a:r>
              <a:rPr sz="2400" spc="-80" dirty="0">
                <a:latin typeface="Times New Roman"/>
                <a:cs typeface="Times New Roman"/>
              </a:rPr>
              <a:t> </a:t>
            </a:r>
            <a:r>
              <a:rPr sz="2400" dirty="0">
                <a:latin typeface="Calibri"/>
                <a:cs typeface="Calibri"/>
              </a:rPr>
              <a:t>digital</a:t>
            </a:r>
            <a:r>
              <a:rPr sz="2400" spc="-95" dirty="0">
                <a:latin typeface="Times New Roman"/>
                <a:cs typeface="Times New Roman"/>
              </a:rPr>
              <a:t> </a:t>
            </a:r>
            <a:r>
              <a:rPr sz="2400" spc="-20" dirty="0">
                <a:latin typeface="Calibri"/>
                <a:cs typeface="Calibri"/>
              </a:rPr>
              <a:t>to-</a:t>
            </a:r>
            <a:r>
              <a:rPr sz="2400" dirty="0">
                <a:latin typeface="Calibri"/>
                <a:cs typeface="Calibri"/>
              </a:rPr>
              <a:t>do</a:t>
            </a:r>
            <a:r>
              <a:rPr sz="2400" spc="-75" dirty="0">
                <a:latin typeface="Times New Roman"/>
                <a:cs typeface="Times New Roman"/>
              </a:rPr>
              <a:t> </a:t>
            </a:r>
            <a:r>
              <a:rPr sz="2400" spc="-20" dirty="0">
                <a:latin typeface="Calibri"/>
                <a:cs typeface="Calibri"/>
              </a:rPr>
              <a:t>list</a:t>
            </a:r>
            <a:endParaRPr sz="2400">
              <a:latin typeface="Calibri"/>
              <a:cs typeface="Calibri"/>
            </a:endParaRPr>
          </a:p>
        </p:txBody>
      </p:sp>
      <p:pic>
        <p:nvPicPr>
          <p:cNvPr id="23" name="Logo black">
            <a:extLst>
              <a:ext uri="{FF2B5EF4-FFF2-40B4-BE49-F238E27FC236}">
                <a16:creationId xmlns:a16="http://schemas.microsoft.com/office/drawing/2014/main" id="{F5EA61D1-1C2F-3785-41F4-8752D8F86C7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3346" y="6294893"/>
            <a:ext cx="784800" cy="21184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4076FDEB-15D2-2175-4ABC-85E5DFE6F4EC}"/>
              </a:ext>
            </a:extLst>
          </p:cNvPr>
          <p:cNvSpPr>
            <a:spLocks noGrp="1"/>
          </p:cNvSpPr>
          <p:nvPr>
            <p:ph type="dt" sz="half" idx="10"/>
          </p:nvPr>
        </p:nvSpPr>
        <p:spPr/>
        <p:txBody>
          <a:bodyPr/>
          <a:lstStyle/>
          <a:p>
            <a:fld id="{1325F948-84CE-1D4D-8AB2-756CB67BE463}" type="datetime1">
              <a:rPr lang="en-GB" smtClean="0"/>
              <a:t>26/02/2024</a:t>
            </a:fld>
            <a:endParaRPr lang="en-GB" dirty="0"/>
          </a:p>
        </p:txBody>
      </p:sp>
      <p:sp>
        <p:nvSpPr>
          <p:cNvPr id="4" name="Footer Placeholder 3">
            <a:extLst>
              <a:ext uri="{FF2B5EF4-FFF2-40B4-BE49-F238E27FC236}">
                <a16:creationId xmlns:a16="http://schemas.microsoft.com/office/drawing/2014/main" id="{10F71AB0-9BA1-5C74-AD7B-86B2512993E9}"/>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47F547CC-7A23-CD57-7D91-B7FFBB5744B6}"/>
              </a:ext>
            </a:extLst>
          </p:cNvPr>
          <p:cNvSpPr>
            <a:spLocks noGrp="1"/>
          </p:cNvSpPr>
          <p:nvPr>
            <p:ph type="sldNum" sz="quarter" idx="12"/>
          </p:nvPr>
        </p:nvSpPr>
        <p:spPr/>
        <p:txBody>
          <a:bodyPr/>
          <a:lstStyle/>
          <a:p>
            <a:fld id="{45D37B1E-C366-494F-A587-962AD9AABC83}" type="slidenum">
              <a:rPr lang="en-GB" smtClean="0"/>
              <a:pPr/>
              <a:t>21</a:t>
            </a:fld>
            <a:endParaRPr lang="en-GB" dirty="0"/>
          </a:p>
        </p:txBody>
      </p:sp>
      <p:sp>
        <p:nvSpPr>
          <p:cNvPr id="6" name="Title 2">
            <a:extLst>
              <a:ext uri="{FF2B5EF4-FFF2-40B4-BE49-F238E27FC236}">
                <a16:creationId xmlns:a16="http://schemas.microsoft.com/office/drawing/2014/main" id="{FD8AE2EF-E3D5-BE5D-AF45-AC639014F2EC}"/>
              </a:ext>
            </a:extLst>
          </p:cNvPr>
          <p:cNvSpPr txBox="1">
            <a:spLocks/>
          </p:cNvSpPr>
          <p:nvPr/>
        </p:nvSpPr>
        <p:spPr>
          <a:xfrm>
            <a:off x="254138" y="752282"/>
            <a:ext cx="4680000" cy="701891"/>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tabLst>
                <a:tab pos="1438275" algn="l"/>
              </a:tabLst>
              <a:defRPr sz="3600" b="1" kern="1200">
                <a:solidFill>
                  <a:schemeClr val="tx1"/>
                </a:solidFill>
                <a:latin typeface="+mj-lt"/>
                <a:ea typeface="+mj-ea"/>
                <a:cs typeface="+mj-cs"/>
              </a:defRPr>
            </a:lvl1pPr>
          </a:lstStyle>
          <a:p>
            <a:r>
              <a:rPr lang="en-GB" dirty="0"/>
              <a:t>Install React</a:t>
            </a:r>
            <a:endParaRPr lang="en-DK" dirty="0"/>
          </a:p>
        </p:txBody>
      </p:sp>
      <p:sp>
        <p:nvSpPr>
          <p:cNvPr id="7" name="Content Placeholder 3">
            <a:extLst>
              <a:ext uri="{FF2B5EF4-FFF2-40B4-BE49-F238E27FC236}">
                <a16:creationId xmlns:a16="http://schemas.microsoft.com/office/drawing/2014/main" id="{76995761-C8B9-D9B9-F467-53A0508A4BA2}"/>
              </a:ext>
            </a:extLst>
          </p:cNvPr>
          <p:cNvSpPr txBox="1">
            <a:spLocks/>
          </p:cNvSpPr>
          <p:nvPr/>
        </p:nvSpPr>
        <p:spPr>
          <a:xfrm>
            <a:off x="209235" y="1348630"/>
            <a:ext cx="7165599" cy="4757087"/>
          </a:xfrm>
          <a:prstGeom prst="rect">
            <a:avLst/>
          </a:prstGeom>
        </p:spPr>
        <p:txBody>
          <a:bodyPr/>
          <a:lstStyle>
            <a:lvl1pPr marL="252000" indent="-252000" algn="l" defTabSz="914400" rtl="0" eaLnBrk="1" latinLnBrk="0" hangingPunct="1">
              <a:lnSpc>
                <a:spcPct val="110000"/>
              </a:lnSpc>
              <a:spcBef>
                <a:spcPts val="0"/>
              </a:spcBef>
              <a:buFont typeface="Wingdings" panose="05000000000000000000" pitchFamily="2" charset="2"/>
              <a:buChar char=""/>
              <a:defRPr sz="1600" kern="1200">
                <a:solidFill>
                  <a:schemeClr val="tx1"/>
                </a:solidFill>
                <a:latin typeface="+mn-lt"/>
                <a:ea typeface="+mn-ea"/>
                <a:cs typeface="+mn-cs"/>
              </a:defRPr>
            </a:lvl1pPr>
            <a:lvl2pPr marL="504000" indent="-252000" algn="l" defTabSz="914400" rtl="0" eaLnBrk="1" latinLnBrk="0" hangingPunct="1">
              <a:lnSpc>
                <a:spcPct val="110000"/>
              </a:lnSpc>
              <a:spcBef>
                <a:spcPts val="0"/>
              </a:spcBef>
              <a:buFont typeface="Wingdings" panose="05000000000000000000" pitchFamily="2" charset="2"/>
              <a:buChar char="à"/>
              <a:defRPr sz="1400" kern="1200">
                <a:solidFill>
                  <a:schemeClr val="tx1"/>
                </a:solidFill>
                <a:latin typeface="+mn-lt"/>
                <a:ea typeface="+mn-ea"/>
                <a:cs typeface="+mn-cs"/>
              </a:defRPr>
            </a:lvl2pPr>
            <a:lvl3pPr marL="756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3pPr>
            <a:lvl4pPr marL="0" indent="0" algn="l" defTabSz="914400" rtl="0" eaLnBrk="1" latinLnBrk="0" hangingPunct="1">
              <a:lnSpc>
                <a:spcPct val="110000"/>
              </a:lnSpc>
              <a:spcBef>
                <a:spcPts val="0"/>
              </a:spcBef>
              <a:spcAft>
                <a:spcPts val="1200"/>
              </a:spcAft>
              <a:buFont typeface="Arial" panose="020B0604020202020204" pitchFamily="34" charset="0"/>
              <a:buChar char="​"/>
              <a:defRPr sz="1600" b="1" kern="1200">
                <a:solidFill>
                  <a:schemeClr val="tx1"/>
                </a:solidFill>
                <a:latin typeface="+mn-lt"/>
                <a:ea typeface="+mn-ea"/>
                <a:cs typeface="+mn-cs"/>
              </a:defRPr>
            </a:lvl4pPr>
            <a:lvl5pPr marL="0" indent="0" algn="l" defTabSz="914400" rtl="0" eaLnBrk="1" latinLnBrk="0" hangingPunct="1">
              <a:lnSpc>
                <a:spcPct val="110000"/>
              </a:lnSpc>
              <a:spcBef>
                <a:spcPts val="0"/>
              </a:spcBef>
              <a:buFont typeface="Arial" panose="020B0604020202020204" pitchFamily="34" charset="0"/>
              <a:buChar char="​"/>
              <a:defRPr sz="1600" kern="1200" baseline="0">
                <a:solidFill>
                  <a:schemeClr val="tx1"/>
                </a:solidFill>
                <a:latin typeface="+mn-lt"/>
                <a:ea typeface="+mn-ea"/>
                <a:cs typeface="+mn-cs"/>
              </a:defRPr>
            </a:lvl5pPr>
            <a:lvl6pPr marL="252000" indent="-252000" algn="l" defTabSz="914400" rtl="0" eaLnBrk="1" latinLnBrk="0" hangingPunct="1">
              <a:lnSpc>
                <a:spcPct val="110000"/>
              </a:lnSpc>
              <a:spcBef>
                <a:spcPts val="0"/>
              </a:spcBef>
              <a:buFont typeface="Wingdings" panose="05000000000000000000" pitchFamily="2" charset="2"/>
              <a:buChar char="à"/>
              <a:defRPr sz="1200" kern="1200" baseline="0">
                <a:solidFill>
                  <a:schemeClr val="tx1"/>
                </a:solidFill>
                <a:latin typeface="+mn-lt"/>
                <a:ea typeface="+mn-ea"/>
                <a:cs typeface="+mn-cs"/>
              </a:defRPr>
            </a:lvl6pPr>
            <a:lvl7pPr marL="504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7pPr>
            <a:lvl8pPr marL="0" indent="0" algn="l" defTabSz="914400" rtl="0" eaLnBrk="1" latinLnBrk="0" hangingPunct="1">
              <a:lnSpc>
                <a:spcPct val="110000"/>
              </a:lnSpc>
              <a:spcBef>
                <a:spcPts val="0"/>
              </a:spcBef>
              <a:spcAft>
                <a:spcPts val="1200"/>
              </a:spcAft>
              <a:buFont typeface="Arial" panose="020B0604020202020204" pitchFamily="34" charset="0"/>
              <a:buChar char="​"/>
              <a:defRPr sz="1200" b="1" kern="1200">
                <a:solidFill>
                  <a:schemeClr val="tx1"/>
                </a:solidFill>
                <a:latin typeface="+mn-lt"/>
                <a:ea typeface="+mn-ea"/>
                <a:cs typeface="+mn-cs"/>
              </a:defRPr>
            </a:lvl8pPr>
            <a:lvl9pPr marL="0" indent="0" algn="l" defTabSz="914400" rtl="0" eaLnBrk="1" latinLnBrk="0" hangingPunct="1">
              <a:lnSpc>
                <a:spcPct val="110000"/>
              </a:lnSpc>
              <a:spcBef>
                <a:spcPts val="0"/>
              </a:spcBef>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GB" dirty="0"/>
              <a:t>Before getting started with React, you need to install it on your computer. In this section, we will explore the various methods for installing React and the necessary tools and dependencies.</a:t>
            </a:r>
          </a:p>
          <a:p>
            <a:endParaRPr lang="en-GB" dirty="0"/>
          </a:p>
          <a:p>
            <a:r>
              <a:rPr lang="en-GB" dirty="0"/>
              <a:t>    Installing React with </a:t>
            </a:r>
            <a:r>
              <a:rPr lang="en-GB" dirty="0" err="1"/>
              <a:t>npm</a:t>
            </a:r>
            <a:r>
              <a:rPr lang="en-GB" dirty="0"/>
              <a:t> or Yarn</a:t>
            </a:r>
          </a:p>
          <a:p>
            <a:r>
              <a:rPr lang="en-GB" dirty="0"/>
              <a:t>    Creating a new React project with </a:t>
            </a:r>
            <a:r>
              <a:rPr lang="en-GB" dirty="0" err="1"/>
              <a:t>Vite</a:t>
            </a:r>
            <a:r>
              <a:rPr lang="en-GB" dirty="0"/>
              <a:t> (NOT CRA create-react-app ! )</a:t>
            </a:r>
          </a:p>
          <a:p>
            <a:r>
              <a:rPr lang="en-GB" dirty="0"/>
              <a:t>    Set up a development environment with a code editor and browser</a:t>
            </a:r>
          </a:p>
          <a:p>
            <a:pPr lvl="1"/>
            <a:r>
              <a:rPr lang="en-GB" dirty="0"/>
              <a:t>VS Code + Prettier</a:t>
            </a:r>
          </a:p>
          <a:p>
            <a:pPr lvl="1"/>
            <a:r>
              <a:rPr lang="en-GB" dirty="0"/>
              <a:t>Google Chrome + React Dev Tools Extension</a:t>
            </a:r>
          </a:p>
          <a:p>
            <a:r>
              <a:rPr lang="en-GB" dirty="0"/>
              <a:t>Install and configure necessary dependencies, such as </a:t>
            </a:r>
            <a:r>
              <a:rPr lang="en-GB" dirty="0" err="1"/>
              <a:t>Vite</a:t>
            </a:r>
            <a:endParaRPr lang="en-GB" dirty="0"/>
          </a:p>
          <a:p>
            <a:r>
              <a:rPr lang="en-GB" dirty="0"/>
              <a:t>Troubleshooting common installation issues</a:t>
            </a:r>
          </a:p>
          <a:p>
            <a:r>
              <a:rPr lang="en-GB" dirty="0"/>
              <a:t>Best practices for managing React installations and dependencies</a:t>
            </a:r>
          </a:p>
        </p:txBody>
      </p:sp>
      <p:sp>
        <p:nvSpPr>
          <p:cNvPr id="10" name="TextBox 9">
            <a:extLst>
              <a:ext uri="{FF2B5EF4-FFF2-40B4-BE49-F238E27FC236}">
                <a16:creationId xmlns:a16="http://schemas.microsoft.com/office/drawing/2014/main" id="{FD3AE4A2-1408-DDC5-6869-5504E6068A6F}"/>
              </a:ext>
            </a:extLst>
          </p:cNvPr>
          <p:cNvSpPr txBox="1"/>
          <p:nvPr/>
        </p:nvSpPr>
        <p:spPr>
          <a:xfrm>
            <a:off x="6084406" y="5103674"/>
            <a:ext cx="6107594" cy="1754326"/>
          </a:xfrm>
          <a:prstGeom prst="rect">
            <a:avLst/>
          </a:prstGeom>
          <a:solidFill>
            <a:schemeClr val="tx1">
              <a:lumMod val="85000"/>
              <a:lumOff val="15000"/>
            </a:schemeClr>
          </a:solidFill>
        </p:spPr>
        <p:txBody>
          <a:bodyPr wrap="square">
            <a:spAutoFit/>
          </a:bodyPr>
          <a:lstStyle/>
          <a:p>
            <a:r>
              <a:rPr lang="en-GB" b="0" dirty="0">
                <a:solidFill>
                  <a:srgbClr val="9CDCFE"/>
                </a:solidFill>
                <a:effectLst/>
                <a:latin typeface="Menlo" panose="020B0609030804020204" pitchFamily="49" charset="0"/>
              </a:rPr>
              <a:t>-&gt; </a:t>
            </a:r>
            <a:r>
              <a:rPr lang="en-GB" b="0" dirty="0" err="1">
                <a:solidFill>
                  <a:srgbClr val="9CDCFE"/>
                </a:solidFill>
                <a:effectLst/>
                <a:latin typeface="Menlo" panose="020B0609030804020204" pitchFamily="49" charset="0"/>
              </a:rPr>
              <a:t>sudo</a:t>
            </a:r>
            <a:r>
              <a:rPr lang="en-GB" b="0" dirty="0">
                <a:solidFill>
                  <a:srgbClr val="D4D4D4"/>
                </a:solidFill>
                <a:effectLst/>
                <a:latin typeface="Menlo" panose="020B0609030804020204" pitchFamily="49" charset="0"/>
              </a:rPr>
              <a:t> </a:t>
            </a:r>
            <a:r>
              <a:rPr lang="en-GB" b="0" dirty="0" err="1">
                <a:solidFill>
                  <a:srgbClr val="9CDCFE"/>
                </a:solidFill>
                <a:effectLst/>
                <a:latin typeface="Menlo" panose="020B0609030804020204" pitchFamily="49" charset="0"/>
              </a:rPr>
              <a:t>npm</a:t>
            </a:r>
            <a:r>
              <a:rPr lang="en-GB" b="0" dirty="0">
                <a:solidFill>
                  <a:srgbClr val="D4D4D4"/>
                </a:solidFill>
                <a:effectLst/>
                <a:latin typeface="Menlo" panose="020B0609030804020204" pitchFamily="49" charset="0"/>
              </a:rPr>
              <a:t> </a:t>
            </a:r>
            <a:r>
              <a:rPr lang="en-GB" b="0" dirty="0">
                <a:solidFill>
                  <a:srgbClr val="9CDCFE"/>
                </a:solidFill>
                <a:effectLst/>
                <a:latin typeface="Menlo" panose="020B0609030804020204" pitchFamily="49" charset="0"/>
              </a:rPr>
              <a:t>create</a:t>
            </a:r>
            <a:r>
              <a:rPr lang="en-GB" b="0" dirty="0">
                <a:solidFill>
                  <a:srgbClr val="D4D4D4"/>
                </a:solidFill>
                <a:effectLst/>
                <a:latin typeface="Menlo" panose="020B0609030804020204" pitchFamily="49" charset="0"/>
              </a:rPr>
              <a:t> </a:t>
            </a:r>
            <a:r>
              <a:rPr lang="en-GB" b="0" dirty="0" err="1">
                <a:solidFill>
                  <a:srgbClr val="9CDCFE"/>
                </a:solidFill>
                <a:effectLst/>
                <a:latin typeface="Menlo" panose="020B0609030804020204" pitchFamily="49" charset="0"/>
              </a:rPr>
              <a:t>vite</a:t>
            </a:r>
            <a:r>
              <a:rPr lang="en-GB" b="0" dirty="0" err="1">
                <a:solidFill>
                  <a:srgbClr val="D4D4D4"/>
                </a:solidFill>
                <a:effectLst/>
                <a:latin typeface="Menlo" panose="020B0609030804020204" pitchFamily="49" charset="0"/>
              </a:rPr>
              <a:t>@</a:t>
            </a:r>
            <a:r>
              <a:rPr lang="en-GB" b="0" dirty="0" err="1">
                <a:solidFill>
                  <a:srgbClr val="9CDCFE"/>
                </a:solidFill>
                <a:effectLst/>
                <a:latin typeface="Menlo" panose="020B0609030804020204" pitchFamily="49" charset="0"/>
              </a:rPr>
              <a:t>latest</a:t>
            </a:r>
            <a:endParaRPr lang="en-GB" b="0" dirty="0">
              <a:solidFill>
                <a:srgbClr val="9CDCFE"/>
              </a:solidFill>
              <a:effectLst/>
              <a:latin typeface="Menlo" panose="020B0609030804020204" pitchFamily="49" charset="0"/>
            </a:endParaRPr>
          </a:p>
          <a:p>
            <a:r>
              <a:rPr lang="en-GB" dirty="0">
                <a:solidFill>
                  <a:srgbClr val="9CDCFE"/>
                </a:solidFill>
                <a:latin typeface="Menlo" panose="020B0609030804020204" pitchFamily="49" charset="0"/>
              </a:rPr>
              <a:t>-&gt; y</a:t>
            </a:r>
          </a:p>
          <a:p>
            <a:r>
              <a:rPr lang="en-GB" dirty="0">
                <a:solidFill>
                  <a:srgbClr val="9CDCFE"/>
                </a:solidFill>
                <a:latin typeface="Menlo" panose="020B0609030804020204" pitchFamily="49" charset="0"/>
              </a:rPr>
              <a:t>-&gt; React</a:t>
            </a:r>
          </a:p>
          <a:p>
            <a:r>
              <a:rPr lang="en-GB" b="0" dirty="0">
                <a:solidFill>
                  <a:srgbClr val="9CDCFE"/>
                </a:solidFill>
                <a:effectLst/>
                <a:latin typeface="Menlo" panose="020B0609030804020204" pitchFamily="49" charset="0"/>
              </a:rPr>
              <a:t>-&gt; Typescript</a:t>
            </a:r>
          </a:p>
          <a:p>
            <a:endParaRPr lang="en-GB" dirty="0">
              <a:solidFill>
                <a:srgbClr val="9CDCFE"/>
              </a:solidFill>
              <a:latin typeface="Menlo" panose="020B0609030804020204" pitchFamily="49" charset="0"/>
            </a:endParaRPr>
          </a:p>
          <a:p>
            <a:endParaRPr lang="en-GB" b="0" dirty="0">
              <a:solidFill>
                <a:srgbClr val="D4D4D4"/>
              </a:solidFill>
              <a:effectLst/>
              <a:latin typeface="Menlo" panose="020B0609030804020204" pitchFamily="49" charset="0"/>
            </a:endParaRPr>
          </a:p>
        </p:txBody>
      </p:sp>
    </p:spTree>
    <p:extLst>
      <p:ext uri="{BB962C8B-B14F-4D97-AF65-F5344CB8AC3E}">
        <p14:creationId xmlns:p14="http://schemas.microsoft.com/office/powerpoint/2010/main" val="7931901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25400">
              <a:lnSpc>
                <a:spcPct val="100000"/>
              </a:lnSpc>
              <a:spcBef>
                <a:spcPts val="95"/>
              </a:spcBef>
            </a:pPr>
            <a:r>
              <a:rPr spc="-10" dirty="0"/>
              <a:t>Creating</a:t>
            </a:r>
            <a:r>
              <a:rPr spc="-210" dirty="0">
                <a:latin typeface="Times New Roman"/>
                <a:cs typeface="Times New Roman"/>
              </a:rPr>
              <a:t> </a:t>
            </a:r>
            <a:r>
              <a:rPr dirty="0"/>
              <a:t>a</a:t>
            </a:r>
            <a:r>
              <a:rPr spc="-204" dirty="0">
                <a:latin typeface="Times New Roman"/>
                <a:cs typeface="Times New Roman"/>
              </a:rPr>
              <a:t> </a:t>
            </a:r>
            <a:r>
              <a:rPr dirty="0"/>
              <a:t>new</a:t>
            </a:r>
            <a:r>
              <a:rPr spc="-204" dirty="0">
                <a:latin typeface="Times New Roman"/>
                <a:cs typeface="Times New Roman"/>
              </a:rPr>
              <a:t> </a:t>
            </a:r>
            <a:r>
              <a:rPr dirty="0"/>
              <a:t>React</a:t>
            </a:r>
            <a:r>
              <a:rPr spc="-204" dirty="0">
                <a:latin typeface="Times New Roman"/>
                <a:cs typeface="Times New Roman"/>
              </a:rPr>
              <a:t> </a:t>
            </a:r>
            <a:r>
              <a:rPr spc="-25" dirty="0"/>
              <a:t>app</a:t>
            </a:r>
          </a:p>
        </p:txBody>
      </p:sp>
      <p:sp>
        <p:nvSpPr>
          <p:cNvPr id="3" name="object 3"/>
          <p:cNvSpPr txBox="1"/>
          <p:nvPr/>
        </p:nvSpPr>
        <p:spPr>
          <a:xfrm>
            <a:off x="916939" y="1793112"/>
            <a:ext cx="7519034" cy="3244478"/>
          </a:xfrm>
          <a:prstGeom prst="rect">
            <a:avLst/>
          </a:prstGeom>
        </p:spPr>
        <p:txBody>
          <a:bodyPr vert="horz" wrap="square" lIns="0" tIns="12700" rIns="0" bIns="0" rtlCol="0">
            <a:spAutoFit/>
          </a:bodyPr>
          <a:lstStyle/>
          <a:p>
            <a:pPr marL="12700">
              <a:lnSpc>
                <a:spcPct val="100000"/>
              </a:lnSpc>
              <a:spcBef>
                <a:spcPts val="100"/>
              </a:spcBef>
            </a:pPr>
            <a:r>
              <a:rPr sz="2800" spc="-10" dirty="0">
                <a:latin typeface="Calibri"/>
                <a:cs typeface="Calibri"/>
              </a:rPr>
              <a:t>Creating</a:t>
            </a:r>
            <a:r>
              <a:rPr sz="2800" spc="-125" dirty="0">
                <a:latin typeface="Times New Roman"/>
                <a:cs typeface="Times New Roman"/>
              </a:rPr>
              <a:t> </a:t>
            </a:r>
            <a:r>
              <a:rPr sz="2800" dirty="0">
                <a:latin typeface="Calibri"/>
                <a:cs typeface="Calibri"/>
              </a:rPr>
              <a:t>a</a:t>
            </a:r>
            <a:r>
              <a:rPr sz="2800" spc="-100" dirty="0">
                <a:latin typeface="Times New Roman"/>
                <a:cs typeface="Times New Roman"/>
              </a:rPr>
              <a:t> </a:t>
            </a:r>
            <a:r>
              <a:rPr sz="2800" dirty="0">
                <a:latin typeface="Calibri"/>
                <a:cs typeface="Calibri"/>
              </a:rPr>
              <a:t>new</a:t>
            </a:r>
            <a:r>
              <a:rPr sz="2800" spc="-105" dirty="0">
                <a:latin typeface="Times New Roman"/>
                <a:cs typeface="Times New Roman"/>
              </a:rPr>
              <a:t> </a:t>
            </a:r>
            <a:r>
              <a:rPr sz="2800" dirty="0">
                <a:latin typeface="Calibri"/>
                <a:cs typeface="Calibri"/>
              </a:rPr>
              <a:t>React</a:t>
            </a:r>
            <a:r>
              <a:rPr sz="2800" spc="-100" dirty="0">
                <a:latin typeface="Times New Roman"/>
                <a:cs typeface="Times New Roman"/>
              </a:rPr>
              <a:t> </a:t>
            </a:r>
            <a:r>
              <a:rPr sz="2800" dirty="0">
                <a:latin typeface="Calibri"/>
                <a:cs typeface="Calibri"/>
              </a:rPr>
              <a:t>app</a:t>
            </a:r>
            <a:r>
              <a:rPr sz="2800" spc="-105" dirty="0">
                <a:latin typeface="Times New Roman"/>
                <a:cs typeface="Times New Roman"/>
              </a:rPr>
              <a:t> </a:t>
            </a:r>
            <a:r>
              <a:rPr sz="2800" dirty="0">
                <a:latin typeface="Calibri"/>
                <a:cs typeface="Calibri"/>
              </a:rPr>
              <a:t>is</a:t>
            </a:r>
            <a:r>
              <a:rPr sz="2800" spc="-100" dirty="0">
                <a:latin typeface="Times New Roman"/>
                <a:cs typeface="Times New Roman"/>
              </a:rPr>
              <a:t> </a:t>
            </a:r>
            <a:r>
              <a:rPr sz="2800" spc="-10" dirty="0">
                <a:latin typeface="Calibri"/>
                <a:cs typeface="Calibri"/>
              </a:rPr>
              <a:t>simple!</a:t>
            </a:r>
            <a:endParaRPr sz="2800" dirty="0">
              <a:latin typeface="Calibri"/>
              <a:cs typeface="Calibri"/>
            </a:endParaRPr>
          </a:p>
          <a:p>
            <a:pPr marL="926465" indent="-456565">
              <a:lnSpc>
                <a:spcPct val="100000"/>
              </a:lnSpc>
              <a:spcBef>
                <a:spcPts val="2065"/>
              </a:spcBef>
              <a:buClr>
                <a:srgbClr val="C00000"/>
              </a:buClr>
              <a:buAutoNum type="arabicPeriod"/>
              <a:tabLst>
                <a:tab pos="926465" algn="l"/>
              </a:tabLst>
            </a:pPr>
            <a:r>
              <a:rPr sz="2800" spc="-10" dirty="0">
                <a:latin typeface="Calibri"/>
                <a:cs typeface="Calibri"/>
              </a:rPr>
              <a:t>Install</a:t>
            </a:r>
            <a:r>
              <a:rPr sz="2800" spc="-120" dirty="0">
                <a:latin typeface="Times New Roman"/>
                <a:cs typeface="Times New Roman"/>
              </a:rPr>
              <a:t> </a:t>
            </a:r>
            <a:r>
              <a:rPr sz="2800" spc="-10" dirty="0">
                <a:latin typeface="Calibri"/>
                <a:cs typeface="Calibri"/>
              </a:rPr>
              <a:t>Node.js</a:t>
            </a:r>
            <a:endParaRPr lang="da-DK" sz="2800" spc="-10" dirty="0">
              <a:latin typeface="Calibri"/>
              <a:cs typeface="Calibri"/>
            </a:endParaRPr>
          </a:p>
          <a:p>
            <a:pPr marL="926465" indent="-456565">
              <a:lnSpc>
                <a:spcPct val="100000"/>
              </a:lnSpc>
              <a:spcBef>
                <a:spcPts val="2065"/>
              </a:spcBef>
              <a:buClr>
                <a:srgbClr val="C00000"/>
              </a:buClr>
              <a:buAutoNum type="arabicPeriod"/>
              <a:tabLst>
                <a:tab pos="926465" algn="l"/>
              </a:tabLst>
            </a:pPr>
            <a:endParaRPr sz="2800" dirty="0">
              <a:latin typeface="Calibri"/>
              <a:cs typeface="Calibri"/>
            </a:endParaRPr>
          </a:p>
          <a:p>
            <a:pPr marL="926465" indent="-456565">
              <a:lnSpc>
                <a:spcPct val="100000"/>
              </a:lnSpc>
              <a:spcBef>
                <a:spcPts val="2070"/>
              </a:spcBef>
              <a:buClr>
                <a:srgbClr val="C00000"/>
              </a:buClr>
              <a:buAutoNum type="arabicPeriod"/>
              <a:tabLst>
                <a:tab pos="926465" algn="l"/>
                <a:tab pos="1840864" algn="l"/>
                <a:tab pos="2622550" algn="l"/>
                <a:tab pos="5942330" algn="l"/>
              </a:tabLst>
            </a:pPr>
            <a:r>
              <a:rPr lang="da-DK" sz="2800" spc="-20" dirty="0">
                <a:latin typeface="Calibri"/>
                <a:cs typeface="Calibri"/>
              </a:rPr>
              <a:t>Run: </a:t>
            </a:r>
            <a:r>
              <a:rPr lang="da-DK" sz="2800" b="1" spc="-20" dirty="0" err="1">
                <a:latin typeface="Calibri"/>
                <a:cs typeface="Calibri"/>
              </a:rPr>
              <a:t>sudo</a:t>
            </a:r>
            <a:r>
              <a:rPr lang="da-DK" sz="2800" b="1" spc="-20" dirty="0">
                <a:latin typeface="Calibri"/>
                <a:cs typeface="Calibri"/>
              </a:rPr>
              <a:t> </a:t>
            </a:r>
            <a:r>
              <a:rPr lang="da-DK" sz="2800" b="1" spc="-20" dirty="0" err="1">
                <a:latin typeface="Calibri"/>
                <a:cs typeface="Calibri"/>
              </a:rPr>
              <a:t>npm</a:t>
            </a:r>
            <a:r>
              <a:rPr lang="da-DK" sz="2800" b="1" spc="-20" dirty="0">
                <a:latin typeface="Calibri"/>
                <a:cs typeface="Calibri"/>
              </a:rPr>
              <a:t> </a:t>
            </a:r>
            <a:r>
              <a:rPr lang="da-DK" sz="2800" b="1" spc="-20" dirty="0" err="1">
                <a:latin typeface="Calibri"/>
                <a:cs typeface="Calibri"/>
              </a:rPr>
              <a:t>create</a:t>
            </a:r>
            <a:r>
              <a:rPr lang="da-DK" sz="2800" b="1" spc="-20" dirty="0">
                <a:latin typeface="Calibri"/>
                <a:cs typeface="Calibri"/>
              </a:rPr>
              <a:t> </a:t>
            </a:r>
            <a:r>
              <a:rPr lang="da-DK" sz="2800" b="1" spc="-20" dirty="0" err="1">
                <a:latin typeface="Calibri"/>
                <a:cs typeface="Calibri"/>
              </a:rPr>
              <a:t>vite@latest</a:t>
            </a:r>
            <a:endParaRPr lang="da-DK" sz="2800" b="1" spc="-20" dirty="0">
              <a:latin typeface="Calibri"/>
              <a:cs typeface="Calibri"/>
            </a:endParaRPr>
          </a:p>
          <a:p>
            <a:pPr marL="926465" indent="-456565">
              <a:lnSpc>
                <a:spcPct val="100000"/>
              </a:lnSpc>
              <a:spcBef>
                <a:spcPts val="2070"/>
              </a:spcBef>
              <a:buClr>
                <a:srgbClr val="C00000"/>
              </a:buClr>
              <a:buAutoNum type="arabicPeriod"/>
              <a:tabLst>
                <a:tab pos="926465" algn="l"/>
                <a:tab pos="1840864" algn="l"/>
                <a:tab pos="2622550" algn="l"/>
                <a:tab pos="5942330" algn="l"/>
              </a:tabLst>
            </a:pPr>
            <a:r>
              <a:rPr lang="da-DK" sz="2800" dirty="0">
                <a:latin typeface="Calibri"/>
                <a:cs typeface="Calibri"/>
              </a:rPr>
              <a:t>New</a:t>
            </a:r>
            <a:r>
              <a:rPr lang="da-DK" sz="2800" spc="-100" dirty="0">
                <a:latin typeface="Times New Roman"/>
                <a:cs typeface="Times New Roman"/>
              </a:rPr>
              <a:t> </a:t>
            </a:r>
            <a:r>
              <a:rPr lang="da-DK" sz="2800" dirty="0">
                <a:latin typeface="Calibri"/>
                <a:cs typeface="Calibri"/>
              </a:rPr>
              <a:t>app</a:t>
            </a:r>
            <a:r>
              <a:rPr lang="da-DK" sz="2800" spc="-100" dirty="0">
                <a:latin typeface="Times New Roman"/>
                <a:cs typeface="Times New Roman"/>
              </a:rPr>
              <a:t> </a:t>
            </a:r>
            <a:r>
              <a:rPr lang="da-DK" sz="2800" spc="-10" dirty="0" err="1">
                <a:latin typeface="Calibri"/>
                <a:cs typeface="Calibri"/>
              </a:rPr>
              <a:t>created</a:t>
            </a:r>
            <a:r>
              <a:rPr lang="da-DK" sz="2800" spc="-114" dirty="0">
                <a:latin typeface="Times New Roman"/>
                <a:cs typeface="Times New Roman"/>
              </a:rPr>
              <a:t> </a:t>
            </a:r>
            <a:r>
              <a:rPr lang="da-DK" sz="2800" dirty="0">
                <a:latin typeface="Calibri"/>
                <a:cs typeface="Calibri"/>
              </a:rPr>
              <a:t>in</a:t>
            </a:r>
            <a:r>
              <a:rPr lang="da-DK" sz="2800" spc="-100" dirty="0">
                <a:latin typeface="Times New Roman"/>
                <a:cs typeface="Times New Roman"/>
              </a:rPr>
              <a:t> </a:t>
            </a:r>
            <a:r>
              <a:rPr lang="da-DK" sz="2800" spc="-10" dirty="0">
                <a:latin typeface="Calibri"/>
                <a:cs typeface="Calibri"/>
              </a:rPr>
              <a:t>folder:</a:t>
            </a:r>
            <a:r>
              <a:rPr lang="da-DK" sz="2800" spc="-10" dirty="0">
                <a:latin typeface="Times New Roman"/>
                <a:cs typeface="Times New Roman"/>
              </a:rPr>
              <a:t>  </a:t>
            </a:r>
            <a:r>
              <a:rPr lang="da-DK" sz="2800" b="1" spc="-10" dirty="0">
                <a:latin typeface="Consolas"/>
                <a:cs typeface="Consolas"/>
              </a:rPr>
              <a:t>./</a:t>
            </a:r>
            <a:r>
              <a:rPr lang="da-DK" sz="2800" b="1" spc="-10" dirty="0">
                <a:solidFill>
                  <a:srgbClr val="538135"/>
                </a:solidFill>
                <a:latin typeface="Consolas"/>
                <a:cs typeface="Consolas"/>
              </a:rPr>
              <a:t>app-</a:t>
            </a:r>
            <a:r>
              <a:rPr lang="da-DK" sz="2800" b="1" spc="-20" dirty="0" err="1">
                <a:solidFill>
                  <a:srgbClr val="538135"/>
                </a:solidFill>
                <a:latin typeface="Consolas"/>
                <a:cs typeface="Consolas"/>
              </a:rPr>
              <a:t>name</a:t>
            </a:r>
            <a:endParaRPr lang="da-DK" sz="2800" dirty="0">
              <a:latin typeface="Consolas"/>
              <a:cs typeface="Consolas"/>
            </a:endParaRPr>
          </a:p>
        </p:txBody>
      </p:sp>
      <p:pic>
        <p:nvPicPr>
          <p:cNvPr id="4" name="Logo black">
            <a:extLst>
              <a:ext uri="{FF2B5EF4-FFF2-40B4-BE49-F238E27FC236}">
                <a16:creationId xmlns:a16="http://schemas.microsoft.com/office/drawing/2014/main" id="{92AE690F-94E6-34D2-A09A-552BF926580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3346" y="6294893"/>
            <a:ext cx="784800" cy="211840"/>
          </a:xfrm>
          <a:prstGeom prst="rect">
            <a:avLst/>
          </a:prstGeom>
        </p:spPr>
      </p:pic>
      <p:sp>
        <p:nvSpPr>
          <p:cNvPr id="5" name="object 3">
            <a:extLst>
              <a:ext uri="{FF2B5EF4-FFF2-40B4-BE49-F238E27FC236}">
                <a16:creationId xmlns:a16="http://schemas.microsoft.com/office/drawing/2014/main" id="{3F796C62-1C61-99B1-D37D-8900542E1D33}"/>
              </a:ext>
            </a:extLst>
          </p:cNvPr>
          <p:cNvSpPr txBox="1"/>
          <p:nvPr/>
        </p:nvSpPr>
        <p:spPr>
          <a:xfrm>
            <a:off x="1371600" y="3447393"/>
            <a:ext cx="7519034" cy="443711"/>
          </a:xfrm>
          <a:prstGeom prst="rect">
            <a:avLst/>
          </a:prstGeom>
        </p:spPr>
        <p:txBody>
          <a:bodyPr vert="horz" wrap="square" lIns="0" tIns="12700" rIns="0" bIns="0" rtlCol="0">
            <a:spAutoFit/>
          </a:bodyPr>
          <a:lstStyle/>
          <a:p>
            <a:pPr marL="469900">
              <a:lnSpc>
                <a:spcPct val="100000"/>
              </a:lnSpc>
              <a:spcBef>
                <a:spcPts val="2070"/>
              </a:spcBef>
              <a:buClr>
                <a:srgbClr val="C00000"/>
              </a:buClr>
              <a:tabLst>
                <a:tab pos="926465" algn="l"/>
                <a:tab pos="1840864" algn="l"/>
                <a:tab pos="2622550" algn="l"/>
                <a:tab pos="5942330" algn="l"/>
              </a:tabLst>
            </a:pPr>
            <a:r>
              <a:rPr sz="2800" strike="sngStrike" spc="-20" dirty="0">
                <a:solidFill>
                  <a:schemeClr val="bg1">
                    <a:lumMod val="50000"/>
                  </a:schemeClr>
                </a:solidFill>
                <a:latin typeface="Calibri"/>
                <a:cs typeface="Calibri"/>
              </a:rPr>
              <a:t>Run:</a:t>
            </a:r>
            <a:r>
              <a:rPr sz="2800" strike="sngStrike" dirty="0">
                <a:solidFill>
                  <a:schemeClr val="bg1">
                    <a:lumMod val="50000"/>
                  </a:schemeClr>
                </a:solidFill>
                <a:latin typeface="Times New Roman"/>
                <a:cs typeface="Times New Roman"/>
              </a:rPr>
              <a:t>	</a:t>
            </a:r>
            <a:r>
              <a:rPr sz="2800" b="1" strike="sngStrike" spc="-25" dirty="0" err="1">
                <a:solidFill>
                  <a:schemeClr val="bg1">
                    <a:lumMod val="50000"/>
                  </a:schemeClr>
                </a:solidFill>
                <a:latin typeface="Consolas"/>
                <a:cs typeface="Consolas"/>
              </a:rPr>
              <a:t>npx</a:t>
            </a:r>
            <a:r>
              <a:rPr sz="2800" strike="sngStrike" dirty="0">
                <a:solidFill>
                  <a:schemeClr val="bg1">
                    <a:lumMod val="50000"/>
                  </a:schemeClr>
                </a:solidFill>
                <a:latin typeface="Times New Roman"/>
                <a:cs typeface="Times New Roman"/>
              </a:rPr>
              <a:t>	</a:t>
            </a:r>
            <a:r>
              <a:rPr sz="2800" b="1" strike="sngStrike" spc="-10" dirty="0">
                <a:solidFill>
                  <a:schemeClr val="bg1">
                    <a:lumMod val="50000"/>
                  </a:schemeClr>
                </a:solidFill>
                <a:latin typeface="Consolas"/>
                <a:cs typeface="Consolas"/>
              </a:rPr>
              <a:t>create-react-</a:t>
            </a:r>
            <a:r>
              <a:rPr sz="2800" b="1" strike="sngStrike" spc="-25" dirty="0">
                <a:solidFill>
                  <a:schemeClr val="bg1">
                    <a:lumMod val="50000"/>
                  </a:schemeClr>
                </a:solidFill>
                <a:latin typeface="Consolas"/>
                <a:cs typeface="Consolas"/>
              </a:rPr>
              <a:t>app</a:t>
            </a:r>
            <a:r>
              <a:rPr sz="2800" strike="sngStrike" dirty="0">
                <a:solidFill>
                  <a:schemeClr val="bg1">
                    <a:lumMod val="50000"/>
                  </a:schemeClr>
                </a:solidFill>
                <a:latin typeface="Times New Roman"/>
                <a:cs typeface="Times New Roman"/>
              </a:rPr>
              <a:t>	</a:t>
            </a:r>
            <a:r>
              <a:rPr sz="2800" b="1" strike="sngStrike" spc="-10" dirty="0">
                <a:solidFill>
                  <a:schemeClr val="bg1">
                    <a:lumMod val="50000"/>
                  </a:schemeClr>
                </a:solidFill>
                <a:latin typeface="Consolas"/>
                <a:cs typeface="Consolas"/>
              </a:rPr>
              <a:t>app-</a:t>
            </a:r>
            <a:r>
              <a:rPr sz="2800" b="1" strike="sngStrike" spc="-20" dirty="0">
                <a:solidFill>
                  <a:schemeClr val="bg1">
                    <a:lumMod val="50000"/>
                  </a:schemeClr>
                </a:solidFill>
                <a:latin typeface="Consolas"/>
                <a:cs typeface="Consolas"/>
              </a:rPr>
              <a:t>name</a:t>
            </a:r>
            <a:endParaRPr sz="2800" strike="sngStrike" dirty="0">
              <a:solidFill>
                <a:schemeClr val="bg1">
                  <a:lumMod val="50000"/>
                </a:schemeClr>
              </a:solidFill>
              <a:latin typeface="Consolas"/>
              <a:cs typeface="Consolas"/>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11BF8CD-DA3F-180B-F078-1597E310DDEE}"/>
              </a:ext>
            </a:extLst>
          </p:cNvPr>
          <p:cNvSpPr/>
          <p:nvPr/>
        </p:nvSpPr>
        <p:spPr>
          <a:xfrm>
            <a:off x="6096000" y="0"/>
            <a:ext cx="6096000" cy="6858000"/>
          </a:xfrm>
          <a:prstGeom prst="rect">
            <a:avLst/>
          </a:prstGeom>
          <a:solidFill>
            <a:schemeClr val="tx1">
              <a:lumMod val="85000"/>
              <a:lumOff val="1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DK" sz="1600" dirty="0" err="1"/>
          </a:p>
        </p:txBody>
      </p:sp>
      <p:sp>
        <p:nvSpPr>
          <p:cNvPr id="2" name="Titel 1">
            <a:extLst>
              <a:ext uri="{FF2B5EF4-FFF2-40B4-BE49-F238E27FC236}">
                <a16:creationId xmlns:a16="http://schemas.microsoft.com/office/drawing/2014/main" id="{1983AFD6-C0BD-4C9D-ABAC-F755777D2A80}"/>
              </a:ext>
            </a:extLst>
          </p:cNvPr>
          <p:cNvSpPr>
            <a:spLocks noGrp="1"/>
          </p:cNvSpPr>
          <p:nvPr>
            <p:ph type="ctrTitle"/>
          </p:nvPr>
        </p:nvSpPr>
        <p:spPr>
          <a:xfrm>
            <a:off x="414697" y="999173"/>
            <a:ext cx="5485172" cy="701040"/>
          </a:xfrm>
        </p:spPr>
        <p:txBody>
          <a:bodyPr/>
          <a:lstStyle/>
          <a:p>
            <a:r>
              <a:rPr lang="da-DK" dirty="0"/>
              <a:t>Simple </a:t>
            </a:r>
            <a:r>
              <a:rPr lang="da-DK" dirty="0" err="1"/>
              <a:t>React</a:t>
            </a:r>
            <a:r>
              <a:rPr lang="da-DK" dirty="0"/>
              <a:t> App</a:t>
            </a:r>
          </a:p>
        </p:txBody>
      </p:sp>
      <p:sp>
        <p:nvSpPr>
          <p:cNvPr id="3" name="Pladsholder til indhold 2">
            <a:extLst>
              <a:ext uri="{FF2B5EF4-FFF2-40B4-BE49-F238E27FC236}">
                <a16:creationId xmlns:a16="http://schemas.microsoft.com/office/drawing/2014/main" id="{BDDE4E86-A4BC-4B05-8094-F1C0CC7D2909}"/>
              </a:ext>
            </a:extLst>
          </p:cNvPr>
          <p:cNvSpPr>
            <a:spLocks noGrp="1"/>
          </p:cNvSpPr>
          <p:nvPr>
            <p:ph sz="quarter" idx="13"/>
          </p:nvPr>
        </p:nvSpPr>
        <p:spPr>
          <a:xfrm>
            <a:off x="414696" y="1700213"/>
            <a:ext cx="5206876" cy="3852862"/>
          </a:xfrm>
        </p:spPr>
        <p:txBody>
          <a:bodyPr>
            <a:normAutofit/>
          </a:bodyPr>
          <a:lstStyle/>
          <a:p>
            <a:pPr>
              <a:buFont typeface="Arial" panose="020B0604020202020204" pitchFamily="34" charset="0"/>
              <a:buChar char="•"/>
            </a:pPr>
            <a:r>
              <a:rPr lang="en-GB" dirty="0"/>
              <a:t>The code imports React and </a:t>
            </a:r>
            <a:r>
              <a:rPr lang="en-GB" dirty="0" err="1"/>
              <a:t>ReactDOM</a:t>
            </a:r>
            <a:r>
              <a:rPr lang="en-GB" dirty="0"/>
              <a:t>, which are necessary for rendering React components in the browser.</a:t>
            </a:r>
          </a:p>
          <a:p>
            <a:pPr>
              <a:buFont typeface="Arial" panose="020B0604020202020204" pitchFamily="34" charset="0"/>
              <a:buChar char="•"/>
            </a:pPr>
            <a:r>
              <a:rPr lang="en-GB" dirty="0"/>
              <a:t>The App function is a simple React component that returns a div containing an h1 tag with the text "Hello, World!".</a:t>
            </a:r>
          </a:p>
          <a:p>
            <a:pPr>
              <a:buFont typeface="Arial" panose="020B0604020202020204" pitchFamily="34" charset="0"/>
              <a:buChar char="•"/>
            </a:pPr>
            <a:r>
              <a:rPr lang="en-GB" dirty="0"/>
              <a:t>The </a:t>
            </a:r>
            <a:r>
              <a:rPr lang="en-GB" dirty="0" err="1"/>
              <a:t>ReactDOM.render</a:t>
            </a:r>
            <a:r>
              <a:rPr lang="en-GB" dirty="0"/>
              <a:t> function renders the App component inside the root element of the HTML document.</a:t>
            </a:r>
          </a:p>
          <a:p>
            <a:pPr>
              <a:buFont typeface="Arial" panose="020B0604020202020204" pitchFamily="34" charset="0"/>
              <a:buChar char="•"/>
            </a:pPr>
            <a:r>
              <a:rPr lang="en-GB" dirty="0"/>
              <a:t>When the code is run, the browser will display the text "Hello, World!" in an h1 tag on the page.</a:t>
            </a:r>
          </a:p>
        </p:txBody>
      </p:sp>
      <p:sp>
        <p:nvSpPr>
          <p:cNvPr id="4" name="Pladsholder til dato 3">
            <a:extLst>
              <a:ext uri="{FF2B5EF4-FFF2-40B4-BE49-F238E27FC236}">
                <a16:creationId xmlns:a16="http://schemas.microsoft.com/office/drawing/2014/main" id="{E072C3F0-7583-4F5E-9FDB-F3D9CA0252B5}"/>
              </a:ext>
            </a:extLst>
          </p:cNvPr>
          <p:cNvSpPr>
            <a:spLocks noGrp="1"/>
          </p:cNvSpPr>
          <p:nvPr>
            <p:ph type="dt" sz="half" idx="2"/>
          </p:nvPr>
        </p:nvSpPr>
        <p:spPr/>
        <p:txBody>
          <a:bodyPr/>
          <a:lstStyle/>
          <a:p>
            <a:fld id="{EF24DA42-04FB-4B25-978A-D9F9569C3D42}" type="datetime1">
              <a:rPr lang="en-GB" smtClean="0"/>
              <a:t>26/02/2024</a:t>
            </a:fld>
            <a:endParaRPr lang="en-GB" dirty="0"/>
          </a:p>
        </p:txBody>
      </p:sp>
      <p:sp>
        <p:nvSpPr>
          <p:cNvPr id="6" name="Pladsholder til slidenummer 5">
            <a:extLst>
              <a:ext uri="{FF2B5EF4-FFF2-40B4-BE49-F238E27FC236}">
                <a16:creationId xmlns:a16="http://schemas.microsoft.com/office/drawing/2014/main" id="{BE17FC59-F894-44A4-8361-83A75B4C206D}"/>
              </a:ext>
            </a:extLst>
          </p:cNvPr>
          <p:cNvSpPr>
            <a:spLocks noGrp="1"/>
          </p:cNvSpPr>
          <p:nvPr>
            <p:ph type="sldNum" sz="quarter" idx="15"/>
          </p:nvPr>
        </p:nvSpPr>
        <p:spPr/>
        <p:txBody>
          <a:bodyPr/>
          <a:lstStyle/>
          <a:p>
            <a:fld id="{45D37B1E-C366-494F-A587-962AD9AABC83}" type="slidenum">
              <a:rPr lang="en-GB" smtClean="0"/>
              <a:pPr/>
              <a:t>23</a:t>
            </a:fld>
            <a:endParaRPr lang="en-GB" dirty="0"/>
          </a:p>
        </p:txBody>
      </p:sp>
      <p:sp>
        <p:nvSpPr>
          <p:cNvPr id="8" name="TextBox 7">
            <a:extLst>
              <a:ext uri="{FF2B5EF4-FFF2-40B4-BE49-F238E27FC236}">
                <a16:creationId xmlns:a16="http://schemas.microsoft.com/office/drawing/2014/main" id="{F8133F48-4629-25B2-9DA2-0FD9A423FB5A}"/>
              </a:ext>
            </a:extLst>
          </p:cNvPr>
          <p:cNvSpPr txBox="1"/>
          <p:nvPr/>
        </p:nvSpPr>
        <p:spPr>
          <a:xfrm>
            <a:off x="6209968" y="1582340"/>
            <a:ext cx="5868063" cy="3693319"/>
          </a:xfrm>
          <a:prstGeom prst="rect">
            <a:avLst/>
          </a:prstGeom>
          <a:noFill/>
        </p:spPr>
        <p:txBody>
          <a:bodyPr wrap="square">
            <a:spAutoFit/>
          </a:bodyPr>
          <a:lstStyle/>
          <a:p>
            <a:r>
              <a:rPr lang="en-GB" b="0" dirty="0">
                <a:solidFill>
                  <a:srgbClr val="C586C0"/>
                </a:solidFill>
                <a:effectLst/>
                <a:latin typeface="Menlo" panose="020B0609030804020204" pitchFamily="49" charset="0"/>
              </a:rPr>
              <a:t>import</a:t>
            </a:r>
            <a:r>
              <a:rPr lang="en-GB" b="0" dirty="0">
                <a:solidFill>
                  <a:srgbClr val="D4D4D4"/>
                </a:solidFill>
                <a:effectLst/>
                <a:latin typeface="Menlo" panose="020B0609030804020204" pitchFamily="49" charset="0"/>
              </a:rPr>
              <a:t> </a:t>
            </a:r>
            <a:r>
              <a:rPr lang="en-GB" b="0" dirty="0">
                <a:solidFill>
                  <a:srgbClr val="9CDCFE"/>
                </a:solidFill>
                <a:effectLst/>
                <a:latin typeface="Menlo" panose="020B0609030804020204" pitchFamily="49" charset="0"/>
              </a:rPr>
              <a:t>React</a:t>
            </a:r>
            <a:r>
              <a:rPr lang="en-GB" b="0" dirty="0">
                <a:solidFill>
                  <a:srgbClr val="D4D4D4"/>
                </a:solidFill>
                <a:effectLst/>
                <a:latin typeface="Menlo" panose="020B0609030804020204" pitchFamily="49" charset="0"/>
              </a:rPr>
              <a:t> </a:t>
            </a:r>
            <a:r>
              <a:rPr lang="en-GB" b="0" dirty="0">
                <a:solidFill>
                  <a:srgbClr val="C586C0"/>
                </a:solidFill>
                <a:effectLst/>
                <a:latin typeface="Menlo" panose="020B0609030804020204" pitchFamily="49" charset="0"/>
              </a:rPr>
              <a:t>from</a:t>
            </a:r>
            <a:r>
              <a:rPr lang="en-GB" b="0" dirty="0">
                <a:solidFill>
                  <a:srgbClr val="D4D4D4"/>
                </a:solidFill>
                <a:effectLst/>
                <a:latin typeface="Menlo" panose="020B0609030804020204" pitchFamily="49" charset="0"/>
              </a:rPr>
              <a:t> </a:t>
            </a:r>
            <a:r>
              <a:rPr lang="en-GB" b="0" dirty="0">
                <a:solidFill>
                  <a:srgbClr val="CE9178"/>
                </a:solidFill>
                <a:effectLst/>
                <a:latin typeface="Menlo" panose="020B0609030804020204" pitchFamily="49" charset="0"/>
              </a:rPr>
              <a:t>'react'</a:t>
            </a:r>
            <a:r>
              <a:rPr lang="en-GB" b="0" dirty="0">
                <a:solidFill>
                  <a:srgbClr val="D4D4D4"/>
                </a:solidFill>
                <a:effectLst/>
                <a:latin typeface="Menlo" panose="020B0609030804020204" pitchFamily="49" charset="0"/>
              </a:rPr>
              <a:t>;</a:t>
            </a:r>
          </a:p>
          <a:p>
            <a:r>
              <a:rPr lang="en-GB" b="0" dirty="0">
                <a:solidFill>
                  <a:srgbClr val="C586C0"/>
                </a:solidFill>
                <a:effectLst/>
                <a:latin typeface="Menlo" panose="020B0609030804020204" pitchFamily="49" charset="0"/>
              </a:rPr>
              <a:t>import</a:t>
            </a:r>
            <a:r>
              <a:rPr lang="en-GB" b="0" dirty="0">
                <a:solidFill>
                  <a:srgbClr val="D4D4D4"/>
                </a:solidFill>
                <a:effectLst/>
                <a:latin typeface="Menlo" panose="020B0609030804020204" pitchFamily="49" charset="0"/>
              </a:rPr>
              <a:t> </a:t>
            </a:r>
            <a:r>
              <a:rPr lang="en-GB" b="0" dirty="0" err="1">
                <a:solidFill>
                  <a:srgbClr val="9CDCFE"/>
                </a:solidFill>
                <a:effectLst/>
                <a:latin typeface="Menlo" panose="020B0609030804020204" pitchFamily="49" charset="0"/>
              </a:rPr>
              <a:t>ReactDOM</a:t>
            </a:r>
            <a:r>
              <a:rPr lang="en-GB" b="0" dirty="0">
                <a:solidFill>
                  <a:srgbClr val="D4D4D4"/>
                </a:solidFill>
                <a:effectLst/>
                <a:latin typeface="Menlo" panose="020B0609030804020204" pitchFamily="49" charset="0"/>
              </a:rPr>
              <a:t> </a:t>
            </a:r>
            <a:r>
              <a:rPr lang="en-GB" b="0" dirty="0">
                <a:solidFill>
                  <a:srgbClr val="C586C0"/>
                </a:solidFill>
                <a:effectLst/>
                <a:latin typeface="Menlo" panose="020B0609030804020204" pitchFamily="49" charset="0"/>
              </a:rPr>
              <a:t>from</a:t>
            </a:r>
            <a:r>
              <a:rPr lang="en-GB" b="0" dirty="0">
                <a:solidFill>
                  <a:srgbClr val="D4D4D4"/>
                </a:solidFill>
                <a:effectLst/>
                <a:latin typeface="Menlo" panose="020B0609030804020204" pitchFamily="49" charset="0"/>
              </a:rPr>
              <a:t> </a:t>
            </a:r>
            <a:r>
              <a:rPr lang="en-GB" b="0" dirty="0">
                <a:solidFill>
                  <a:srgbClr val="CE9178"/>
                </a:solidFill>
                <a:effectLst/>
                <a:latin typeface="Menlo" panose="020B0609030804020204" pitchFamily="49" charset="0"/>
              </a:rPr>
              <a:t>'react-</a:t>
            </a:r>
            <a:r>
              <a:rPr lang="en-GB" b="0" dirty="0" err="1">
                <a:solidFill>
                  <a:srgbClr val="CE9178"/>
                </a:solidFill>
                <a:effectLst/>
                <a:latin typeface="Menlo" panose="020B0609030804020204" pitchFamily="49" charset="0"/>
              </a:rPr>
              <a:t>dom</a:t>
            </a:r>
            <a:r>
              <a:rPr lang="en-GB" b="0" dirty="0">
                <a:solidFill>
                  <a:srgbClr val="CE9178"/>
                </a:solidFill>
                <a:effectLst/>
                <a:latin typeface="Menlo" panose="020B0609030804020204" pitchFamily="49" charset="0"/>
              </a:rPr>
              <a:t>'</a:t>
            </a:r>
            <a:r>
              <a:rPr lang="en-GB" b="0" dirty="0">
                <a:solidFill>
                  <a:srgbClr val="D4D4D4"/>
                </a:solidFill>
                <a:effectLst/>
                <a:latin typeface="Menlo" panose="020B0609030804020204" pitchFamily="49" charset="0"/>
              </a:rPr>
              <a:t>;</a:t>
            </a:r>
          </a:p>
          <a:p>
            <a:br>
              <a:rPr lang="en-GB" b="0" dirty="0">
                <a:solidFill>
                  <a:srgbClr val="D4D4D4"/>
                </a:solidFill>
                <a:effectLst/>
                <a:latin typeface="Menlo" panose="020B0609030804020204" pitchFamily="49" charset="0"/>
              </a:rPr>
            </a:br>
            <a:r>
              <a:rPr lang="en-GB" b="0" dirty="0">
                <a:solidFill>
                  <a:srgbClr val="569CD6"/>
                </a:solidFill>
                <a:effectLst/>
                <a:latin typeface="Menlo" panose="020B0609030804020204" pitchFamily="49" charset="0"/>
              </a:rPr>
              <a:t>function</a:t>
            </a:r>
            <a:r>
              <a:rPr lang="en-GB" b="0" dirty="0">
                <a:solidFill>
                  <a:srgbClr val="D4D4D4"/>
                </a:solidFill>
                <a:effectLst/>
                <a:latin typeface="Menlo" panose="020B0609030804020204" pitchFamily="49" charset="0"/>
              </a:rPr>
              <a:t> </a:t>
            </a:r>
            <a:r>
              <a:rPr lang="en-GB" b="0" dirty="0">
                <a:solidFill>
                  <a:srgbClr val="DCDCAA"/>
                </a:solidFill>
                <a:effectLst/>
                <a:latin typeface="Menlo" panose="020B0609030804020204" pitchFamily="49" charset="0"/>
              </a:rPr>
              <a:t>App</a:t>
            </a:r>
            <a:r>
              <a:rPr lang="en-GB" b="0" dirty="0">
                <a:solidFill>
                  <a:srgbClr val="D4D4D4"/>
                </a:solidFill>
                <a:effectLst/>
                <a:latin typeface="Menlo" panose="020B0609030804020204" pitchFamily="49" charset="0"/>
              </a:rPr>
              <a:t>() {</a:t>
            </a:r>
          </a:p>
          <a:p>
            <a:r>
              <a:rPr lang="en-GB" b="0" dirty="0">
                <a:solidFill>
                  <a:srgbClr val="C586C0"/>
                </a:solidFill>
                <a:effectLst/>
                <a:latin typeface="Menlo" panose="020B0609030804020204" pitchFamily="49" charset="0"/>
              </a:rPr>
              <a:t>  return</a:t>
            </a:r>
            <a:r>
              <a:rPr lang="en-GB" b="0" dirty="0">
                <a:solidFill>
                  <a:srgbClr val="D4D4D4"/>
                </a:solidFill>
                <a:effectLst/>
                <a:latin typeface="Menlo" panose="020B0609030804020204" pitchFamily="49" charset="0"/>
              </a:rPr>
              <a:t> (</a:t>
            </a:r>
          </a:p>
          <a:p>
            <a:r>
              <a:rPr lang="en-GB" b="0" dirty="0">
                <a:solidFill>
                  <a:srgbClr val="808080"/>
                </a:solidFill>
                <a:effectLst/>
                <a:latin typeface="Menlo" panose="020B0609030804020204" pitchFamily="49" charset="0"/>
              </a:rPr>
              <a:t>    &lt;</a:t>
            </a:r>
            <a:r>
              <a:rPr lang="en-GB" b="0" dirty="0">
                <a:solidFill>
                  <a:srgbClr val="569CD6"/>
                </a:solidFill>
                <a:effectLst/>
                <a:latin typeface="Menlo" panose="020B0609030804020204" pitchFamily="49" charset="0"/>
              </a:rPr>
              <a:t>div</a:t>
            </a:r>
            <a:r>
              <a:rPr lang="en-GB" b="0" dirty="0">
                <a:solidFill>
                  <a:srgbClr val="808080"/>
                </a:solidFill>
                <a:effectLst/>
                <a:latin typeface="Menlo" panose="020B0609030804020204" pitchFamily="49" charset="0"/>
              </a:rPr>
              <a:t>&gt;</a:t>
            </a:r>
            <a:endParaRPr lang="en-GB" b="0" dirty="0">
              <a:solidFill>
                <a:srgbClr val="D4D4D4"/>
              </a:solidFill>
              <a:effectLst/>
              <a:latin typeface="Menlo" panose="020B0609030804020204" pitchFamily="49" charset="0"/>
            </a:endParaRPr>
          </a:p>
          <a:p>
            <a:r>
              <a:rPr lang="en-GB" b="0" dirty="0">
                <a:solidFill>
                  <a:srgbClr val="808080"/>
                </a:solidFill>
                <a:effectLst/>
                <a:latin typeface="Menlo" panose="020B0609030804020204" pitchFamily="49" charset="0"/>
              </a:rPr>
              <a:t>      &lt;</a:t>
            </a:r>
            <a:r>
              <a:rPr lang="en-GB" b="0" dirty="0">
                <a:solidFill>
                  <a:srgbClr val="569CD6"/>
                </a:solidFill>
                <a:effectLst/>
                <a:latin typeface="Menlo" panose="020B0609030804020204" pitchFamily="49" charset="0"/>
              </a:rPr>
              <a:t>h1</a:t>
            </a:r>
            <a:r>
              <a:rPr lang="en-GB" b="0" dirty="0">
                <a:solidFill>
                  <a:srgbClr val="808080"/>
                </a:solidFill>
                <a:effectLst/>
                <a:latin typeface="Menlo" panose="020B0609030804020204" pitchFamily="49" charset="0"/>
              </a:rPr>
              <a:t>&gt;</a:t>
            </a:r>
            <a:r>
              <a:rPr lang="en-GB" b="0" dirty="0">
                <a:solidFill>
                  <a:srgbClr val="D4D4D4"/>
                </a:solidFill>
                <a:effectLst/>
                <a:latin typeface="Menlo" panose="020B0609030804020204" pitchFamily="49" charset="0"/>
              </a:rPr>
              <a:t>Hello, World!</a:t>
            </a:r>
            <a:r>
              <a:rPr lang="en-GB" b="0" dirty="0">
                <a:solidFill>
                  <a:srgbClr val="808080"/>
                </a:solidFill>
                <a:effectLst/>
                <a:latin typeface="Menlo" panose="020B0609030804020204" pitchFamily="49" charset="0"/>
              </a:rPr>
              <a:t>&lt;/</a:t>
            </a:r>
            <a:r>
              <a:rPr lang="en-GB" b="0" dirty="0">
                <a:solidFill>
                  <a:srgbClr val="569CD6"/>
                </a:solidFill>
                <a:effectLst/>
                <a:latin typeface="Menlo" panose="020B0609030804020204" pitchFamily="49" charset="0"/>
              </a:rPr>
              <a:t>h1</a:t>
            </a:r>
            <a:r>
              <a:rPr lang="en-GB" b="0" dirty="0">
                <a:solidFill>
                  <a:srgbClr val="808080"/>
                </a:solidFill>
                <a:effectLst/>
                <a:latin typeface="Menlo" panose="020B0609030804020204" pitchFamily="49" charset="0"/>
              </a:rPr>
              <a:t>&gt;</a:t>
            </a:r>
            <a:endParaRPr lang="en-GB" b="0" dirty="0">
              <a:solidFill>
                <a:srgbClr val="D4D4D4"/>
              </a:solidFill>
              <a:effectLst/>
              <a:latin typeface="Menlo" panose="020B0609030804020204" pitchFamily="49" charset="0"/>
            </a:endParaRPr>
          </a:p>
          <a:p>
            <a:r>
              <a:rPr lang="en-GB" b="0" dirty="0">
                <a:solidFill>
                  <a:srgbClr val="808080"/>
                </a:solidFill>
                <a:effectLst/>
                <a:latin typeface="Menlo" panose="020B0609030804020204" pitchFamily="49" charset="0"/>
              </a:rPr>
              <a:t>    &lt;/</a:t>
            </a:r>
            <a:r>
              <a:rPr lang="en-GB" b="0" dirty="0">
                <a:solidFill>
                  <a:srgbClr val="569CD6"/>
                </a:solidFill>
                <a:effectLst/>
                <a:latin typeface="Menlo" panose="020B0609030804020204" pitchFamily="49" charset="0"/>
              </a:rPr>
              <a:t>div</a:t>
            </a:r>
            <a:r>
              <a:rPr lang="en-GB" b="0" dirty="0">
                <a:solidFill>
                  <a:srgbClr val="808080"/>
                </a:solidFill>
                <a:effectLst/>
                <a:latin typeface="Menlo" panose="020B0609030804020204" pitchFamily="49" charset="0"/>
              </a:rPr>
              <a:t>&gt;</a:t>
            </a:r>
            <a:endParaRPr lang="en-GB" b="0" dirty="0">
              <a:solidFill>
                <a:srgbClr val="D4D4D4"/>
              </a:solidFill>
              <a:effectLst/>
              <a:latin typeface="Menlo" panose="020B0609030804020204" pitchFamily="49" charset="0"/>
            </a:endParaRPr>
          </a:p>
          <a:p>
            <a:r>
              <a:rPr lang="en-GB" b="0" dirty="0">
                <a:solidFill>
                  <a:srgbClr val="D4D4D4"/>
                </a:solidFill>
                <a:effectLst/>
                <a:latin typeface="Menlo" panose="020B0609030804020204" pitchFamily="49" charset="0"/>
              </a:rPr>
              <a:t>  );</a:t>
            </a:r>
          </a:p>
          <a:p>
            <a:r>
              <a:rPr lang="en-GB" b="0" dirty="0">
                <a:solidFill>
                  <a:srgbClr val="D4D4D4"/>
                </a:solidFill>
                <a:effectLst/>
                <a:latin typeface="Menlo" panose="020B0609030804020204" pitchFamily="49" charset="0"/>
              </a:rPr>
              <a:t>}</a:t>
            </a:r>
          </a:p>
          <a:p>
            <a:br>
              <a:rPr lang="en-GB" b="0" dirty="0">
                <a:solidFill>
                  <a:srgbClr val="D4D4D4"/>
                </a:solidFill>
                <a:effectLst/>
                <a:latin typeface="Menlo" panose="020B0609030804020204" pitchFamily="49" charset="0"/>
              </a:rPr>
            </a:br>
            <a:r>
              <a:rPr lang="en-GB" b="0" dirty="0" err="1">
                <a:solidFill>
                  <a:srgbClr val="9CDCFE"/>
                </a:solidFill>
                <a:effectLst/>
                <a:latin typeface="Menlo" panose="020B0609030804020204" pitchFamily="49" charset="0"/>
              </a:rPr>
              <a:t>ReactDOM</a:t>
            </a:r>
            <a:r>
              <a:rPr lang="en-GB" b="0" dirty="0" err="1">
                <a:solidFill>
                  <a:srgbClr val="D4D4D4"/>
                </a:solidFill>
                <a:effectLst/>
                <a:latin typeface="Menlo" panose="020B0609030804020204" pitchFamily="49" charset="0"/>
              </a:rPr>
              <a:t>.</a:t>
            </a:r>
            <a:r>
              <a:rPr lang="en-GB" b="0" dirty="0" err="1">
                <a:solidFill>
                  <a:srgbClr val="DCDCAA"/>
                </a:solidFill>
                <a:effectLst/>
                <a:latin typeface="Menlo" panose="020B0609030804020204" pitchFamily="49" charset="0"/>
              </a:rPr>
              <a:t>render</a:t>
            </a:r>
            <a:r>
              <a:rPr lang="en-GB" b="0" dirty="0">
                <a:solidFill>
                  <a:srgbClr val="D4D4D4"/>
                </a:solidFill>
                <a:effectLst/>
                <a:latin typeface="Menlo" panose="020B0609030804020204" pitchFamily="49" charset="0"/>
              </a:rPr>
              <a:t>(</a:t>
            </a:r>
            <a:r>
              <a:rPr lang="en-GB" b="0" dirty="0">
                <a:solidFill>
                  <a:srgbClr val="808080"/>
                </a:solidFill>
                <a:effectLst/>
                <a:latin typeface="Menlo" panose="020B0609030804020204" pitchFamily="49" charset="0"/>
              </a:rPr>
              <a:t>&lt;</a:t>
            </a:r>
            <a:r>
              <a:rPr lang="en-GB" b="0" dirty="0">
                <a:solidFill>
                  <a:srgbClr val="4EC9B0"/>
                </a:solidFill>
                <a:effectLst/>
                <a:latin typeface="Menlo" panose="020B0609030804020204" pitchFamily="49" charset="0"/>
              </a:rPr>
              <a:t>App</a:t>
            </a:r>
            <a:r>
              <a:rPr lang="en-GB" b="0" dirty="0">
                <a:solidFill>
                  <a:srgbClr val="D4D4D4"/>
                </a:solidFill>
                <a:effectLst/>
                <a:latin typeface="Menlo" panose="020B0609030804020204" pitchFamily="49" charset="0"/>
              </a:rPr>
              <a:t> </a:t>
            </a:r>
            <a:r>
              <a:rPr lang="en-GB" b="0" dirty="0">
                <a:solidFill>
                  <a:srgbClr val="808080"/>
                </a:solidFill>
                <a:effectLst/>
                <a:latin typeface="Menlo" panose="020B0609030804020204" pitchFamily="49" charset="0"/>
              </a:rPr>
              <a:t>/&gt;</a:t>
            </a:r>
            <a:r>
              <a:rPr lang="en-GB" b="0" dirty="0">
                <a:solidFill>
                  <a:srgbClr val="D4D4D4"/>
                </a:solidFill>
                <a:effectLst/>
                <a:latin typeface="Menlo" panose="020B0609030804020204" pitchFamily="49" charset="0"/>
              </a:rPr>
              <a:t>,</a:t>
            </a:r>
          </a:p>
          <a:p>
            <a:r>
              <a:rPr lang="en-GB" dirty="0">
                <a:solidFill>
                  <a:srgbClr val="D4D4D4"/>
                </a:solidFill>
                <a:latin typeface="Menlo" panose="020B0609030804020204" pitchFamily="49" charset="0"/>
              </a:rPr>
              <a:t> </a:t>
            </a:r>
            <a:r>
              <a:rPr lang="en-GB" b="0" dirty="0">
                <a:solidFill>
                  <a:srgbClr val="D4D4D4"/>
                </a:solidFill>
                <a:effectLst/>
                <a:latin typeface="Menlo" panose="020B0609030804020204" pitchFamily="49" charset="0"/>
              </a:rPr>
              <a:t> </a:t>
            </a:r>
            <a:r>
              <a:rPr lang="en-GB" b="0" dirty="0" err="1">
                <a:solidFill>
                  <a:srgbClr val="9CDCFE"/>
                </a:solidFill>
                <a:effectLst/>
                <a:latin typeface="Menlo" panose="020B0609030804020204" pitchFamily="49" charset="0"/>
              </a:rPr>
              <a:t>document</a:t>
            </a:r>
            <a:r>
              <a:rPr lang="en-GB" b="0" dirty="0" err="1">
                <a:solidFill>
                  <a:srgbClr val="D4D4D4"/>
                </a:solidFill>
                <a:effectLst/>
                <a:latin typeface="Menlo" panose="020B0609030804020204" pitchFamily="49" charset="0"/>
              </a:rPr>
              <a:t>.</a:t>
            </a:r>
            <a:r>
              <a:rPr lang="en-GB" b="0" dirty="0" err="1">
                <a:solidFill>
                  <a:srgbClr val="DCDCAA"/>
                </a:solidFill>
                <a:effectLst/>
                <a:latin typeface="Menlo" panose="020B0609030804020204" pitchFamily="49" charset="0"/>
              </a:rPr>
              <a:t>getElementById</a:t>
            </a:r>
            <a:r>
              <a:rPr lang="en-GB" b="0" dirty="0">
                <a:solidFill>
                  <a:srgbClr val="D4D4D4"/>
                </a:solidFill>
                <a:effectLst/>
                <a:latin typeface="Menlo" panose="020B0609030804020204" pitchFamily="49" charset="0"/>
              </a:rPr>
              <a:t>(</a:t>
            </a:r>
            <a:r>
              <a:rPr lang="en-GB" b="0" dirty="0">
                <a:solidFill>
                  <a:srgbClr val="CE9178"/>
                </a:solidFill>
                <a:effectLst/>
                <a:latin typeface="Menlo" panose="020B0609030804020204" pitchFamily="49" charset="0"/>
              </a:rPr>
              <a:t>'root'</a:t>
            </a:r>
            <a:r>
              <a:rPr lang="en-GB" b="0" dirty="0">
                <a:solidFill>
                  <a:srgbClr val="D4D4D4"/>
                </a:solidFill>
                <a:effectLst/>
                <a:latin typeface="Menlo" panose="020B0609030804020204" pitchFamily="49" charset="0"/>
              </a:rPr>
              <a:t>));</a:t>
            </a:r>
          </a:p>
        </p:txBody>
      </p:sp>
    </p:spTree>
    <p:extLst>
      <p:ext uri="{BB962C8B-B14F-4D97-AF65-F5344CB8AC3E}">
        <p14:creationId xmlns:p14="http://schemas.microsoft.com/office/powerpoint/2010/main" val="37252188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11BF8CD-DA3F-180B-F078-1597E310DDEE}"/>
              </a:ext>
            </a:extLst>
          </p:cNvPr>
          <p:cNvSpPr/>
          <p:nvPr/>
        </p:nvSpPr>
        <p:spPr>
          <a:xfrm>
            <a:off x="6096000" y="4724400"/>
            <a:ext cx="6096000" cy="2133600"/>
          </a:xfrm>
          <a:prstGeom prst="rect">
            <a:avLst/>
          </a:prstGeom>
          <a:solidFill>
            <a:schemeClr val="tx1">
              <a:lumMod val="85000"/>
              <a:lumOff val="1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DK" sz="1600" dirty="0" err="1"/>
          </a:p>
        </p:txBody>
      </p:sp>
      <p:sp>
        <p:nvSpPr>
          <p:cNvPr id="2" name="Titel 1">
            <a:extLst>
              <a:ext uri="{FF2B5EF4-FFF2-40B4-BE49-F238E27FC236}">
                <a16:creationId xmlns:a16="http://schemas.microsoft.com/office/drawing/2014/main" id="{1983AFD6-C0BD-4C9D-ABAC-F755777D2A80}"/>
              </a:ext>
            </a:extLst>
          </p:cNvPr>
          <p:cNvSpPr>
            <a:spLocks noGrp="1"/>
          </p:cNvSpPr>
          <p:nvPr>
            <p:ph type="ctrTitle"/>
          </p:nvPr>
        </p:nvSpPr>
        <p:spPr>
          <a:xfrm>
            <a:off x="414697" y="999173"/>
            <a:ext cx="5485172" cy="701040"/>
          </a:xfrm>
        </p:spPr>
        <p:txBody>
          <a:bodyPr/>
          <a:lstStyle/>
          <a:p>
            <a:r>
              <a:rPr lang="da-DK" dirty="0" err="1"/>
              <a:t>React</a:t>
            </a:r>
            <a:r>
              <a:rPr lang="da-DK" dirty="0"/>
              <a:t> </a:t>
            </a:r>
            <a:r>
              <a:rPr lang="da-DK" dirty="0">
                <a:solidFill>
                  <a:srgbClr val="FF0000"/>
                </a:solidFill>
              </a:rPr>
              <a:t>Components</a:t>
            </a:r>
          </a:p>
        </p:txBody>
      </p:sp>
      <p:sp>
        <p:nvSpPr>
          <p:cNvPr id="3" name="Pladsholder til indhold 2">
            <a:extLst>
              <a:ext uri="{FF2B5EF4-FFF2-40B4-BE49-F238E27FC236}">
                <a16:creationId xmlns:a16="http://schemas.microsoft.com/office/drawing/2014/main" id="{BDDE4E86-A4BC-4B05-8094-F1C0CC7D2909}"/>
              </a:ext>
            </a:extLst>
          </p:cNvPr>
          <p:cNvSpPr>
            <a:spLocks noGrp="1"/>
          </p:cNvSpPr>
          <p:nvPr>
            <p:ph sz="quarter" idx="13"/>
          </p:nvPr>
        </p:nvSpPr>
        <p:spPr>
          <a:xfrm>
            <a:off x="414696" y="1700213"/>
            <a:ext cx="5206876" cy="3852862"/>
          </a:xfrm>
        </p:spPr>
        <p:txBody>
          <a:bodyPr>
            <a:normAutofit/>
          </a:bodyPr>
          <a:lstStyle/>
          <a:p>
            <a:pPr marL="0" indent="0">
              <a:buNone/>
            </a:pPr>
            <a:r>
              <a:rPr lang="en-GB" b="0" i="0" dirty="0">
                <a:solidFill>
                  <a:srgbClr val="374151"/>
                </a:solidFill>
                <a:effectLst/>
              </a:rPr>
              <a:t>React is built around the concept of components, which are the building blocks of a React application.</a:t>
            </a:r>
          </a:p>
          <a:p>
            <a:pPr marL="0" indent="0">
              <a:buNone/>
            </a:pPr>
            <a:endParaRPr lang="en-GB" dirty="0">
              <a:solidFill>
                <a:srgbClr val="374151"/>
              </a:solidFill>
            </a:endParaRPr>
          </a:p>
          <a:p>
            <a:pPr marL="0" indent="0">
              <a:buNone/>
            </a:pPr>
            <a:r>
              <a:rPr lang="en-GB" b="0" i="0" dirty="0">
                <a:solidFill>
                  <a:srgbClr val="374151"/>
                </a:solidFill>
                <a:effectLst/>
              </a:rPr>
              <a:t>A component is typically in its own file and </a:t>
            </a:r>
            <a:r>
              <a:rPr lang="en-GB" b="0" i="0" dirty="0">
                <a:solidFill>
                  <a:srgbClr val="FF0000"/>
                </a:solidFill>
                <a:effectLst/>
              </a:rPr>
              <a:t>export</a:t>
            </a:r>
            <a:r>
              <a:rPr lang="en-GB" b="0" i="0" dirty="0">
                <a:solidFill>
                  <a:srgbClr val="374151"/>
                </a:solidFill>
                <a:effectLst/>
              </a:rPr>
              <a:t> its root function.</a:t>
            </a:r>
          </a:p>
        </p:txBody>
      </p:sp>
      <p:sp>
        <p:nvSpPr>
          <p:cNvPr id="4" name="Pladsholder til dato 3">
            <a:extLst>
              <a:ext uri="{FF2B5EF4-FFF2-40B4-BE49-F238E27FC236}">
                <a16:creationId xmlns:a16="http://schemas.microsoft.com/office/drawing/2014/main" id="{E072C3F0-7583-4F5E-9FDB-F3D9CA0252B5}"/>
              </a:ext>
            </a:extLst>
          </p:cNvPr>
          <p:cNvSpPr>
            <a:spLocks noGrp="1"/>
          </p:cNvSpPr>
          <p:nvPr>
            <p:ph type="dt" sz="half" idx="2"/>
          </p:nvPr>
        </p:nvSpPr>
        <p:spPr/>
        <p:txBody>
          <a:bodyPr/>
          <a:lstStyle/>
          <a:p>
            <a:fld id="{EF24DA42-04FB-4B25-978A-D9F9569C3D42}" type="datetime1">
              <a:rPr lang="en-GB" smtClean="0"/>
              <a:t>26/02/2024</a:t>
            </a:fld>
            <a:endParaRPr lang="en-GB" dirty="0"/>
          </a:p>
        </p:txBody>
      </p:sp>
      <p:sp>
        <p:nvSpPr>
          <p:cNvPr id="6" name="Pladsholder til slidenummer 5">
            <a:extLst>
              <a:ext uri="{FF2B5EF4-FFF2-40B4-BE49-F238E27FC236}">
                <a16:creationId xmlns:a16="http://schemas.microsoft.com/office/drawing/2014/main" id="{BE17FC59-F894-44A4-8361-83A75B4C206D}"/>
              </a:ext>
            </a:extLst>
          </p:cNvPr>
          <p:cNvSpPr>
            <a:spLocks noGrp="1"/>
          </p:cNvSpPr>
          <p:nvPr>
            <p:ph type="sldNum" sz="quarter" idx="15"/>
          </p:nvPr>
        </p:nvSpPr>
        <p:spPr/>
        <p:txBody>
          <a:bodyPr/>
          <a:lstStyle/>
          <a:p>
            <a:fld id="{45D37B1E-C366-494F-A587-962AD9AABC83}" type="slidenum">
              <a:rPr lang="en-GB" smtClean="0"/>
              <a:pPr/>
              <a:t>24</a:t>
            </a:fld>
            <a:endParaRPr lang="en-GB" dirty="0"/>
          </a:p>
        </p:txBody>
      </p:sp>
      <p:sp>
        <p:nvSpPr>
          <p:cNvPr id="8" name="TextBox 7">
            <a:extLst>
              <a:ext uri="{FF2B5EF4-FFF2-40B4-BE49-F238E27FC236}">
                <a16:creationId xmlns:a16="http://schemas.microsoft.com/office/drawing/2014/main" id="{F8133F48-4629-25B2-9DA2-0FD9A423FB5A}"/>
              </a:ext>
            </a:extLst>
          </p:cNvPr>
          <p:cNvSpPr txBox="1"/>
          <p:nvPr/>
        </p:nvSpPr>
        <p:spPr>
          <a:xfrm>
            <a:off x="6323937" y="4923354"/>
            <a:ext cx="5868063" cy="1600438"/>
          </a:xfrm>
          <a:prstGeom prst="rect">
            <a:avLst/>
          </a:prstGeom>
          <a:noFill/>
        </p:spPr>
        <p:txBody>
          <a:bodyPr wrap="square">
            <a:spAutoFit/>
          </a:bodyPr>
          <a:lstStyle/>
          <a:p>
            <a:r>
              <a:rPr lang="en-GB" sz="1400" b="0" dirty="0">
                <a:solidFill>
                  <a:srgbClr val="C586C0"/>
                </a:solidFill>
                <a:effectLst/>
                <a:latin typeface="Menlo" panose="020B0609030804020204" pitchFamily="49" charset="0"/>
              </a:rPr>
              <a:t>import</a:t>
            </a:r>
            <a:r>
              <a:rPr lang="en-GB" sz="1400" b="0" dirty="0">
                <a:solidFill>
                  <a:srgbClr val="D4D4D4"/>
                </a:solidFill>
                <a:effectLst/>
                <a:latin typeface="Menlo" panose="020B0609030804020204" pitchFamily="49" charset="0"/>
              </a:rPr>
              <a:t> </a:t>
            </a:r>
            <a:r>
              <a:rPr lang="en-GB" sz="1400" b="0" dirty="0">
                <a:solidFill>
                  <a:srgbClr val="9CDCFE"/>
                </a:solidFill>
                <a:effectLst/>
                <a:latin typeface="Menlo" panose="020B0609030804020204" pitchFamily="49" charset="0"/>
              </a:rPr>
              <a:t>React</a:t>
            </a:r>
            <a:r>
              <a:rPr lang="en-GB" sz="1400" b="0" dirty="0">
                <a:solidFill>
                  <a:srgbClr val="D4D4D4"/>
                </a:solidFill>
                <a:effectLst/>
                <a:latin typeface="Menlo" panose="020B0609030804020204" pitchFamily="49" charset="0"/>
              </a:rPr>
              <a:t> </a:t>
            </a:r>
            <a:r>
              <a:rPr lang="en-GB" sz="1400" b="0" dirty="0">
                <a:solidFill>
                  <a:srgbClr val="C586C0"/>
                </a:solidFill>
                <a:effectLst/>
                <a:latin typeface="Menlo" panose="020B0609030804020204" pitchFamily="49" charset="0"/>
              </a:rPr>
              <a:t>from</a:t>
            </a:r>
            <a:r>
              <a:rPr lang="en-GB" sz="1400" b="0" dirty="0">
                <a:solidFill>
                  <a:srgbClr val="D4D4D4"/>
                </a:solidFill>
                <a:effectLst/>
                <a:latin typeface="Menlo" panose="020B0609030804020204" pitchFamily="49" charset="0"/>
              </a:rPr>
              <a:t> </a:t>
            </a:r>
            <a:r>
              <a:rPr lang="en-GB" sz="1400" b="0" dirty="0">
                <a:solidFill>
                  <a:srgbClr val="CE9178"/>
                </a:solidFill>
                <a:effectLst/>
                <a:latin typeface="Menlo" panose="020B0609030804020204" pitchFamily="49" charset="0"/>
              </a:rPr>
              <a:t>'react'</a:t>
            </a:r>
            <a:r>
              <a:rPr lang="en-GB" sz="1400" b="0" dirty="0">
                <a:solidFill>
                  <a:srgbClr val="D4D4D4"/>
                </a:solidFill>
                <a:effectLst/>
                <a:latin typeface="Menlo" panose="020B0609030804020204" pitchFamily="49" charset="0"/>
              </a:rPr>
              <a:t>;</a:t>
            </a:r>
          </a:p>
          <a:p>
            <a:endParaRPr lang="en-GB" sz="1400" b="0" dirty="0">
              <a:solidFill>
                <a:srgbClr val="D4D4D4"/>
              </a:solidFill>
              <a:effectLst/>
              <a:latin typeface="Menlo" panose="020B0609030804020204" pitchFamily="49" charset="0"/>
            </a:endParaRPr>
          </a:p>
          <a:p>
            <a:r>
              <a:rPr lang="en-GB" sz="1400" b="0" dirty="0">
                <a:solidFill>
                  <a:srgbClr val="569CD6"/>
                </a:solidFill>
                <a:effectLst/>
                <a:latin typeface="Menlo" panose="020B0609030804020204" pitchFamily="49" charset="0"/>
              </a:rPr>
              <a:t>function</a:t>
            </a:r>
            <a:r>
              <a:rPr lang="en-GB" sz="1400" b="0" dirty="0">
                <a:solidFill>
                  <a:srgbClr val="D4D4D4"/>
                </a:solidFill>
                <a:effectLst/>
                <a:latin typeface="Menlo" panose="020B0609030804020204" pitchFamily="49" charset="0"/>
              </a:rPr>
              <a:t> </a:t>
            </a:r>
            <a:r>
              <a:rPr lang="en-GB" sz="1400" b="0" dirty="0">
                <a:solidFill>
                  <a:srgbClr val="DCDCAA"/>
                </a:solidFill>
                <a:effectLst/>
                <a:latin typeface="Menlo" panose="020B0609030804020204" pitchFamily="49" charset="0"/>
              </a:rPr>
              <a:t>Greeting</a:t>
            </a:r>
            <a:r>
              <a:rPr lang="en-GB" sz="1400" b="0" dirty="0">
                <a:solidFill>
                  <a:srgbClr val="D4D4D4"/>
                </a:solidFill>
                <a:effectLst/>
                <a:latin typeface="Menlo" panose="020B0609030804020204" pitchFamily="49" charset="0"/>
              </a:rPr>
              <a:t>(</a:t>
            </a:r>
            <a:r>
              <a:rPr lang="en-GB" sz="1400" b="0" dirty="0">
                <a:solidFill>
                  <a:srgbClr val="9CDCFE"/>
                </a:solidFill>
                <a:effectLst/>
                <a:latin typeface="Menlo" panose="020B0609030804020204" pitchFamily="49" charset="0"/>
              </a:rPr>
              <a:t>props</a:t>
            </a:r>
            <a:r>
              <a:rPr lang="en-GB" sz="1400" b="0" dirty="0">
                <a:solidFill>
                  <a:srgbClr val="D4D4D4"/>
                </a:solidFill>
                <a:effectLst/>
                <a:latin typeface="Menlo" panose="020B0609030804020204" pitchFamily="49" charset="0"/>
              </a:rPr>
              <a:t>) {</a:t>
            </a:r>
          </a:p>
          <a:p>
            <a:r>
              <a:rPr lang="en-GB" sz="1400" b="0" dirty="0">
                <a:solidFill>
                  <a:srgbClr val="C586C0"/>
                </a:solidFill>
                <a:effectLst/>
                <a:latin typeface="Menlo" panose="020B0609030804020204" pitchFamily="49" charset="0"/>
              </a:rPr>
              <a:t>  return</a:t>
            </a:r>
            <a:r>
              <a:rPr lang="en-GB" sz="1400" b="0" dirty="0">
                <a:solidFill>
                  <a:srgbClr val="D4D4D4"/>
                </a:solidFill>
                <a:effectLst/>
                <a:latin typeface="Menlo" panose="020B0609030804020204" pitchFamily="49" charset="0"/>
              </a:rPr>
              <a:t> </a:t>
            </a:r>
            <a:r>
              <a:rPr lang="en-GB" sz="1400" b="0" dirty="0">
                <a:solidFill>
                  <a:srgbClr val="808080"/>
                </a:solidFill>
                <a:effectLst/>
                <a:latin typeface="Menlo" panose="020B0609030804020204" pitchFamily="49" charset="0"/>
              </a:rPr>
              <a:t>&lt;</a:t>
            </a:r>
            <a:r>
              <a:rPr lang="en-GB" sz="1400" b="0" dirty="0">
                <a:solidFill>
                  <a:srgbClr val="569CD6"/>
                </a:solidFill>
                <a:effectLst/>
                <a:latin typeface="Menlo" panose="020B0609030804020204" pitchFamily="49" charset="0"/>
              </a:rPr>
              <a:t>h1</a:t>
            </a:r>
            <a:r>
              <a:rPr lang="en-GB" sz="1400" b="0" dirty="0">
                <a:solidFill>
                  <a:srgbClr val="808080"/>
                </a:solidFill>
                <a:effectLst/>
                <a:latin typeface="Menlo" panose="020B0609030804020204" pitchFamily="49" charset="0"/>
              </a:rPr>
              <a:t>&gt;</a:t>
            </a:r>
            <a:r>
              <a:rPr lang="en-GB" sz="1400" b="0" dirty="0">
                <a:solidFill>
                  <a:srgbClr val="D4D4D4"/>
                </a:solidFill>
                <a:effectLst/>
                <a:latin typeface="Menlo" panose="020B0609030804020204" pitchFamily="49" charset="0"/>
              </a:rPr>
              <a:t>Hello, </a:t>
            </a:r>
            <a:r>
              <a:rPr lang="en-GB" sz="1400" b="0" dirty="0">
                <a:solidFill>
                  <a:srgbClr val="569CD6"/>
                </a:solidFill>
                <a:effectLst/>
                <a:latin typeface="Menlo" panose="020B0609030804020204" pitchFamily="49" charset="0"/>
              </a:rPr>
              <a:t>{</a:t>
            </a:r>
            <a:r>
              <a:rPr lang="en-GB" sz="1400" b="0" dirty="0" err="1">
                <a:solidFill>
                  <a:srgbClr val="9CDCFE"/>
                </a:solidFill>
                <a:effectLst/>
                <a:latin typeface="Menlo" panose="020B0609030804020204" pitchFamily="49" charset="0"/>
              </a:rPr>
              <a:t>props</a:t>
            </a:r>
            <a:r>
              <a:rPr lang="en-GB" sz="1400" b="0" dirty="0" err="1">
                <a:solidFill>
                  <a:srgbClr val="D4D4D4"/>
                </a:solidFill>
                <a:effectLst/>
                <a:latin typeface="Menlo" panose="020B0609030804020204" pitchFamily="49" charset="0"/>
              </a:rPr>
              <a:t>.</a:t>
            </a:r>
            <a:r>
              <a:rPr lang="en-GB" sz="1400" b="0" dirty="0" err="1">
                <a:solidFill>
                  <a:srgbClr val="9CDCFE"/>
                </a:solidFill>
                <a:effectLst/>
                <a:latin typeface="Menlo" panose="020B0609030804020204" pitchFamily="49" charset="0"/>
              </a:rPr>
              <a:t>name</a:t>
            </a:r>
            <a:r>
              <a:rPr lang="en-GB" sz="1400" b="0" dirty="0">
                <a:solidFill>
                  <a:srgbClr val="569CD6"/>
                </a:solidFill>
                <a:effectLst/>
                <a:latin typeface="Menlo" panose="020B0609030804020204" pitchFamily="49" charset="0"/>
              </a:rPr>
              <a:t>}</a:t>
            </a:r>
            <a:r>
              <a:rPr lang="en-GB" sz="1400" b="0" dirty="0">
                <a:solidFill>
                  <a:srgbClr val="D4D4D4"/>
                </a:solidFill>
                <a:effectLst/>
                <a:latin typeface="Menlo" panose="020B0609030804020204" pitchFamily="49" charset="0"/>
              </a:rPr>
              <a:t>!</a:t>
            </a:r>
            <a:r>
              <a:rPr lang="en-GB" sz="1400" b="0" dirty="0">
                <a:solidFill>
                  <a:srgbClr val="808080"/>
                </a:solidFill>
                <a:effectLst/>
                <a:latin typeface="Menlo" panose="020B0609030804020204" pitchFamily="49" charset="0"/>
              </a:rPr>
              <a:t>&lt;/</a:t>
            </a:r>
            <a:r>
              <a:rPr lang="en-GB" sz="1400" b="0" dirty="0">
                <a:solidFill>
                  <a:srgbClr val="569CD6"/>
                </a:solidFill>
                <a:effectLst/>
                <a:latin typeface="Menlo" panose="020B0609030804020204" pitchFamily="49" charset="0"/>
              </a:rPr>
              <a:t>h1</a:t>
            </a:r>
            <a:r>
              <a:rPr lang="en-GB" sz="1400" b="0" dirty="0">
                <a:solidFill>
                  <a:srgbClr val="808080"/>
                </a:solidFill>
                <a:effectLst/>
                <a:latin typeface="Menlo" panose="020B0609030804020204" pitchFamily="49" charset="0"/>
              </a:rPr>
              <a:t>&gt;</a:t>
            </a:r>
            <a:r>
              <a:rPr lang="en-GB" sz="1400" b="0" dirty="0">
                <a:solidFill>
                  <a:srgbClr val="D4D4D4"/>
                </a:solidFill>
                <a:effectLst/>
                <a:latin typeface="Menlo" panose="020B0609030804020204" pitchFamily="49" charset="0"/>
              </a:rPr>
              <a:t>;</a:t>
            </a:r>
          </a:p>
          <a:p>
            <a:r>
              <a:rPr lang="en-GB" sz="1400" b="0" dirty="0">
                <a:solidFill>
                  <a:srgbClr val="D4D4D4"/>
                </a:solidFill>
                <a:effectLst/>
                <a:latin typeface="Menlo" panose="020B0609030804020204" pitchFamily="49" charset="0"/>
              </a:rPr>
              <a:t>}</a:t>
            </a:r>
          </a:p>
          <a:p>
            <a:br>
              <a:rPr lang="en-GB" sz="1400" b="0" dirty="0">
                <a:solidFill>
                  <a:srgbClr val="D4D4D4"/>
                </a:solidFill>
                <a:effectLst/>
                <a:latin typeface="Menlo" panose="020B0609030804020204" pitchFamily="49" charset="0"/>
              </a:rPr>
            </a:br>
            <a:r>
              <a:rPr lang="da-DK" sz="1400" b="0" dirty="0" err="1">
                <a:solidFill>
                  <a:srgbClr val="C586C0"/>
                </a:solidFill>
                <a:effectLst/>
                <a:latin typeface="Menlo" panose="020B0609030804020204" pitchFamily="49" charset="0"/>
              </a:rPr>
              <a:t>export</a:t>
            </a:r>
            <a:r>
              <a:rPr lang="da-DK" sz="1400" b="0" dirty="0">
                <a:solidFill>
                  <a:srgbClr val="CCCCCC"/>
                </a:solidFill>
                <a:effectLst/>
                <a:latin typeface="Menlo" panose="020B0609030804020204" pitchFamily="49" charset="0"/>
              </a:rPr>
              <a:t> </a:t>
            </a:r>
            <a:r>
              <a:rPr lang="da-DK" sz="1400" b="0" dirty="0">
                <a:solidFill>
                  <a:srgbClr val="C586C0"/>
                </a:solidFill>
                <a:effectLst/>
                <a:latin typeface="Menlo" panose="020B0609030804020204" pitchFamily="49" charset="0"/>
              </a:rPr>
              <a:t>default</a:t>
            </a:r>
            <a:r>
              <a:rPr lang="da-DK" sz="1400" b="0" dirty="0">
                <a:solidFill>
                  <a:srgbClr val="CCCCCC"/>
                </a:solidFill>
                <a:effectLst/>
                <a:latin typeface="Menlo" panose="020B0609030804020204" pitchFamily="49" charset="0"/>
              </a:rPr>
              <a:t> </a:t>
            </a:r>
            <a:r>
              <a:rPr lang="da-DK" sz="1400" b="0" dirty="0" err="1">
                <a:solidFill>
                  <a:srgbClr val="DCDCAA"/>
                </a:solidFill>
                <a:effectLst/>
                <a:latin typeface="Menlo" panose="020B0609030804020204" pitchFamily="49" charset="0"/>
              </a:rPr>
              <a:t>Greeting</a:t>
            </a:r>
            <a:r>
              <a:rPr lang="da-DK" sz="1400" b="0" dirty="0">
                <a:solidFill>
                  <a:srgbClr val="CCCCCC"/>
                </a:solidFill>
                <a:effectLst/>
                <a:latin typeface="Menlo" panose="020B0609030804020204" pitchFamily="49" charset="0"/>
              </a:rPr>
              <a:t>; </a:t>
            </a:r>
            <a:r>
              <a:rPr lang="da-DK" sz="1400" b="0" dirty="0">
                <a:solidFill>
                  <a:srgbClr val="6A9955"/>
                </a:solidFill>
                <a:effectLst/>
                <a:latin typeface="Menlo" panose="020B0609030804020204" pitchFamily="49" charset="0"/>
              </a:rPr>
              <a:t>// or </a:t>
            </a:r>
            <a:r>
              <a:rPr lang="da-DK" sz="1400" b="0" dirty="0" err="1">
                <a:solidFill>
                  <a:srgbClr val="6A9955"/>
                </a:solidFill>
                <a:effectLst/>
                <a:latin typeface="Menlo" panose="020B0609030804020204" pitchFamily="49" charset="0"/>
              </a:rPr>
              <a:t>export</a:t>
            </a:r>
            <a:r>
              <a:rPr lang="da-DK" sz="1400" b="0" dirty="0">
                <a:solidFill>
                  <a:srgbClr val="6A9955"/>
                </a:solidFill>
                <a:effectLst/>
                <a:latin typeface="Menlo" panose="020B0609030804020204" pitchFamily="49" charset="0"/>
              </a:rPr>
              <a:t> { </a:t>
            </a:r>
            <a:r>
              <a:rPr lang="da-DK" sz="1400" b="0" dirty="0" err="1">
                <a:solidFill>
                  <a:srgbClr val="6A9955"/>
                </a:solidFill>
                <a:effectLst/>
                <a:latin typeface="Menlo" panose="020B0609030804020204" pitchFamily="49" charset="0"/>
              </a:rPr>
              <a:t>Greeting</a:t>
            </a:r>
            <a:r>
              <a:rPr lang="da-DK" sz="1400" b="0" dirty="0">
                <a:solidFill>
                  <a:srgbClr val="6A9955"/>
                </a:solidFill>
                <a:effectLst/>
                <a:latin typeface="Menlo" panose="020B0609030804020204" pitchFamily="49" charset="0"/>
              </a:rPr>
              <a:t> };</a:t>
            </a:r>
            <a:endParaRPr lang="da-DK" sz="1400" b="0" dirty="0">
              <a:solidFill>
                <a:srgbClr val="CCCCCC"/>
              </a:solidFill>
              <a:effectLst/>
              <a:latin typeface="Menlo" panose="020B0609030804020204" pitchFamily="49" charset="0"/>
            </a:endParaRPr>
          </a:p>
        </p:txBody>
      </p:sp>
      <p:sp>
        <p:nvSpPr>
          <p:cNvPr id="5" name="Rectangle 8">
            <a:extLst>
              <a:ext uri="{FF2B5EF4-FFF2-40B4-BE49-F238E27FC236}">
                <a16:creationId xmlns:a16="http://schemas.microsoft.com/office/drawing/2014/main" id="{CD43BBEE-0F81-A523-7F52-10F96C3FE175}"/>
              </a:ext>
            </a:extLst>
          </p:cNvPr>
          <p:cNvSpPr/>
          <p:nvPr/>
        </p:nvSpPr>
        <p:spPr>
          <a:xfrm>
            <a:off x="6096000" y="429041"/>
            <a:ext cx="6096000" cy="3409117"/>
          </a:xfrm>
          <a:prstGeom prst="rect">
            <a:avLst/>
          </a:prstGeom>
          <a:solidFill>
            <a:schemeClr val="tx1">
              <a:lumMod val="85000"/>
              <a:lumOff val="1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DK" sz="1600" dirty="0" err="1"/>
          </a:p>
        </p:txBody>
      </p:sp>
      <p:sp>
        <p:nvSpPr>
          <p:cNvPr id="7" name="TextBox 7">
            <a:extLst>
              <a:ext uri="{FF2B5EF4-FFF2-40B4-BE49-F238E27FC236}">
                <a16:creationId xmlns:a16="http://schemas.microsoft.com/office/drawing/2014/main" id="{BD4027D6-8F6E-278C-BFA5-28659F3C5B90}"/>
              </a:ext>
            </a:extLst>
          </p:cNvPr>
          <p:cNvSpPr txBox="1"/>
          <p:nvPr/>
        </p:nvSpPr>
        <p:spPr>
          <a:xfrm>
            <a:off x="6323937" y="627996"/>
            <a:ext cx="5868063" cy="3108543"/>
          </a:xfrm>
          <a:prstGeom prst="rect">
            <a:avLst/>
          </a:prstGeom>
          <a:noFill/>
        </p:spPr>
        <p:txBody>
          <a:bodyPr wrap="square">
            <a:spAutoFit/>
          </a:bodyPr>
          <a:lstStyle/>
          <a:p>
            <a:r>
              <a:rPr lang="da-DK" sz="1400" b="0" dirty="0">
                <a:solidFill>
                  <a:srgbClr val="C586C0"/>
                </a:solidFill>
                <a:effectLst/>
                <a:latin typeface="Menlo" panose="020B0609030804020204" pitchFamily="49" charset="0"/>
              </a:rPr>
              <a:t>import</a:t>
            </a:r>
            <a:r>
              <a:rPr lang="da-DK" sz="1400" b="0" dirty="0">
                <a:solidFill>
                  <a:srgbClr val="CCCCCC"/>
                </a:solidFill>
                <a:effectLst/>
                <a:latin typeface="Menlo" panose="020B0609030804020204" pitchFamily="49" charset="0"/>
              </a:rPr>
              <a:t> </a:t>
            </a:r>
            <a:r>
              <a:rPr lang="da-DK" sz="1400" b="0" dirty="0" err="1">
                <a:solidFill>
                  <a:srgbClr val="9CDCFE"/>
                </a:solidFill>
                <a:effectLst/>
                <a:latin typeface="Menlo" panose="020B0609030804020204" pitchFamily="49" charset="0"/>
              </a:rPr>
              <a:t>React</a:t>
            </a:r>
            <a:r>
              <a:rPr lang="da-DK" sz="1400" b="0" dirty="0">
                <a:solidFill>
                  <a:srgbClr val="CCCCCC"/>
                </a:solidFill>
                <a:effectLst/>
                <a:latin typeface="Menlo" panose="020B0609030804020204" pitchFamily="49" charset="0"/>
              </a:rPr>
              <a:t> </a:t>
            </a:r>
            <a:r>
              <a:rPr lang="da-DK" sz="1400" b="0" dirty="0">
                <a:solidFill>
                  <a:srgbClr val="C586C0"/>
                </a:solidFill>
                <a:effectLst/>
                <a:latin typeface="Menlo" panose="020B0609030804020204" pitchFamily="49" charset="0"/>
              </a:rPr>
              <a:t>from</a:t>
            </a:r>
            <a:r>
              <a:rPr lang="da-DK" sz="1400" b="0" dirty="0">
                <a:solidFill>
                  <a:srgbClr val="CCCCCC"/>
                </a:solidFill>
                <a:effectLst/>
                <a:latin typeface="Menlo" panose="020B0609030804020204" pitchFamily="49" charset="0"/>
              </a:rPr>
              <a:t> </a:t>
            </a:r>
            <a:r>
              <a:rPr lang="da-DK" sz="1400" b="0" dirty="0">
                <a:solidFill>
                  <a:srgbClr val="CE9178"/>
                </a:solidFill>
                <a:effectLst/>
                <a:latin typeface="Menlo" panose="020B0609030804020204" pitchFamily="49" charset="0"/>
              </a:rPr>
              <a:t>'</a:t>
            </a:r>
            <a:r>
              <a:rPr lang="da-DK" sz="1400" b="0" dirty="0" err="1">
                <a:solidFill>
                  <a:srgbClr val="CE9178"/>
                </a:solidFill>
                <a:effectLst/>
                <a:latin typeface="Menlo" panose="020B0609030804020204" pitchFamily="49" charset="0"/>
              </a:rPr>
              <a:t>react</a:t>
            </a:r>
            <a:r>
              <a:rPr lang="da-DK" sz="1400" b="0" dirty="0">
                <a:solidFill>
                  <a:srgbClr val="CE9178"/>
                </a:solidFill>
                <a:effectLst/>
                <a:latin typeface="Menlo" panose="020B0609030804020204" pitchFamily="49" charset="0"/>
              </a:rPr>
              <a:t>'</a:t>
            </a:r>
            <a:r>
              <a:rPr lang="da-DK" sz="1400" b="0" dirty="0">
                <a:solidFill>
                  <a:srgbClr val="CCCCCC"/>
                </a:solidFill>
                <a:effectLst/>
                <a:latin typeface="Menlo" panose="020B0609030804020204" pitchFamily="49" charset="0"/>
              </a:rPr>
              <a:t>;</a:t>
            </a:r>
          </a:p>
          <a:p>
            <a:br>
              <a:rPr lang="da-DK" sz="1400" b="0" dirty="0">
                <a:solidFill>
                  <a:srgbClr val="CCCCCC"/>
                </a:solidFill>
                <a:effectLst/>
                <a:latin typeface="Menlo" panose="020B0609030804020204" pitchFamily="49" charset="0"/>
              </a:rPr>
            </a:br>
            <a:r>
              <a:rPr lang="en-GB" sz="1400" b="0" dirty="0">
                <a:solidFill>
                  <a:srgbClr val="569CD6"/>
                </a:solidFill>
                <a:effectLst/>
                <a:latin typeface="Menlo" panose="020B0609030804020204" pitchFamily="49" charset="0"/>
              </a:rPr>
              <a:t>class</a:t>
            </a:r>
            <a:r>
              <a:rPr lang="en-GB" sz="1400" b="0" dirty="0">
                <a:solidFill>
                  <a:srgbClr val="D4D4D4"/>
                </a:solidFill>
                <a:effectLst/>
                <a:latin typeface="Menlo" panose="020B0609030804020204" pitchFamily="49" charset="0"/>
              </a:rPr>
              <a:t> </a:t>
            </a:r>
            <a:r>
              <a:rPr lang="en-GB" sz="1400" b="0" dirty="0">
                <a:solidFill>
                  <a:srgbClr val="4EC9B0"/>
                </a:solidFill>
                <a:effectLst/>
                <a:latin typeface="Menlo" panose="020B0609030804020204" pitchFamily="49" charset="0"/>
              </a:rPr>
              <a:t>Counter</a:t>
            </a:r>
            <a:r>
              <a:rPr lang="en-GB" sz="1400" b="0" dirty="0">
                <a:solidFill>
                  <a:srgbClr val="D4D4D4"/>
                </a:solidFill>
                <a:effectLst/>
                <a:latin typeface="Menlo" panose="020B0609030804020204" pitchFamily="49" charset="0"/>
              </a:rPr>
              <a:t> </a:t>
            </a:r>
            <a:r>
              <a:rPr lang="en-GB" sz="1400" b="0" dirty="0">
                <a:solidFill>
                  <a:srgbClr val="569CD6"/>
                </a:solidFill>
                <a:effectLst/>
                <a:latin typeface="Menlo" panose="020B0609030804020204" pitchFamily="49" charset="0"/>
              </a:rPr>
              <a:t>extends</a:t>
            </a:r>
            <a:r>
              <a:rPr lang="en-GB" sz="1400" b="0" dirty="0">
                <a:solidFill>
                  <a:srgbClr val="D4D4D4"/>
                </a:solidFill>
                <a:effectLst/>
                <a:latin typeface="Menlo" panose="020B0609030804020204" pitchFamily="49" charset="0"/>
              </a:rPr>
              <a:t> </a:t>
            </a:r>
            <a:r>
              <a:rPr lang="en-GB" sz="1400" b="0" dirty="0" err="1">
                <a:solidFill>
                  <a:srgbClr val="4EC9B0"/>
                </a:solidFill>
                <a:effectLst/>
                <a:latin typeface="Menlo" panose="020B0609030804020204" pitchFamily="49" charset="0"/>
              </a:rPr>
              <a:t>React</a:t>
            </a:r>
            <a:r>
              <a:rPr lang="en-GB" sz="1400" b="0" dirty="0" err="1">
                <a:solidFill>
                  <a:srgbClr val="D4D4D4"/>
                </a:solidFill>
                <a:effectLst/>
                <a:latin typeface="Menlo" panose="020B0609030804020204" pitchFamily="49" charset="0"/>
              </a:rPr>
              <a:t>.</a:t>
            </a:r>
            <a:r>
              <a:rPr lang="en-GB" sz="1400" b="0" dirty="0" err="1">
                <a:solidFill>
                  <a:srgbClr val="4EC9B0"/>
                </a:solidFill>
                <a:effectLst/>
                <a:latin typeface="Menlo" panose="020B0609030804020204" pitchFamily="49" charset="0"/>
              </a:rPr>
              <a:t>Component</a:t>
            </a:r>
            <a:r>
              <a:rPr lang="en-GB" sz="1400" b="0" dirty="0">
                <a:solidFill>
                  <a:srgbClr val="D4D4D4"/>
                </a:solidFill>
                <a:effectLst/>
                <a:latin typeface="Menlo" panose="020B0609030804020204" pitchFamily="49" charset="0"/>
              </a:rPr>
              <a:t> {</a:t>
            </a:r>
          </a:p>
          <a:p>
            <a:r>
              <a:rPr lang="en-GB" sz="1400" b="0" dirty="0">
                <a:solidFill>
                  <a:srgbClr val="569CD6"/>
                </a:solidFill>
                <a:effectLst/>
                <a:latin typeface="Menlo" panose="020B0609030804020204" pitchFamily="49" charset="0"/>
              </a:rPr>
              <a:t>  constructor</a:t>
            </a:r>
            <a:r>
              <a:rPr lang="en-GB" sz="1400" b="0" dirty="0">
                <a:solidFill>
                  <a:srgbClr val="D4D4D4"/>
                </a:solidFill>
                <a:effectLst/>
                <a:latin typeface="Menlo" panose="020B0609030804020204" pitchFamily="49" charset="0"/>
              </a:rPr>
              <a:t>(</a:t>
            </a:r>
            <a:r>
              <a:rPr lang="en-GB" sz="1400" b="0" dirty="0">
                <a:solidFill>
                  <a:srgbClr val="9CDCFE"/>
                </a:solidFill>
                <a:effectLst/>
                <a:latin typeface="Menlo" panose="020B0609030804020204" pitchFamily="49" charset="0"/>
              </a:rPr>
              <a:t>props</a:t>
            </a:r>
            <a:r>
              <a:rPr lang="en-GB" sz="1400" b="0" dirty="0">
                <a:solidFill>
                  <a:srgbClr val="D4D4D4"/>
                </a:solidFill>
                <a:effectLst/>
                <a:latin typeface="Menlo" panose="020B0609030804020204" pitchFamily="49" charset="0"/>
              </a:rPr>
              <a:t>) {</a:t>
            </a:r>
          </a:p>
          <a:p>
            <a:r>
              <a:rPr lang="en-GB" sz="1400" b="0" dirty="0">
                <a:solidFill>
                  <a:srgbClr val="569CD6"/>
                </a:solidFill>
                <a:effectLst/>
                <a:latin typeface="Menlo" panose="020B0609030804020204" pitchFamily="49" charset="0"/>
              </a:rPr>
              <a:t>    super</a:t>
            </a:r>
            <a:r>
              <a:rPr lang="en-GB" sz="1400" b="0" dirty="0">
                <a:solidFill>
                  <a:srgbClr val="D4D4D4"/>
                </a:solidFill>
                <a:effectLst/>
                <a:latin typeface="Menlo" panose="020B0609030804020204" pitchFamily="49" charset="0"/>
              </a:rPr>
              <a:t>(</a:t>
            </a:r>
            <a:r>
              <a:rPr lang="en-GB" sz="1400" b="0" dirty="0">
                <a:solidFill>
                  <a:srgbClr val="9CDCFE"/>
                </a:solidFill>
                <a:effectLst/>
                <a:latin typeface="Menlo" panose="020B0609030804020204" pitchFamily="49" charset="0"/>
              </a:rPr>
              <a:t>props</a:t>
            </a:r>
            <a:r>
              <a:rPr lang="en-GB" sz="1400" b="0" dirty="0">
                <a:solidFill>
                  <a:srgbClr val="D4D4D4"/>
                </a:solidFill>
                <a:effectLst/>
                <a:latin typeface="Menlo" panose="020B0609030804020204" pitchFamily="49" charset="0"/>
              </a:rPr>
              <a:t>);</a:t>
            </a:r>
          </a:p>
          <a:p>
            <a:r>
              <a:rPr lang="en-GB" sz="1400" b="0" dirty="0">
                <a:solidFill>
                  <a:srgbClr val="569CD6"/>
                </a:solidFill>
                <a:effectLst/>
                <a:latin typeface="Menlo" panose="020B0609030804020204" pitchFamily="49" charset="0"/>
              </a:rPr>
              <a:t>    </a:t>
            </a:r>
            <a:r>
              <a:rPr lang="en-GB" sz="1400" b="0" dirty="0" err="1">
                <a:solidFill>
                  <a:srgbClr val="569CD6"/>
                </a:solidFill>
                <a:effectLst/>
                <a:latin typeface="Menlo" panose="020B0609030804020204" pitchFamily="49" charset="0"/>
              </a:rPr>
              <a:t>this</a:t>
            </a:r>
            <a:r>
              <a:rPr lang="en-GB" sz="1400" b="0" dirty="0" err="1">
                <a:solidFill>
                  <a:srgbClr val="D4D4D4"/>
                </a:solidFill>
                <a:effectLst/>
                <a:latin typeface="Menlo" panose="020B0609030804020204" pitchFamily="49" charset="0"/>
              </a:rPr>
              <a:t>.</a:t>
            </a:r>
            <a:r>
              <a:rPr lang="en-GB" sz="1400" b="0" dirty="0" err="1">
                <a:solidFill>
                  <a:srgbClr val="9CDCFE"/>
                </a:solidFill>
                <a:effectLst/>
                <a:latin typeface="Menlo" panose="020B0609030804020204" pitchFamily="49" charset="0"/>
              </a:rPr>
              <a:t>state</a:t>
            </a:r>
            <a:r>
              <a:rPr lang="en-GB" sz="1400" b="0" dirty="0">
                <a:solidFill>
                  <a:srgbClr val="D4D4D4"/>
                </a:solidFill>
                <a:effectLst/>
                <a:latin typeface="Menlo" panose="020B0609030804020204" pitchFamily="49" charset="0"/>
              </a:rPr>
              <a:t> = { </a:t>
            </a:r>
            <a:r>
              <a:rPr lang="en-GB" sz="1400" b="0" dirty="0">
                <a:solidFill>
                  <a:srgbClr val="9CDCFE"/>
                </a:solidFill>
                <a:effectLst/>
                <a:latin typeface="Menlo" panose="020B0609030804020204" pitchFamily="49" charset="0"/>
              </a:rPr>
              <a:t>count:</a:t>
            </a:r>
            <a:r>
              <a:rPr lang="en-GB" sz="1400" b="0" dirty="0">
                <a:solidFill>
                  <a:srgbClr val="D4D4D4"/>
                </a:solidFill>
                <a:effectLst/>
                <a:latin typeface="Menlo" panose="020B0609030804020204" pitchFamily="49" charset="0"/>
              </a:rPr>
              <a:t> </a:t>
            </a:r>
            <a:r>
              <a:rPr lang="en-GB" sz="1400" b="0" dirty="0">
                <a:solidFill>
                  <a:srgbClr val="B5CEA8"/>
                </a:solidFill>
                <a:effectLst/>
                <a:latin typeface="Menlo" panose="020B0609030804020204" pitchFamily="49" charset="0"/>
              </a:rPr>
              <a:t>0</a:t>
            </a:r>
            <a:r>
              <a:rPr lang="en-GB" sz="1400" b="0" dirty="0">
                <a:solidFill>
                  <a:srgbClr val="D4D4D4"/>
                </a:solidFill>
                <a:effectLst/>
                <a:latin typeface="Menlo" panose="020B0609030804020204" pitchFamily="49" charset="0"/>
              </a:rPr>
              <a:t> };</a:t>
            </a:r>
          </a:p>
          <a:p>
            <a:r>
              <a:rPr lang="en-GB" sz="1400" b="0" dirty="0">
                <a:solidFill>
                  <a:srgbClr val="D4D4D4"/>
                </a:solidFill>
                <a:effectLst/>
                <a:latin typeface="Menlo" panose="020B0609030804020204" pitchFamily="49" charset="0"/>
              </a:rPr>
              <a:t>  }</a:t>
            </a:r>
          </a:p>
          <a:p>
            <a:endParaRPr lang="en-GB" sz="1400" b="0" dirty="0">
              <a:solidFill>
                <a:srgbClr val="D4D4D4"/>
              </a:solidFill>
              <a:effectLst/>
              <a:latin typeface="Menlo" panose="020B0609030804020204" pitchFamily="49" charset="0"/>
            </a:endParaRPr>
          </a:p>
          <a:p>
            <a:r>
              <a:rPr lang="en-GB" sz="1400" b="0" dirty="0">
                <a:solidFill>
                  <a:srgbClr val="DCDCAA"/>
                </a:solidFill>
                <a:effectLst/>
                <a:latin typeface="Menlo" panose="020B0609030804020204" pitchFamily="49" charset="0"/>
              </a:rPr>
              <a:t>  render</a:t>
            </a:r>
            <a:r>
              <a:rPr lang="en-GB" sz="1400" b="0" dirty="0">
                <a:solidFill>
                  <a:srgbClr val="D4D4D4"/>
                </a:solidFill>
                <a:effectLst/>
                <a:latin typeface="Menlo" panose="020B0609030804020204" pitchFamily="49" charset="0"/>
              </a:rPr>
              <a:t>() {</a:t>
            </a:r>
          </a:p>
          <a:p>
            <a:r>
              <a:rPr lang="en-GB" sz="1400" b="0" dirty="0">
                <a:solidFill>
                  <a:srgbClr val="C586C0"/>
                </a:solidFill>
                <a:effectLst/>
                <a:latin typeface="Menlo" panose="020B0609030804020204" pitchFamily="49" charset="0"/>
              </a:rPr>
              <a:t>    return</a:t>
            </a:r>
            <a:r>
              <a:rPr lang="en-GB" sz="1400" b="0" dirty="0">
                <a:solidFill>
                  <a:srgbClr val="D4D4D4"/>
                </a:solidFill>
                <a:effectLst/>
                <a:latin typeface="Menlo" panose="020B0609030804020204" pitchFamily="49" charset="0"/>
              </a:rPr>
              <a:t> </a:t>
            </a:r>
            <a:r>
              <a:rPr lang="en-GB" sz="1400" b="0" dirty="0">
                <a:solidFill>
                  <a:srgbClr val="808080"/>
                </a:solidFill>
                <a:effectLst/>
                <a:latin typeface="Menlo" panose="020B0609030804020204" pitchFamily="49" charset="0"/>
              </a:rPr>
              <a:t>&lt;</a:t>
            </a:r>
            <a:r>
              <a:rPr lang="en-GB" sz="1400" b="0" dirty="0">
                <a:solidFill>
                  <a:srgbClr val="569CD6"/>
                </a:solidFill>
                <a:effectLst/>
                <a:latin typeface="Menlo" panose="020B0609030804020204" pitchFamily="49" charset="0"/>
              </a:rPr>
              <a:t>div</a:t>
            </a:r>
            <a:r>
              <a:rPr lang="en-GB" sz="1400" b="0" dirty="0">
                <a:solidFill>
                  <a:srgbClr val="808080"/>
                </a:solidFill>
                <a:effectLst/>
                <a:latin typeface="Menlo" panose="020B0609030804020204" pitchFamily="49" charset="0"/>
              </a:rPr>
              <a:t>&gt;</a:t>
            </a:r>
            <a:r>
              <a:rPr lang="en-GB" sz="1400" b="0" dirty="0">
                <a:solidFill>
                  <a:srgbClr val="569CD6"/>
                </a:solidFill>
                <a:effectLst/>
                <a:latin typeface="Menlo" panose="020B0609030804020204" pitchFamily="49" charset="0"/>
              </a:rPr>
              <a:t>{</a:t>
            </a:r>
            <a:r>
              <a:rPr lang="en-GB" sz="1400" b="0" dirty="0" err="1">
                <a:solidFill>
                  <a:srgbClr val="569CD6"/>
                </a:solidFill>
                <a:effectLst/>
                <a:latin typeface="Menlo" panose="020B0609030804020204" pitchFamily="49" charset="0"/>
              </a:rPr>
              <a:t>this</a:t>
            </a:r>
            <a:r>
              <a:rPr lang="en-GB" sz="1400" b="0" dirty="0" err="1">
                <a:solidFill>
                  <a:srgbClr val="D4D4D4"/>
                </a:solidFill>
                <a:effectLst/>
                <a:latin typeface="Menlo" panose="020B0609030804020204" pitchFamily="49" charset="0"/>
              </a:rPr>
              <a:t>.</a:t>
            </a:r>
            <a:r>
              <a:rPr lang="en-GB" sz="1400" b="0" dirty="0" err="1">
                <a:solidFill>
                  <a:srgbClr val="9CDCFE"/>
                </a:solidFill>
                <a:effectLst/>
                <a:latin typeface="Menlo" panose="020B0609030804020204" pitchFamily="49" charset="0"/>
              </a:rPr>
              <a:t>state</a:t>
            </a:r>
            <a:r>
              <a:rPr lang="en-GB" sz="1400" b="0" dirty="0" err="1">
                <a:solidFill>
                  <a:srgbClr val="D4D4D4"/>
                </a:solidFill>
                <a:effectLst/>
                <a:latin typeface="Menlo" panose="020B0609030804020204" pitchFamily="49" charset="0"/>
              </a:rPr>
              <a:t>.</a:t>
            </a:r>
            <a:r>
              <a:rPr lang="en-GB" sz="1400" b="0" dirty="0" err="1">
                <a:solidFill>
                  <a:srgbClr val="9CDCFE"/>
                </a:solidFill>
                <a:effectLst/>
                <a:latin typeface="Menlo" panose="020B0609030804020204" pitchFamily="49" charset="0"/>
              </a:rPr>
              <a:t>count</a:t>
            </a:r>
            <a:r>
              <a:rPr lang="en-GB" sz="1400" b="0" dirty="0">
                <a:solidFill>
                  <a:srgbClr val="569CD6"/>
                </a:solidFill>
                <a:effectLst/>
                <a:latin typeface="Menlo" panose="020B0609030804020204" pitchFamily="49" charset="0"/>
              </a:rPr>
              <a:t>}</a:t>
            </a:r>
            <a:r>
              <a:rPr lang="en-GB" sz="1400" b="0" dirty="0">
                <a:solidFill>
                  <a:srgbClr val="808080"/>
                </a:solidFill>
                <a:effectLst/>
                <a:latin typeface="Menlo" panose="020B0609030804020204" pitchFamily="49" charset="0"/>
              </a:rPr>
              <a:t>&lt;/</a:t>
            </a:r>
            <a:r>
              <a:rPr lang="en-GB" sz="1400" b="0" dirty="0">
                <a:solidFill>
                  <a:srgbClr val="569CD6"/>
                </a:solidFill>
                <a:effectLst/>
                <a:latin typeface="Menlo" panose="020B0609030804020204" pitchFamily="49" charset="0"/>
              </a:rPr>
              <a:t>div</a:t>
            </a:r>
            <a:r>
              <a:rPr lang="en-GB" sz="1400" b="0" dirty="0">
                <a:solidFill>
                  <a:srgbClr val="808080"/>
                </a:solidFill>
                <a:effectLst/>
                <a:latin typeface="Menlo" panose="020B0609030804020204" pitchFamily="49" charset="0"/>
              </a:rPr>
              <a:t>&gt;</a:t>
            </a:r>
            <a:r>
              <a:rPr lang="en-GB" sz="1400" b="0" dirty="0">
                <a:solidFill>
                  <a:srgbClr val="D4D4D4"/>
                </a:solidFill>
                <a:effectLst/>
                <a:latin typeface="Menlo" panose="020B0609030804020204" pitchFamily="49" charset="0"/>
              </a:rPr>
              <a:t>;</a:t>
            </a:r>
          </a:p>
          <a:p>
            <a:r>
              <a:rPr lang="en-GB" sz="1400" b="0" dirty="0">
                <a:solidFill>
                  <a:srgbClr val="D4D4D4"/>
                </a:solidFill>
                <a:effectLst/>
                <a:latin typeface="Menlo" panose="020B0609030804020204" pitchFamily="49" charset="0"/>
              </a:rPr>
              <a:t>  }</a:t>
            </a:r>
          </a:p>
          <a:p>
            <a:r>
              <a:rPr lang="en-GB" sz="1400" b="0" dirty="0">
                <a:solidFill>
                  <a:srgbClr val="D4D4D4"/>
                </a:solidFill>
                <a:effectLst/>
                <a:latin typeface="Menlo" panose="020B0609030804020204" pitchFamily="49" charset="0"/>
              </a:rPr>
              <a:t>}</a:t>
            </a:r>
          </a:p>
          <a:p>
            <a:br>
              <a:rPr lang="da-DK" sz="1400" b="0" dirty="0">
                <a:solidFill>
                  <a:srgbClr val="CCCCCC"/>
                </a:solidFill>
                <a:effectLst/>
                <a:latin typeface="Menlo" panose="020B0609030804020204" pitchFamily="49" charset="0"/>
              </a:rPr>
            </a:br>
            <a:r>
              <a:rPr lang="da-DK" sz="1400" b="0" dirty="0" err="1">
                <a:solidFill>
                  <a:srgbClr val="C586C0"/>
                </a:solidFill>
                <a:effectLst/>
                <a:latin typeface="Menlo" panose="020B0609030804020204" pitchFamily="49" charset="0"/>
              </a:rPr>
              <a:t>export</a:t>
            </a:r>
            <a:r>
              <a:rPr lang="da-DK" sz="1400" b="0" dirty="0">
                <a:solidFill>
                  <a:srgbClr val="CCCCCC"/>
                </a:solidFill>
                <a:effectLst/>
                <a:latin typeface="Menlo" panose="020B0609030804020204" pitchFamily="49" charset="0"/>
              </a:rPr>
              <a:t> </a:t>
            </a:r>
            <a:r>
              <a:rPr lang="da-DK" sz="1400" b="0" dirty="0">
                <a:solidFill>
                  <a:srgbClr val="C586C0"/>
                </a:solidFill>
                <a:effectLst/>
                <a:latin typeface="Menlo" panose="020B0609030804020204" pitchFamily="49" charset="0"/>
              </a:rPr>
              <a:t>default</a:t>
            </a:r>
            <a:r>
              <a:rPr lang="da-DK" sz="1400" b="0" dirty="0">
                <a:solidFill>
                  <a:srgbClr val="CCCCCC"/>
                </a:solidFill>
                <a:effectLst/>
                <a:latin typeface="Menlo" panose="020B0609030804020204" pitchFamily="49" charset="0"/>
              </a:rPr>
              <a:t> </a:t>
            </a:r>
            <a:r>
              <a:rPr lang="da-DK" sz="1400" b="0" dirty="0" err="1">
                <a:solidFill>
                  <a:srgbClr val="4EC9B0"/>
                </a:solidFill>
                <a:effectLst/>
                <a:latin typeface="Menlo" panose="020B0609030804020204" pitchFamily="49" charset="0"/>
              </a:rPr>
              <a:t>Counter</a:t>
            </a:r>
            <a:r>
              <a:rPr lang="da-DK" sz="1400" b="0" dirty="0">
                <a:solidFill>
                  <a:srgbClr val="CCCCCC"/>
                </a:solidFill>
                <a:effectLst/>
                <a:latin typeface="Menlo" panose="020B0609030804020204" pitchFamily="49" charset="0"/>
              </a:rPr>
              <a:t>; </a:t>
            </a:r>
            <a:r>
              <a:rPr lang="da-DK" sz="1400" b="0" dirty="0">
                <a:solidFill>
                  <a:srgbClr val="6A9955"/>
                </a:solidFill>
                <a:effectLst/>
                <a:latin typeface="Menlo" panose="020B0609030804020204" pitchFamily="49" charset="0"/>
              </a:rPr>
              <a:t>// or </a:t>
            </a:r>
            <a:r>
              <a:rPr lang="da-DK" sz="1400" b="0" dirty="0" err="1">
                <a:solidFill>
                  <a:srgbClr val="6A9955"/>
                </a:solidFill>
                <a:effectLst/>
                <a:latin typeface="Menlo" panose="020B0609030804020204" pitchFamily="49" charset="0"/>
              </a:rPr>
              <a:t>export</a:t>
            </a:r>
            <a:r>
              <a:rPr lang="da-DK" sz="1400" b="0" dirty="0">
                <a:solidFill>
                  <a:srgbClr val="6A9955"/>
                </a:solidFill>
                <a:effectLst/>
                <a:latin typeface="Menlo" panose="020B0609030804020204" pitchFamily="49" charset="0"/>
              </a:rPr>
              <a:t> { </a:t>
            </a:r>
            <a:r>
              <a:rPr lang="da-DK" sz="1400" b="0" dirty="0" err="1">
                <a:solidFill>
                  <a:srgbClr val="6A9955"/>
                </a:solidFill>
                <a:effectLst/>
                <a:latin typeface="Menlo" panose="020B0609030804020204" pitchFamily="49" charset="0"/>
              </a:rPr>
              <a:t>Counter</a:t>
            </a:r>
            <a:r>
              <a:rPr lang="da-DK" sz="1400" b="0" dirty="0">
                <a:solidFill>
                  <a:srgbClr val="6A9955"/>
                </a:solidFill>
                <a:effectLst/>
                <a:latin typeface="Menlo" panose="020B0609030804020204" pitchFamily="49" charset="0"/>
              </a:rPr>
              <a:t> };</a:t>
            </a:r>
            <a:endParaRPr lang="da-DK" sz="1400" b="0" dirty="0">
              <a:solidFill>
                <a:srgbClr val="CCCCCC"/>
              </a:solidFill>
              <a:effectLst/>
              <a:latin typeface="Menlo" panose="020B0609030804020204" pitchFamily="49" charset="0"/>
            </a:endParaRPr>
          </a:p>
        </p:txBody>
      </p:sp>
      <p:sp>
        <p:nvSpPr>
          <p:cNvPr id="10" name="Titel 1">
            <a:extLst>
              <a:ext uri="{FF2B5EF4-FFF2-40B4-BE49-F238E27FC236}">
                <a16:creationId xmlns:a16="http://schemas.microsoft.com/office/drawing/2014/main" id="{77517BBC-105E-6E42-3E33-31D6F7BCE6CB}"/>
              </a:ext>
            </a:extLst>
          </p:cNvPr>
          <p:cNvSpPr txBox="1">
            <a:spLocks/>
          </p:cNvSpPr>
          <p:nvPr/>
        </p:nvSpPr>
        <p:spPr>
          <a:xfrm>
            <a:off x="6401414" y="4272261"/>
            <a:ext cx="5485172" cy="701040"/>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tabLst>
                <a:tab pos="1438275" algn="l"/>
              </a:tabLst>
              <a:defRPr sz="3600" b="1" kern="1200">
                <a:solidFill>
                  <a:schemeClr val="tx1"/>
                </a:solidFill>
                <a:latin typeface="+mj-lt"/>
                <a:ea typeface="+mj-ea"/>
                <a:cs typeface="+mj-cs"/>
              </a:defRPr>
            </a:lvl1pPr>
          </a:lstStyle>
          <a:p>
            <a:r>
              <a:rPr lang="da-DK" dirty="0" err="1">
                <a:solidFill>
                  <a:srgbClr val="FF0000"/>
                </a:solidFill>
              </a:rPr>
              <a:t>Functional</a:t>
            </a:r>
            <a:r>
              <a:rPr lang="da-DK" dirty="0"/>
              <a:t> Component</a:t>
            </a:r>
          </a:p>
        </p:txBody>
      </p:sp>
      <p:sp>
        <p:nvSpPr>
          <p:cNvPr id="11" name="Titel 1">
            <a:extLst>
              <a:ext uri="{FF2B5EF4-FFF2-40B4-BE49-F238E27FC236}">
                <a16:creationId xmlns:a16="http://schemas.microsoft.com/office/drawing/2014/main" id="{458A4DB9-D59B-33C0-B363-1B93AEFC7322}"/>
              </a:ext>
            </a:extLst>
          </p:cNvPr>
          <p:cNvSpPr txBox="1">
            <a:spLocks/>
          </p:cNvSpPr>
          <p:nvPr/>
        </p:nvSpPr>
        <p:spPr>
          <a:xfrm>
            <a:off x="6515382" y="-37046"/>
            <a:ext cx="5485172" cy="701040"/>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tabLst>
                <a:tab pos="1438275" algn="l"/>
              </a:tabLst>
              <a:defRPr sz="3600" b="1" kern="1200">
                <a:solidFill>
                  <a:schemeClr val="tx1"/>
                </a:solidFill>
                <a:latin typeface="+mj-lt"/>
                <a:ea typeface="+mj-ea"/>
                <a:cs typeface="+mj-cs"/>
              </a:defRPr>
            </a:lvl1pPr>
          </a:lstStyle>
          <a:p>
            <a:r>
              <a:rPr lang="da-DK" dirty="0">
                <a:solidFill>
                  <a:srgbClr val="FF0000"/>
                </a:solidFill>
              </a:rPr>
              <a:t>Class</a:t>
            </a:r>
            <a:r>
              <a:rPr lang="da-DK" dirty="0"/>
              <a:t> Component</a:t>
            </a:r>
          </a:p>
        </p:txBody>
      </p:sp>
    </p:spTree>
    <p:extLst>
      <p:ext uri="{BB962C8B-B14F-4D97-AF65-F5344CB8AC3E}">
        <p14:creationId xmlns:p14="http://schemas.microsoft.com/office/powerpoint/2010/main" val="10855085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11BF8CD-DA3F-180B-F078-1597E310DDEE}"/>
              </a:ext>
            </a:extLst>
          </p:cNvPr>
          <p:cNvSpPr/>
          <p:nvPr/>
        </p:nvSpPr>
        <p:spPr>
          <a:xfrm>
            <a:off x="6096000" y="0"/>
            <a:ext cx="6096000" cy="6858000"/>
          </a:xfrm>
          <a:prstGeom prst="rect">
            <a:avLst/>
          </a:prstGeom>
          <a:solidFill>
            <a:schemeClr val="tx1">
              <a:lumMod val="85000"/>
              <a:lumOff val="1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DK" sz="1600" dirty="0" err="1"/>
          </a:p>
        </p:txBody>
      </p:sp>
      <p:sp>
        <p:nvSpPr>
          <p:cNvPr id="2" name="Titel 1">
            <a:extLst>
              <a:ext uri="{FF2B5EF4-FFF2-40B4-BE49-F238E27FC236}">
                <a16:creationId xmlns:a16="http://schemas.microsoft.com/office/drawing/2014/main" id="{1983AFD6-C0BD-4C9D-ABAC-F755777D2A80}"/>
              </a:ext>
            </a:extLst>
          </p:cNvPr>
          <p:cNvSpPr>
            <a:spLocks noGrp="1"/>
          </p:cNvSpPr>
          <p:nvPr>
            <p:ph type="ctrTitle"/>
          </p:nvPr>
        </p:nvSpPr>
        <p:spPr>
          <a:xfrm>
            <a:off x="414697" y="999173"/>
            <a:ext cx="5485172" cy="701040"/>
          </a:xfrm>
        </p:spPr>
        <p:txBody>
          <a:bodyPr/>
          <a:lstStyle/>
          <a:p>
            <a:r>
              <a:rPr lang="da-DK" dirty="0" err="1"/>
              <a:t>Functional</a:t>
            </a:r>
            <a:r>
              <a:rPr lang="da-DK" dirty="0"/>
              <a:t> Components</a:t>
            </a:r>
          </a:p>
        </p:txBody>
      </p:sp>
      <p:sp>
        <p:nvSpPr>
          <p:cNvPr id="3" name="Pladsholder til indhold 2">
            <a:extLst>
              <a:ext uri="{FF2B5EF4-FFF2-40B4-BE49-F238E27FC236}">
                <a16:creationId xmlns:a16="http://schemas.microsoft.com/office/drawing/2014/main" id="{BDDE4E86-A4BC-4B05-8094-F1C0CC7D2909}"/>
              </a:ext>
            </a:extLst>
          </p:cNvPr>
          <p:cNvSpPr>
            <a:spLocks noGrp="1"/>
          </p:cNvSpPr>
          <p:nvPr>
            <p:ph sz="quarter" idx="13"/>
          </p:nvPr>
        </p:nvSpPr>
        <p:spPr>
          <a:xfrm>
            <a:off x="414696" y="1700213"/>
            <a:ext cx="5206876" cy="3852862"/>
          </a:xfrm>
        </p:spPr>
        <p:txBody>
          <a:bodyPr>
            <a:normAutofit/>
          </a:bodyPr>
          <a:lstStyle/>
          <a:p>
            <a:pPr marL="0" indent="0">
              <a:buNone/>
            </a:pPr>
            <a:r>
              <a:rPr lang="en-GB" b="0" i="0" dirty="0">
                <a:solidFill>
                  <a:srgbClr val="374151"/>
                </a:solidFill>
                <a:effectLst/>
              </a:rPr>
              <a:t>Functional components are a simpler and more concise way of defining React components. </a:t>
            </a:r>
          </a:p>
          <a:p>
            <a:pPr marL="0" indent="0">
              <a:buNone/>
            </a:pPr>
            <a:endParaRPr lang="en-GB" dirty="0">
              <a:solidFill>
                <a:srgbClr val="374151"/>
              </a:solidFill>
            </a:endParaRPr>
          </a:p>
          <a:p>
            <a:r>
              <a:rPr lang="en-GB" dirty="0">
                <a:solidFill>
                  <a:srgbClr val="374151"/>
                </a:solidFill>
              </a:rPr>
              <a:t>The code defines a simple functional component called Greeting.</a:t>
            </a:r>
          </a:p>
          <a:p>
            <a:r>
              <a:rPr lang="en-GB" dirty="0">
                <a:solidFill>
                  <a:srgbClr val="374151"/>
                </a:solidFill>
              </a:rPr>
              <a:t>The Greeting component takes a name prop and returns an h1 tag with the text "Hello, {</a:t>
            </a:r>
            <a:r>
              <a:rPr lang="en-GB" dirty="0" err="1">
                <a:solidFill>
                  <a:srgbClr val="374151"/>
                </a:solidFill>
              </a:rPr>
              <a:t>props.name</a:t>
            </a:r>
            <a:r>
              <a:rPr lang="en-GB" dirty="0">
                <a:solidFill>
                  <a:srgbClr val="374151"/>
                </a:solidFill>
              </a:rPr>
              <a:t>}!".</a:t>
            </a:r>
          </a:p>
          <a:p>
            <a:r>
              <a:rPr lang="en-GB" dirty="0">
                <a:solidFill>
                  <a:srgbClr val="374151"/>
                </a:solidFill>
              </a:rPr>
              <a:t>Functional components are simpler and easier to read than class components.</a:t>
            </a:r>
          </a:p>
          <a:p>
            <a:r>
              <a:rPr lang="en-GB" dirty="0">
                <a:solidFill>
                  <a:srgbClr val="374151"/>
                </a:solidFill>
              </a:rPr>
              <a:t>Functional components are also faster to render, since they don't have the overhead of a class instance.</a:t>
            </a:r>
          </a:p>
          <a:p>
            <a:r>
              <a:rPr lang="en-GB" dirty="0">
                <a:solidFill>
                  <a:srgbClr val="374151"/>
                </a:solidFill>
              </a:rPr>
              <a:t>Functional components cannot have state or lifecycle methods on their own, but they can use hooks to manage state and perform side effects.</a:t>
            </a:r>
            <a:endParaRPr lang="en-GB" b="0" i="0" dirty="0">
              <a:solidFill>
                <a:srgbClr val="374151"/>
              </a:solidFill>
              <a:effectLst/>
            </a:endParaRPr>
          </a:p>
        </p:txBody>
      </p:sp>
      <p:sp>
        <p:nvSpPr>
          <p:cNvPr id="4" name="Pladsholder til dato 3">
            <a:extLst>
              <a:ext uri="{FF2B5EF4-FFF2-40B4-BE49-F238E27FC236}">
                <a16:creationId xmlns:a16="http://schemas.microsoft.com/office/drawing/2014/main" id="{E072C3F0-7583-4F5E-9FDB-F3D9CA0252B5}"/>
              </a:ext>
            </a:extLst>
          </p:cNvPr>
          <p:cNvSpPr>
            <a:spLocks noGrp="1"/>
          </p:cNvSpPr>
          <p:nvPr>
            <p:ph type="dt" sz="half" idx="2"/>
          </p:nvPr>
        </p:nvSpPr>
        <p:spPr/>
        <p:txBody>
          <a:bodyPr/>
          <a:lstStyle/>
          <a:p>
            <a:fld id="{EF24DA42-04FB-4B25-978A-D9F9569C3D42}" type="datetime1">
              <a:rPr lang="en-GB" smtClean="0"/>
              <a:t>26/02/2024</a:t>
            </a:fld>
            <a:endParaRPr lang="en-GB" dirty="0"/>
          </a:p>
        </p:txBody>
      </p:sp>
      <p:sp>
        <p:nvSpPr>
          <p:cNvPr id="6" name="Pladsholder til slidenummer 5">
            <a:extLst>
              <a:ext uri="{FF2B5EF4-FFF2-40B4-BE49-F238E27FC236}">
                <a16:creationId xmlns:a16="http://schemas.microsoft.com/office/drawing/2014/main" id="{BE17FC59-F894-44A4-8361-83A75B4C206D}"/>
              </a:ext>
            </a:extLst>
          </p:cNvPr>
          <p:cNvSpPr>
            <a:spLocks noGrp="1"/>
          </p:cNvSpPr>
          <p:nvPr>
            <p:ph type="sldNum" sz="quarter" idx="15"/>
          </p:nvPr>
        </p:nvSpPr>
        <p:spPr/>
        <p:txBody>
          <a:bodyPr/>
          <a:lstStyle/>
          <a:p>
            <a:fld id="{45D37B1E-C366-494F-A587-962AD9AABC83}" type="slidenum">
              <a:rPr lang="en-GB" smtClean="0"/>
              <a:pPr/>
              <a:t>25</a:t>
            </a:fld>
            <a:endParaRPr lang="en-GB" dirty="0"/>
          </a:p>
        </p:txBody>
      </p:sp>
      <p:sp>
        <p:nvSpPr>
          <p:cNvPr id="8" name="TextBox 7">
            <a:extLst>
              <a:ext uri="{FF2B5EF4-FFF2-40B4-BE49-F238E27FC236}">
                <a16:creationId xmlns:a16="http://schemas.microsoft.com/office/drawing/2014/main" id="{F8133F48-4629-25B2-9DA2-0FD9A423FB5A}"/>
              </a:ext>
            </a:extLst>
          </p:cNvPr>
          <p:cNvSpPr txBox="1"/>
          <p:nvPr/>
        </p:nvSpPr>
        <p:spPr>
          <a:xfrm>
            <a:off x="6323937" y="999173"/>
            <a:ext cx="5868063" cy="1815882"/>
          </a:xfrm>
          <a:prstGeom prst="rect">
            <a:avLst/>
          </a:prstGeom>
          <a:noFill/>
        </p:spPr>
        <p:txBody>
          <a:bodyPr wrap="square">
            <a:spAutoFit/>
          </a:bodyPr>
          <a:lstStyle/>
          <a:p>
            <a:r>
              <a:rPr lang="en-GB" sz="1600" b="0" dirty="0">
                <a:solidFill>
                  <a:srgbClr val="C586C0"/>
                </a:solidFill>
                <a:effectLst/>
                <a:latin typeface="Menlo" panose="020B0609030804020204" pitchFamily="49" charset="0"/>
              </a:rPr>
              <a:t>import</a:t>
            </a:r>
            <a:r>
              <a:rPr lang="en-GB" sz="1600" b="0" dirty="0">
                <a:solidFill>
                  <a:srgbClr val="D4D4D4"/>
                </a:solidFill>
                <a:effectLst/>
                <a:latin typeface="Menlo" panose="020B0609030804020204" pitchFamily="49" charset="0"/>
              </a:rPr>
              <a:t> </a:t>
            </a:r>
            <a:r>
              <a:rPr lang="en-GB" sz="1600" b="0" dirty="0">
                <a:solidFill>
                  <a:srgbClr val="9CDCFE"/>
                </a:solidFill>
                <a:effectLst/>
                <a:latin typeface="Menlo" panose="020B0609030804020204" pitchFamily="49" charset="0"/>
              </a:rPr>
              <a:t>React</a:t>
            </a:r>
            <a:r>
              <a:rPr lang="en-GB" sz="1600" b="0" dirty="0">
                <a:solidFill>
                  <a:srgbClr val="D4D4D4"/>
                </a:solidFill>
                <a:effectLst/>
                <a:latin typeface="Menlo" panose="020B0609030804020204" pitchFamily="49" charset="0"/>
              </a:rPr>
              <a:t> </a:t>
            </a:r>
            <a:r>
              <a:rPr lang="en-GB" sz="1600" b="0" dirty="0">
                <a:solidFill>
                  <a:srgbClr val="C586C0"/>
                </a:solidFill>
                <a:effectLst/>
                <a:latin typeface="Menlo" panose="020B0609030804020204" pitchFamily="49" charset="0"/>
              </a:rPr>
              <a:t>from</a:t>
            </a:r>
            <a:r>
              <a:rPr lang="en-GB" sz="1600" b="0" dirty="0">
                <a:solidFill>
                  <a:srgbClr val="D4D4D4"/>
                </a:solidFill>
                <a:effectLst/>
                <a:latin typeface="Menlo" panose="020B0609030804020204" pitchFamily="49" charset="0"/>
              </a:rPr>
              <a:t> </a:t>
            </a:r>
            <a:r>
              <a:rPr lang="en-GB" sz="1600" b="0" dirty="0">
                <a:solidFill>
                  <a:srgbClr val="CE9178"/>
                </a:solidFill>
                <a:effectLst/>
                <a:latin typeface="Menlo" panose="020B0609030804020204" pitchFamily="49" charset="0"/>
              </a:rPr>
              <a:t>'react'</a:t>
            </a:r>
            <a:r>
              <a:rPr lang="en-GB" sz="1600" b="0" dirty="0">
                <a:solidFill>
                  <a:srgbClr val="D4D4D4"/>
                </a:solidFill>
                <a:effectLst/>
                <a:latin typeface="Menlo" panose="020B0609030804020204" pitchFamily="49" charset="0"/>
              </a:rPr>
              <a:t>;</a:t>
            </a:r>
          </a:p>
          <a:p>
            <a:br>
              <a:rPr lang="en-GB" sz="1600" b="0" dirty="0">
                <a:solidFill>
                  <a:srgbClr val="D4D4D4"/>
                </a:solidFill>
                <a:effectLst/>
                <a:latin typeface="Menlo" panose="020B0609030804020204" pitchFamily="49" charset="0"/>
              </a:rPr>
            </a:br>
            <a:r>
              <a:rPr lang="en-GB" sz="1600" b="0" dirty="0">
                <a:solidFill>
                  <a:srgbClr val="569CD6"/>
                </a:solidFill>
                <a:effectLst/>
                <a:latin typeface="Menlo" panose="020B0609030804020204" pitchFamily="49" charset="0"/>
              </a:rPr>
              <a:t>function</a:t>
            </a:r>
            <a:r>
              <a:rPr lang="en-GB" sz="1600" b="0" dirty="0">
                <a:solidFill>
                  <a:srgbClr val="D4D4D4"/>
                </a:solidFill>
                <a:effectLst/>
                <a:latin typeface="Menlo" panose="020B0609030804020204" pitchFamily="49" charset="0"/>
              </a:rPr>
              <a:t> </a:t>
            </a:r>
            <a:r>
              <a:rPr lang="en-GB" sz="1600" b="0" dirty="0">
                <a:solidFill>
                  <a:srgbClr val="DCDCAA"/>
                </a:solidFill>
                <a:effectLst/>
                <a:latin typeface="Menlo" panose="020B0609030804020204" pitchFamily="49" charset="0"/>
              </a:rPr>
              <a:t>Greeting</a:t>
            </a:r>
            <a:r>
              <a:rPr lang="en-GB" sz="1600" b="0" dirty="0">
                <a:solidFill>
                  <a:srgbClr val="D4D4D4"/>
                </a:solidFill>
                <a:effectLst/>
                <a:latin typeface="Menlo" panose="020B0609030804020204" pitchFamily="49" charset="0"/>
              </a:rPr>
              <a:t>(</a:t>
            </a:r>
            <a:r>
              <a:rPr lang="en-GB" sz="1600" b="0" dirty="0">
                <a:solidFill>
                  <a:srgbClr val="9CDCFE"/>
                </a:solidFill>
                <a:effectLst/>
                <a:latin typeface="Menlo" panose="020B0609030804020204" pitchFamily="49" charset="0"/>
              </a:rPr>
              <a:t>props</a:t>
            </a:r>
            <a:r>
              <a:rPr lang="en-GB" sz="1600" b="0" dirty="0">
                <a:solidFill>
                  <a:srgbClr val="D4D4D4"/>
                </a:solidFill>
                <a:effectLst/>
                <a:latin typeface="Menlo" panose="020B0609030804020204" pitchFamily="49" charset="0"/>
              </a:rPr>
              <a:t>) {</a:t>
            </a:r>
          </a:p>
          <a:p>
            <a:r>
              <a:rPr lang="en-GB" sz="1600" b="0" dirty="0">
                <a:solidFill>
                  <a:srgbClr val="C586C0"/>
                </a:solidFill>
                <a:effectLst/>
                <a:latin typeface="Menlo" panose="020B0609030804020204" pitchFamily="49" charset="0"/>
              </a:rPr>
              <a:t>  return</a:t>
            </a:r>
            <a:r>
              <a:rPr lang="en-GB" sz="1600" b="0" dirty="0">
                <a:solidFill>
                  <a:srgbClr val="D4D4D4"/>
                </a:solidFill>
                <a:effectLst/>
                <a:latin typeface="Menlo" panose="020B0609030804020204" pitchFamily="49" charset="0"/>
              </a:rPr>
              <a:t> </a:t>
            </a:r>
            <a:r>
              <a:rPr lang="en-GB" sz="1600" b="0" dirty="0">
                <a:solidFill>
                  <a:srgbClr val="808080"/>
                </a:solidFill>
                <a:effectLst/>
                <a:latin typeface="Menlo" panose="020B0609030804020204" pitchFamily="49" charset="0"/>
              </a:rPr>
              <a:t>&lt;</a:t>
            </a:r>
            <a:r>
              <a:rPr lang="en-GB" sz="1600" b="0" dirty="0">
                <a:solidFill>
                  <a:srgbClr val="569CD6"/>
                </a:solidFill>
                <a:effectLst/>
                <a:latin typeface="Menlo" panose="020B0609030804020204" pitchFamily="49" charset="0"/>
              </a:rPr>
              <a:t>h1</a:t>
            </a:r>
            <a:r>
              <a:rPr lang="en-GB" sz="1600" b="0" dirty="0">
                <a:solidFill>
                  <a:srgbClr val="808080"/>
                </a:solidFill>
                <a:effectLst/>
                <a:latin typeface="Menlo" panose="020B0609030804020204" pitchFamily="49" charset="0"/>
              </a:rPr>
              <a:t>&gt;</a:t>
            </a:r>
            <a:r>
              <a:rPr lang="en-GB" sz="1600" b="0" dirty="0">
                <a:solidFill>
                  <a:srgbClr val="D4D4D4"/>
                </a:solidFill>
                <a:effectLst/>
                <a:latin typeface="Menlo" panose="020B0609030804020204" pitchFamily="49" charset="0"/>
              </a:rPr>
              <a:t>Hello, </a:t>
            </a:r>
            <a:r>
              <a:rPr lang="en-GB" sz="1600" b="0" dirty="0">
                <a:solidFill>
                  <a:srgbClr val="569CD6"/>
                </a:solidFill>
                <a:effectLst/>
                <a:latin typeface="Menlo" panose="020B0609030804020204" pitchFamily="49" charset="0"/>
              </a:rPr>
              <a:t>{</a:t>
            </a:r>
            <a:r>
              <a:rPr lang="en-GB" sz="1600" b="0" dirty="0" err="1">
                <a:solidFill>
                  <a:srgbClr val="9CDCFE"/>
                </a:solidFill>
                <a:effectLst/>
                <a:latin typeface="Menlo" panose="020B0609030804020204" pitchFamily="49" charset="0"/>
              </a:rPr>
              <a:t>props</a:t>
            </a:r>
            <a:r>
              <a:rPr lang="en-GB" sz="1600" b="0" dirty="0" err="1">
                <a:solidFill>
                  <a:srgbClr val="D4D4D4"/>
                </a:solidFill>
                <a:effectLst/>
                <a:latin typeface="Menlo" panose="020B0609030804020204" pitchFamily="49" charset="0"/>
              </a:rPr>
              <a:t>.</a:t>
            </a:r>
            <a:r>
              <a:rPr lang="en-GB" sz="1600" b="0" dirty="0" err="1">
                <a:solidFill>
                  <a:srgbClr val="9CDCFE"/>
                </a:solidFill>
                <a:effectLst/>
                <a:latin typeface="Menlo" panose="020B0609030804020204" pitchFamily="49" charset="0"/>
              </a:rPr>
              <a:t>name</a:t>
            </a:r>
            <a:r>
              <a:rPr lang="en-GB" sz="1600" b="0" dirty="0">
                <a:solidFill>
                  <a:srgbClr val="569CD6"/>
                </a:solidFill>
                <a:effectLst/>
                <a:latin typeface="Menlo" panose="020B0609030804020204" pitchFamily="49" charset="0"/>
              </a:rPr>
              <a:t>}</a:t>
            </a:r>
            <a:r>
              <a:rPr lang="en-GB" sz="1600" b="0" dirty="0">
                <a:solidFill>
                  <a:srgbClr val="D4D4D4"/>
                </a:solidFill>
                <a:effectLst/>
                <a:latin typeface="Menlo" panose="020B0609030804020204" pitchFamily="49" charset="0"/>
              </a:rPr>
              <a:t>!</a:t>
            </a:r>
            <a:r>
              <a:rPr lang="en-GB" sz="1600" b="0" dirty="0">
                <a:solidFill>
                  <a:srgbClr val="808080"/>
                </a:solidFill>
                <a:effectLst/>
                <a:latin typeface="Menlo" panose="020B0609030804020204" pitchFamily="49" charset="0"/>
              </a:rPr>
              <a:t>&lt;/</a:t>
            </a:r>
            <a:r>
              <a:rPr lang="en-GB" sz="1600" b="0" dirty="0">
                <a:solidFill>
                  <a:srgbClr val="569CD6"/>
                </a:solidFill>
                <a:effectLst/>
                <a:latin typeface="Menlo" panose="020B0609030804020204" pitchFamily="49" charset="0"/>
              </a:rPr>
              <a:t>h1</a:t>
            </a:r>
            <a:r>
              <a:rPr lang="en-GB" sz="1600" b="0" dirty="0">
                <a:solidFill>
                  <a:srgbClr val="808080"/>
                </a:solidFill>
                <a:effectLst/>
                <a:latin typeface="Menlo" panose="020B0609030804020204" pitchFamily="49" charset="0"/>
              </a:rPr>
              <a:t>&gt;</a:t>
            </a:r>
            <a:r>
              <a:rPr lang="en-GB" sz="1600" b="0" dirty="0">
                <a:solidFill>
                  <a:srgbClr val="D4D4D4"/>
                </a:solidFill>
                <a:effectLst/>
                <a:latin typeface="Menlo" panose="020B0609030804020204" pitchFamily="49" charset="0"/>
              </a:rPr>
              <a:t>;</a:t>
            </a:r>
          </a:p>
          <a:p>
            <a:r>
              <a:rPr lang="en-GB" sz="1600" b="0" dirty="0">
                <a:solidFill>
                  <a:srgbClr val="D4D4D4"/>
                </a:solidFill>
                <a:effectLst/>
                <a:latin typeface="Menlo" panose="020B0609030804020204" pitchFamily="49" charset="0"/>
              </a:rPr>
              <a:t>}</a:t>
            </a:r>
          </a:p>
          <a:p>
            <a:br>
              <a:rPr lang="en-GB" sz="1600" b="0" dirty="0">
                <a:solidFill>
                  <a:srgbClr val="D4D4D4"/>
                </a:solidFill>
                <a:effectLst/>
                <a:latin typeface="Menlo" panose="020B0609030804020204" pitchFamily="49" charset="0"/>
              </a:rPr>
            </a:br>
            <a:endParaRPr lang="en-GB" sz="1600" b="0" dirty="0">
              <a:solidFill>
                <a:srgbClr val="D4D4D4"/>
              </a:solidFill>
              <a:effectLst/>
              <a:latin typeface="Menlo" panose="020B0609030804020204" pitchFamily="49" charset="0"/>
            </a:endParaRPr>
          </a:p>
        </p:txBody>
      </p:sp>
    </p:spTree>
    <p:extLst>
      <p:ext uri="{BB962C8B-B14F-4D97-AF65-F5344CB8AC3E}">
        <p14:creationId xmlns:p14="http://schemas.microsoft.com/office/powerpoint/2010/main" val="31937176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11BF8CD-DA3F-180B-F078-1597E310DDEE}"/>
              </a:ext>
            </a:extLst>
          </p:cNvPr>
          <p:cNvSpPr/>
          <p:nvPr/>
        </p:nvSpPr>
        <p:spPr>
          <a:xfrm>
            <a:off x="6096000" y="0"/>
            <a:ext cx="6096000" cy="6858000"/>
          </a:xfrm>
          <a:prstGeom prst="rect">
            <a:avLst/>
          </a:prstGeom>
          <a:solidFill>
            <a:schemeClr val="tx1">
              <a:lumMod val="85000"/>
              <a:lumOff val="1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DK" sz="1600" dirty="0" err="1"/>
          </a:p>
        </p:txBody>
      </p:sp>
      <p:sp>
        <p:nvSpPr>
          <p:cNvPr id="2" name="Titel 1">
            <a:extLst>
              <a:ext uri="{FF2B5EF4-FFF2-40B4-BE49-F238E27FC236}">
                <a16:creationId xmlns:a16="http://schemas.microsoft.com/office/drawing/2014/main" id="{1983AFD6-C0BD-4C9D-ABAC-F755777D2A80}"/>
              </a:ext>
            </a:extLst>
          </p:cNvPr>
          <p:cNvSpPr>
            <a:spLocks noGrp="1"/>
          </p:cNvSpPr>
          <p:nvPr>
            <p:ph type="ctrTitle"/>
          </p:nvPr>
        </p:nvSpPr>
        <p:spPr>
          <a:xfrm>
            <a:off x="414697" y="999173"/>
            <a:ext cx="5485172" cy="701040"/>
          </a:xfrm>
        </p:spPr>
        <p:txBody>
          <a:bodyPr/>
          <a:lstStyle/>
          <a:p>
            <a:r>
              <a:rPr lang="da-DK" dirty="0"/>
              <a:t>Class Components</a:t>
            </a:r>
          </a:p>
        </p:txBody>
      </p:sp>
      <p:sp>
        <p:nvSpPr>
          <p:cNvPr id="3" name="Pladsholder til indhold 2">
            <a:extLst>
              <a:ext uri="{FF2B5EF4-FFF2-40B4-BE49-F238E27FC236}">
                <a16:creationId xmlns:a16="http://schemas.microsoft.com/office/drawing/2014/main" id="{BDDE4E86-A4BC-4B05-8094-F1C0CC7D2909}"/>
              </a:ext>
            </a:extLst>
          </p:cNvPr>
          <p:cNvSpPr>
            <a:spLocks noGrp="1"/>
          </p:cNvSpPr>
          <p:nvPr>
            <p:ph sz="quarter" idx="13"/>
          </p:nvPr>
        </p:nvSpPr>
        <p:spPr>
          <a:xfrm>
            <a:off x="414696" y="1700213"/>
            <a:ext cx="5206876" cy="3852862"/>
          </a:xfrm>
        </p:spPr>
        <p:txBody>
          <a:bodyPr>
            <a:normAutofit lnSpcReduction="10000"/>
          </a:bodyPr>
          <a:lstStyle/>
          <a:p>
            <a:pPr marL="0" indent="0">
              <a:buNone/>
            </a:pPr>
            <a:r>
              <a:rPr lang="en-GB" b="0" i="0" dirty="0">
                <a:solidFill>
                  <a:srgbClr val="374151"/>
                </a:solidFill>
                <a:effectLst/>
              </a:rPr>
              <a:t>Class components are a more powerful way of defining React components. </a:t>
            </a:r>
          </a:p>
          <a:p>
            <a:pPr marL="0" indent="0">
              <a:buNone/>
            </a:pPr>
            <a:endParaRPr lang="en-GB" dirty="0">
              <a:solidFill>
                <a:srgbClr val="374151"/>
              </a:solidFill>
            </a:endParaRPr>
          </a:p>
          <a:p>
            <a:r>
              <a:rPr lang="en-GB" dirty="0">
                <a:solidFill>
                  <a:srgbClr val="374151"/>
                </a:solidFill>
              </a:rPr>
              <a:t>The code defines a simple class component called Counter.</a:t>
            </a:r>
          </a:p>
          <a:p>
            <a:r>
              <a:rPr lang="en-GB" dirty="0">
                <a:solidFill>
                  <a:srgbClr val="374151"/>
                </a:solidFill>
              </a:rPr>
              <a:t>The Counter component has an internal state (count) and a render method that returns the value of </a:t>
            </a:r>
            <a:r>
              <a:rPr lang="en-GB" dirty="0" err="1">
                <a:solidFill>
                  <a:srgbClr val="374151"/>
                </a:solidFill>
              </a:rPr>
              <a:t>this.state.count</a:t>
            </a:r>
            <a:r>
              <a:rPr lang="en-GB" dirty="0">
                <a:solidFill>
                  <a:srgbClr val="374151"/>
                </a:solidFill>
              </a:rPr>
              <a:t>.</a:t>
            </a:r>
          </a:p>
          <a:p>
            <a:r>
              <a:rPr lang="en-GB" dirty="0">
                <a:solidFill>
                  <a:srgbClr val="374151"/>
                </a:solidFill>
              </a:rPr>
              <a:t>Class components are more powerful than functional components and can have additional functionality like state and lifecycle methods.</a:t>
            </a:r>
          </a:p>
          <a:p>
            <a:r>
              <a:rPr lang="en-GB" dirty="0">
                <a:solidFill>
                  <a:srgbClr val="374151"/>
                </a:solidFill>
              </a:rPr>
              <a:t>Class components are more verbose and harder to read than functional components.</a:t>
            </a:r>
          </a:p>
          <a:p>
            <a:r>
              <a:rPr lang="en-GB" dirty="0">
                <a:solidFill>
                  <a:srgbClr val="374151"/>
                </a:solidFill>
              </a:rPr>
              <a:t>Class components will eventually be phased out in </a:t>
            </a:r>
            <a:r>
              <a:rPr lang="en-GB" dirty="0" err="1">
                <a:solidFill>
                  <a:srgbClr val="374151"/>
                </a:solidFill>
              </a:rPr>
              <a:t>favor</a:t>
            </a:r>
            <a:r>
              <a:rPr lang="en-GB" dirty="0">
                <a:solidFill>
                  <a:srgbClr val="374151"/>
                </a:solidFill>
              </a:rPr>
              <a:t> of functional components with hooks.</a:t>
            </a:r>
            <a:endParaRPr lang="en-GB" b="0" i="0" dirty="0">
              <a:solidFill>
                <a:srgbClr val="374151"/>
              </a:solidFill>
              <a:effectLst/>
            </a:endParaRPr>
          </a:p>
        </p:txBody>
      </p:sp>
      <p:sp>
        <p:nvSpPr>
          <p:cNvPr id="4" name="Pladsholder til dato 3">
            <a:extLst>
              <a:ext uri="{FF2B5EF4-FFF2-40B4-BE49-F238E27FC236}">
                <a16:creationId xmlns:a16="http://schemas.microsoft.com/office/drawing/2014/main" id="{E072C3F0-7583-4F5E-9FDB-F3D9CA0252B5}"/>
              </a:ext>
            </a:extLst>
          </p:cNvPr>
          <p:cNvSpPr>
            <a:spLocks noGrp="1"/>
          </p:cNvSpPr>
          <p:nvPr>
            <p:ph type="dt" sz="half" idx="2"/>
          </p:nvPr>
        </p:nvSpPr>
        <p:spPr/>
        <p:txBody>
          <a:bodyPr/>
          <a:lstStyle/>
          <a:p>
            <a:fld id="{EF24DA42-04FB-4B25-978A-D9F9569C3D42}" type="datetime1">
              <a:rPr lang="en-GB" smtClean="0"/>
              <a:t>26/02/2024</a:t>
            </a:fld>
            <a:endParaRPr lang="en-GB" dirty="0"/>
          </a:p>
        </p:txBody>
      </p:sp>
      <p:sp>
        <p:nvSpPr>
          <p:cNvPr id="6" name="Pladsholder til slidenummer 5">
            <a:extLst>
              <a:ext uri="{FF2B5EF4-FFF2-40B4-BE49-F238E27FC236}">
                <a16:creationId xmlns:a16="http://schemas.microsoft.com/office/drawing/2014/main" id="{BE17FC59-F894-44A4-8361-83A75B4C206D}"/>
              </a:ext>
            </a:extLst>
          </p:cNvPr>
          <p:cNvSpPr>
            <a:spLocks noGrp="1"/>
          </p:cNvSpPr>
          <p:nvPr>
            <p:ph type="sldNum" sz="quarter" idx="15"/>
          </p:nvPr>
        </p:nvSpPr>
        <p:spPr/>
        <p:txBody>
          <a:bodyPr/>
          <a:lstStyle/>
          <a:p>
            <a:fld id="{45D37B1E-C366-494F-A587-962AD9AABC83}" type="slidenum">
              <a:rPr lang="en-GB" smtClean="0"/>
              <a:pPr/>
              <a:t>26</a:t>
            </a:fld>
            <a:endParaRPr lang="en-GB" dirty="0"/>
          </a:p>
        </p:txBody>
      </p:sp>
      <p:sp>
        <p:nvSpPr>
          <p:cNvPr id="8" name="TextBox 7">
            <a:extLst>
              <a:ext uri="{FF2B5EF4-FFF2-40B4-BE49-F238E27FC236}">
                <a16:creationId xmlns:a16="http://schemas.microsoft.com/office/drawing/2014/main" id="{F8133F48-4629-25B2-9DA2-0FD9A423FB5A}"/>
              </a:ext>
            </a:extLst>
          </p:cNvPr>
          <p:cNvSpPr txBox="1"/>
          <p:nvPr/>
        </p:nvSpPr>
        <p:spPr>
          <a:xfrm>
            <a:off x="6323937" y="999173"/>
            <a:ext cx="5583141" cy="3293209"/>
          </a:xfrm>
          <a:prstGeom prst="rect">
            <a:avLst/>
          </a:prstGeom>
          <a:noFill/>
        </p:spPr>
        <p:txBody>
          <a:bodyPr wrap="square">
            <a:spAutoFit/>
          </a:bodyPr>
          <a:lstStyle/>
          <a:p>
            <a:r>
              <a:rPr lang="en-GB" sz="1600" b="0" dirty="0">
                <a:solidFill>
                  <a:srgbClr val="C586C0"/>
                </a:solidFill>
                <a:effectLst/>
                <a:latin typeface="Menlo" panose="020B0609030804020204" pitchFamily="49" charset="0"/>
              </a:rPr>
              <a:t>import</a:t>
            </a:r>
            <a:r>
              <a:rPr lang="en-GB" sz="1600" b="0" dirty="0">
                <a:solidFill>
                  <a:srgbClr val="D4D4D4"/>
                </a:solidFill>
                <a:effectLst/>
                <a:latin typeface="Menlo" panose="020B0609030804020204" pitchFamily="49" charset="0"/>
              </a:rPr>
              <a:t> </a:t>
            </a:r>
            <a:r>
              <a:rPr lang="en-GB" sz="1600" b="0" dirty="0">
                <a:solidFill>
                  <a:srgbClr val="9CDCFE"/>
                </a:solidFill>
                <a:effectLst/>
                <a:latin typeface="Menlo" panose="020B0609030804020204" pitchFamily="49" charset="0"/>
              </a:rPr>
              <a:t>React</a:t>
            </a:r>
            <a:r>
              <a:rPr lang="en-GB" sz="1600" b="0" dirty="0">
                <a:solidFill>
                  <a:srgbClr val="D4D4D4"/>
                </a:solidFill>
                <a:effectLst/>
                <a:latin typeface="Menlo" panose="020B0609030804020204" pitchFamily="49" charset="0"/>
              </a:rPr>
              <a:t> </a:t>
            </a:r>
            <a:r>
              <a:rPr lang="en-GB" sz="1600" b="0" dirty="0">
                <a:solidFill>
                  <a:srgbClr val="C586C0"/>
                </a:solidFill>
                <a:effectLst/>
                <a:latin typeface="Menlo" panose="020B0609030804020204" pitchFamily="49" charset="0"/>
              </a:rPr>
              <a:t>from</a:t>
            </a:r>
            <a:r>
              <a:rPr lang="en-GB" sz="1600" b="0" dirty="0">
                <a:solidFill>
                  <a:srgbClr val="D4D4D4"/>
                </a:solidFill>
                <a:effectLst/>
                <a:latin typeface="Menlo" panose="020B0609030804020204" pitchFamily="49" charset="0"/>
              </a:rPr>
              <a:t> </a:t>
            </a:r>
            <a:r>
              <a:rPr lang="en-GB" sz="1600" b="0" dirty="0">
                <a:solidFill>
                  <a:srgbClr val="CE9178"/>
                </a:solidFill>
                <a:effectLst/>
                <a:latin typeface="Menlo" panose="020B0609030804020204" pitchFamily="49" charset="0"/>
              </a:rPr>
              <a:t>'react'</a:t>
            </a:r>
            <a:r>
              <a:rPr lang="en-GB" sz="1600" b="0" dirty="0">
                <a:solidFill>
                  <a:srgbClr val="D4D4D4"/>
                </a:solidFill>
                <a:effectLst/>
                <a:latin typeface="Menlo" panose="020B0609030804020204" pitchFamily="49" charset="0"/>
              </a:rPr>
              <a:t>;</a:t>
            </a:r>
          </a:p>
          <a:p>
            <a:br>
              <a:rPr lang="en-GB" sz="1600" b="0" dirty="0">
                <a:solidFill>
                  <a:srgbClr val="D4D4D4"/>
                </a:solidFill>
                <a:effectLst/>
                <a:latin typeface="Menlo" panose="020B0609030804020204" pitchFamily="49" charset="0"/>
              </a:rPr>
            </a:br>
            <a:r>
              <a:rPr lang="en-GB" sz="1600" b="0" dirty="0">
                <a:solidFill>
                  <a:srgbClr val="569CD6"/>
                </a:solidFill>
                <a:effectLst/>
                <a:latin typeface="Menlo" panose="020B0609030804020204" pitchFamily="49" charset="0"/>
              </a:rPr>
              <a:t>class</a:t>
            </a:r>
            <a:r>
              <a:rPr lang="en-GB" sz="1600" b="0" dirty="0">
                <a:solidFill>
                  <a:srgbClr val="D4D4D4"/>
                </a:solidFill>
                <a:effectLst/>
                <a:latin typeface="Menlo" panose="020B0609030804020204" pitchFamily="49" charset="0"/>
              </a:rPr>
              <a:t> </a:t>
            </a:r>
            <a:r>
              <a:rPr lang="en-GB" sz="1600" b="0" dirty="0">
                <a:solidFill>
                  <a:srgbClr val="4EC9B0"/>
                </a:solidFill>
                <a:effectLst/>
                <a:latin typeface="Menlo" panose="020B0609030804020204" pitchFamily="49" charset="0"/>
              </a:rPr>
              <a:t>Counter</a:t>
            </a:r>
            <a:r>
              <a:rPr lang="en-GB" sz="1600" b="0" dirty="0">
                <a:solidFill>
                  <a:srgbClr val="D4D4D4"/>
                </a:solidFill>
                <a:effectLst/>
                <a:latin typeface="Menlo" panose="020B0609030804020204" pitchFamily="49" charset="0"/>
              </a:rPr>
              <a:t> </a:t>
            </a:r>
            <a:r>
              <a:rPr lang="en-GB" sz="1600" b="0" dirty="0">
                <a:solidFill>
                  <a:srgbClr val="569CD6"/>
                </a:solidFill>
                <a:effectLst/>
                <a:latin typeface="Menlo" panose="020B0609030804020204" pitchFamily="49" charset="0"/>
              </a:rPr>
              <a:t>extends</a:t>
            </a:r>
            <a:r>
              <a:rPr lang="en-GB" sz="1600" b="0" dirty="0">
                <a:solidFill>
                  <a:srgbClr val="D4D4D4"/>
                </a:solidFill>
                <a:effectLst/>
                <a:latin typeface="Menlo" panose="020B0609030804020204" pitchFamily="49" charset="0"/>
              </a:rPr>
              <a:t> </a:t>
            </a:r>
            <a:r>
              <a:rPr lang="en-GB" sz="1600" b="0" dirty="0" err="1">
                <a:solidFill>
                  <a:srgbClr val="4EC9B0"/>
                </a:solidFill>
                <a:effectLst/>
                <a:latin typeface="Menlo" panose="020B0609030804020204" pitchFamily="49" charset="0"/>
              </a:rPr>
              <a:t>React</a:t>
            </a:r>
            <a:r>
              <a:rPr lang="en-GB" sz="1600" b="0" dirty="0" err="1">
                <a:solidFill>
                  <a:srgbClr val="D4D4D4"/>
                </a:solidFill>
                <a:effectLst/>
                <a:latin typeface="Menlo" panose="020B0609030804020204" pitchFamily="49" charset="0"/>
              </a:rPr>
              <a:t>.</a:t>
            </a:r>
            <a:r>
              <a:rPr lang="en-GB" sz="1600" b="0" dirty="0" err="1">
                <a:solidFill>
                  <a:srgbClr val="4EC9B0"/>
                </a:solidFill>
                <a:effectLst/>
                <a:latin typeface="Menlo" panose="020B0609030804020204" pitchFamily="49" charset="0"/>
              </a:rPr>
              <a:t>Component</a:t>
            </a:r>
            <a:r>
              <a:rPr lang="en-GB" sz="1600" b="0" dirty="0">
                <a:solidFill>
                  <a:srgbClr val="D4D4D4"/>
                </a:solidFill>
                <a:effectLst/>
                <a:latin typeface="Menlo" panose="020B0609030804020204" pitchFamily="49" charset="0"/>
              </a:rPr>
              <a:t> {</a:t>
            </a:r>
          </a:p>
          <a:p>
            <a:r>
              <a:rPr lang="en-GB" sz="1600" b="0" dirty="0">
                <a:solidFill>
                  <a:srgbClr val="569CD6"/>
                </a:solidFill>
                <a:effectLst/>
                <a:latin typeface="Menlo" panose="020B0609030804020204" pitchFamily="49" charset="0"/>
              </a:rPr>
              <a:t>  constructor</a:t>
            </a:r>
            <a:r>
              <a:rPr lang="en-GB" sz="1600" b="0" dirty="0">
                <a:solidFill>
                  <a:srgbClr val="D4D4D4"/>
                </a:solidFill>
                <a:effectLst/>
                <a:latin typeface="Menlo" panose="020B0609030804020204" pitchFamily="49" charset="0"/>
              </a:rPr>
              <a:t>(</a:t>
            </a:r>
            <a:r>
              <a:rPr lang="en-GB" sz="1600" b="0" dirty="0">
                <a:solidFill>
                  <a:srgbClr val="9CDCFE"/>
                </a:solidFill>
                <a:effectLst/>
                <a:latin typeface="Menlo" panose="020B0609030804020204" pitchFamily="49" charset="0"/>
              </a:rPr>
              <a:t>props</a:t>
            </a:r>
            <a:r>
              <a:rPr lang="en-GB" sz="1600" b="0" dirty="0">
                <a:solidFill>
                  <a:srgbClr val="D4D4D4"/>
                </a:solidFill>
                <a:effectLst/>
                <a:latin typeface="Menlo" panose="020B0609030804020204" pitchFamily="49" charset="0"/>
              </a:rPr>
              <a:t>) {</a:t>
            </a:r>
          </a:p>
          <a:p>
            <a:r>
              <a:rPr lang="en-GB" sz="1600" b="0" dirty="0">
                <a:solidFill>
                  <a:srgbClr val="569CD6"/>
                </a:solidFill>
                <a:effectLst/>
                <a:latin typeface="Menlo" panose="020B0609030804020204" pitchFamily="49" charset="0"/>
              </a:rPr>
              <a:t>    super</a:t>
            </a:r>
            <a:r>
              <a:rPr lang="en-GB" sz="1600" b="0" dirty="0">
                <a:solidFill>
                  <a:srgbClr val="D4D4D4"/>
                </a:solidFill>
                <a:effectLst/>
                <a:latin typeface="Menlo" panose="020B0609030804020204" pitchFamily="49" charset="0"/>
              </a:rPr>
              <a:t>(</a:t>
            </a:r>
            <a:r>
              <a:rPr lang="en-GB" sz="1600" b="0" dirty="0">
                <a:solidFill>
                  <a:srgbClr val="9CDCFE"/>
                </a:solidFill>
                <a:effectLst/>
                <a:latin typeface="Menlo" panose="020B0609030804020204" pitchFamily="49" charset="0"/>
              </a:rPr>
              <a:t>props</a:t>
            </a:r>
            <a:r>
              <a:rPr lang="en-GB" sz="1600" b="0" dirty="0">
                <a:solidFill>
                  <a:srgbClr val="D4D4D4"/>
                </a:solidFill>
                <a:effectLst/>
                <a:latin typeface="Menlo" panose="020B0609030804020204" pitchFamily="49" charset="0"/>
              </a:rPr>
              <a:t>);</a:t>
            </a:r>
          </a:p>
          <a:p>
            <a:r>
              <a:rPr lang="en-GB" sz="1600" b="0" dirty="0">
                <a:solidFill>
                  <a:srgbClr val="569CD6"/>
                </a:solidFill>
                <a:effectLst/>
                <a:latin typeface="Menlo" panose="020B0609030804020204" pitchFamily="49" charset="0"/>
              </a:rPr>
              <a:t>    </a:t>
            </a:r>
            <a:r>
              <a:rPr lang="en-GB" sz="1600" b="0" dirty="0" err="1">
                <a:solidFill>
                  <a:srgbClr val="569CD6"/>
                </a:solidFill>
                <a:effectLst/>
                <a:latin typeface="Menlo" panose="020B0609030804020204" pitchFamily="49" charset="0"/>
              </a:rPr>
              <a:t>this</a:t>
            </a:r>
            <a:r>
              <a:rPr lang="en-GB" sz="1600" b="0" dirty="0" err="1">
                <a:solidFill>
                  <a:srgbClr val="D4D4D4"/>
                </a:solidFill>
                <a:effectLst/>
                <a:latin typeface="Menlo" panose="020B0609030804020204" pitchFamily="49" charset="0"/>
              </a:rPr>
              <a:t>.</a:t>
            </a:r>
            <a:r>
              <a:rPr lang="en-GB" sz="1600" b="0" dirty="0" err="1">
                <a:solidFill>
                  <a:srgbClr val="9CDCFE"/>
                </a:solidFill>
                <a:effectLst/>
                <a:latin typeface="Menlo" panose="020B0609030804020204" pitchFamily="49" charset="0"/>
              </a:rPr>
              <a:t>state</a:t>
            </a:r>
            <a:r>
              <a:rPr lang="en-GB" sz="1600" b="0" dirty="0">
                <a:solidFill>
                  <a:srgbClr val="D4D4D4"/>
                </a:solidFill>
                <a:effectLst/>
                <a:latin typeface="Menlo" panose="020B0609030804020204" pitchFamily="49" charset="0"/>
              </a:rPr>
              <a:t> = { </a:t>
            </a:r>
            <a:r>
              <a:rPr lang="en-GB" sz="1600" b="0" dirty="0">
                <a:solidFill>
                  <a:srgbClr val="9CDCFE"/>
                </a:solidFill>
                <a:effectLst/>
                <a:latin typeface="Menlo" panose="020B0609030804020204" pitchFamily="49" charset="0"/>
              </a:rPr>
              <a:t>count:</a:t>
            </a:r>
            <a:r>
              <a:rPr lang="en-GB" sz="1600" b="0" dirty="0">
                <a:solidFill>
                  <a:srgbClr val="D4D4D4"/>
                </a:solidFill>
                <a:effectLst/>
                <a:latin typeface="Menlo" panose="020B0609030804020204" pitchFamily="49" charset="0"/>
              </a:rPr>
              <a:t> </a:t>
            </a:r>
            <a:r>
              <a:rPr lang="en-GB" sz="1600" b="0" dirty="0">
                <a:solidFill>
                  <a:srgbClr val="B5CEA8"/>
                </a:solidFill>
                <a:effectLst/>
                <a:latin typeface="Menlo" panose="020B0609030804020204" pitchFamily="49" charset="0"/>
              </a:rPr>
              <a:t>0</a:t>
            </a:r>
            <a:r>
              <a:rPr lang="en-GB" sz="1600" b="0" dirty="0">
                <a:solidFill>
                  <a:srgbClr val="D4D4D4"/>
                </a:solidFill>
                <a:effectLst/>
                <a:latin typeface="Menlo" panose="020B0609030804020204" pitchFamily="49" charset="0"/>
              </a:rPr>
              <a:t> };</a:t>
            </a:r>
          </a:p>
          <a:p>
            <a:r>
              <a:rPr lang="en-GB" sz="1600" b="0" dirty="0">
                <a:solidFill>
                  <a:srgbClr val="D4D4D4"/>
                </a:solidFill>
                <a:effectLst/>
                <a:latin typeface="Menlo" panose="020B0609030804020204" pitchFamily="49" charset="0"/>
              </a:rPr>
              <a:t>  }</a:t>
            </a:r>
          </a:p>
          <a:p>
            <a:r>
              <a:rPr lang="en-GB" sz="1600" b="0" dirty="0">
                <a:solidFill>
                  <a:srgbClr val="DCDCAA"/>
                </a:solidFill>
                <a:effectLst/>
                <a:latin typeface="Menlo" panose="020B0609030804020204" pitchFamily="49" charset="0"/>
              </a:rPr>
              <a:t>  render</a:t>
            </a:r>
            <a:r>
              <a:rPr lang="en-GB" sz="1600" b="0" dirty="0">
                <a:solidFill>
                  <a:srgbClr val="D4D4D4"/>
                </a:solidFill>
                <a:effectLst/>
                <a:latin typeface="Menlo" panose="020B0609030804020204" pitchFamily="49" charset="0"/>
              </a:rPr>
              <a:t>() {</a:t>
            </a:r>
          </a:p>
          <a:p>
            <a:r>
              <a:rPr lang="en-GB" sz="1600" b="0" dirty="0">
                <a:solidFill>
                  <a:srgbClr val="C586C0"/>
                </a:solidFill>
                <a:effectLst/>
                <a:latin typeface="Menlo" panose="020B0609030804020204" pitchFamily="49" charset="0"/>
              </a:rPr>
              <a:t>    return</a:t>
            </a:r>
            <a:r>
              <a:rPr lang="en-GB" sz="1600" b="0" dirty="0">
                <a:solidFill>
                  <a:srgbClr val="D4D4D4"/>
                </a:solidFill>
                <a:effectLst/>
                <a:latin typeface="Menlo" panose="020B0609030804020204" pitchFamily="49" charset="0"/>
              </a:rPr>
              <a:t> </a:t>
            </a:r>
            <a:r>
              <a:rPr lang="en-GB" sz="1600" b="0" dirty="0">
                <a:solidFill>
                  <a:srgbClr val="808080"/>
                </a:solidFill>
                <a:effectLst/>
                <a:latin typeface="Menlo" panose="020B0609030804020204" pitchFamily="49" charset="0"/>
              </a:rPr>
              <a:t>&lt;</a:t>
            </a:r>
            <a:r>
              <a:rPr lang="en-GB" sz="1600" b="0" dirty="0">
                <a:solidFill>
                  <a:srgbClr val="569CD6"/>
                </a:solidFill>
                <a:effectLst/>
                <a:latin typeface="Menlo" panose="020B0609030804020204" pitchFamily="49" charset="0"/>
              </a:rPr>
              <a:t>div</a:t>
            </a:r>
            <a:r>
              <a:rPr lang="en-GB" sz="1600" b="0" dirty="0">
                <a:solidFill>
                  <a:srgbClr val="808080"/>
                </a:solidFill>
                <a:effectLst/>
                <a:latin typeface="Menlo" panose="020B0609030804020204" pitchFamily="49" charset="0"/>
              </a:rPr>
              <a:t>&gt;</a:t>
            </a:r>
            <a:r>
              <a:rPr lang="en-GB" sz="1600" b="0" dirty="0">
                <a:solidFill>
                  <a:srgbClr val="569CD6"/>
                </a:solidFill>
                <a:effectLst/>
                <a:latin typeface="Menlo" panose="020B0609030804020204" pitchFamily="49" charset="0"/>
              </a:rPr>
              <a:t>{</a:t>
            </a:r>
            <a:r>
              <a:rPr lang="en-GB" sz="1600" b="0" dirty="0" err="1">
                <a:solidFill>
                  <a:srgbClr val="569CD6"/>
                </a:solidFill>
                <a:effectLst/>
                <a:latin typeface="Menlo" panose="020B0609030804020204" pitchFamily="49" charset="0"/>
              </a:rPr>
              <a:t>this</a:t>
            </a:r>
            <a:r>
              <a:rPr lang="en-GB" sz="1600" b="0" dirty="0" err="1">
                <a:solidFill>
                  <a:srgbClr val="D4D4D4"/>
                </a:solidFill>
                <a:effectLst/>
                <a:latin typeface="Menlo" panose="020B0609030804020204" pitchFamily="49" charset="0"/>
              </a:rPr>
              <a:t>.</a:t>
            </a:r>
            <a:r>
              <a:rPr lang="en-GB" sz="1600" b="0" dirty="0" err="1">
                <a:solidFill>
                  <a:srgbClr val="9CDCFE"/>
                </a:solidFill>
                <a:effectLst/>
                <a:latin typeface="Menlo" panose="020B0609030804020204" pitchFamily="49" charset="0"/>
              </a:rPr>
              <a:t>state</a:t>
            </a:r>
            <a:r>
              <a:rPr lang="en-GB" sz="1600" b="0" dirty="0" err="1">
                <a:solidFill>
                  <a:srgbClr val="D4D4D4"/>
                </a:solidFill>
                <a:effectLst/>
                <a:latin typeface="Menlo" panose="020B0609030804020204" pitchFamily="49" charset="0"/>
              </a:rPr>
              <a:t>.</a:t>
            </a:r>
            <a:r>
              <a:rPr lang="en-GB" sz="1600" b="0" dirty="0" err="1">
                <a:solidFill>
                  <a:srgbClr val="9CDCFE"/>
                </a:solidFill>
                <a:effectLst/>
                <a:latin typeface="Menlo" panose="020B0609030804020204" pitchFamily="49" charset="0"/>
              </a:rPr>
              <a:t>count</a:t>
            </a:r>
            <a:r>
              <a:rPr lang="en-GB" sz="1600" b="0" dirty="0">
                <a:solidFill>
                  <a:srgbClr val="569CD6"/>
                </a:solidFill>
                <a:effectLst/>
                <a:latin typeface="Menlo" panose="020B0609030804020204" pitchFamily="49" charset="0"/>
              </a:rPr>
              <a:t>}</a:t>
            </a:r>
            <a:r>
              <a:rPr lang="en-GB" sz="1600" b="0" dirty="0">
                <a:solidFill>
                  <a:srgbClr val="808080"/>
                </a:solidFill>
                <a:effectLst/>
                <a:latin typeface="Menlo" panose="020B0609030804020204" pitchFamily="49" charset="0"/>
              </a:rPr>
              <a:t>&lt;/</a:t>
            </a:r>
            <a:r>
              <a:rPr lang="en-GB" sz="1600" b="0" dirty="0">
                <a:solidFill>
                  <a:srgbClr val="569CD6"/>
                </a:solidFill>
                <a:effectLst/>
                <a:latin typeface="Menlo" panose="020B0609030804020204" pitchFamily="49" charset="0"/>
              </a:rPr>
              <a:t>div</a:t>
            </a:r>
            <a:r>
              <a:rPr lang="en-GB" sz="1600" b="0" dirty="0">
                <a:solidFill>
                  <a:srgbClr val="808080"/>
                </a:solidFill>
                <a:effectLst/>
                <a:latin typeface="Menlo" panose="020B0609030804020204" pitchFamily="49" charset="0"/>
              </a:rPr>
              <a:t>&gt;</a:t>
            </a:r>
            <a:r>
              <a:rPr lang="en-GB" sz="1600" b="0" dirty="0">
                <a:solidFill>
                  <a:srgbClr val="D4D4D4"/>
                </a:solidFill>
                <a:effectLst/>
                <a:latin typeface="Menlo" panose="020B0609030804020204" pitchFamily="49" charset="0"/>
              </a:rPr>
              <a:t>;</a:t>
            </a:r>
          </a:p>
          <a:p>
            <a:r>
              <a:rPr lang="en-GB" sz="1600" b="0" dirty="0">
                <a:solidFill>
                  <a:srgbClr val="D4D4D4"/>
                </a:solidFill>
                <a:effectLst/>
                <a:latin typeface="Menlo" panose="020B0609030804020204" pitchFamily="49" charset="0"/>
              </a:rPr>
              <a:t>  }</a:t>
            </a:r>
          </a:p>
          <a:p>
            <a:r>
              <a:rPr lang="en-GB" sz="1600" b="0" dirty="0">
                <a:solidFill>
                  <a:srgbClr val="D4D4D4"/>
                </a:solidFill>
                <a:effectLst/>
                <a:latin typeface="Menlo" panose="020B0609030804020204" pitchFamily="49" charset="0"/>
              </a:rPr>
              <a:t>}</a:t>
            </a:r>
          </a:p>
          <a:p>
            <a:br>
              <a:rPr lang="en-GB" sz="1600" b="0" dirty="0">
                <a:solidFill>
                  <a:srgbClr val="D4D4D4"/>
                </a:solidFill>
                <a:effectLst/>
                <a:latin typeface="Menlo" panose="020B0609030804020204" pitchFamily="49" charset="0"/>
              </a:rPr>
            </a:br>
            <a:endParaRPr lang="en-GB" sz="1600" b="0" dirty="0">
              <a:solidFill>
                <a:srgbClr val="D4D4D4"/>
              </a:solidFill>
              <a:effectLst/>
              <a:latin typeface="Menlo" panose="020B0609030804020204" pitchFamily="49" charset="0"/>
            </a:endParaRPr>
          </a:p>
        </p:txBody>
      </p:sp>
    </p:spTree>
    <p:extLst>
      <p:ext uri="{BB962C8B-B14F-4D97-AF65-F5344CB8AC3E}">
        <p14:creationId xmlns:p14="http://schemas.microsoft.com/office/powerpoint/2010/main" val="28414921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25400">
              <a:lnSpc>
                <a:spcPct val="100000"/>
              </a:lnSpc>
              <a:spcBef>
                <a:spcPts val="95"/>
              </a:spcBef>
            </a:pPr>
            <a:r>
              <a:rPr spc="-30" dirty="0"/>
              <a:t>Anatomy</a:t>
            </a:r>
            <a:r>
              <a:rPr spc="-185" dirty="0">
                <a:latin typeface="Times New Roman"/>
                <a:cs typeface="Times New Roman"/>
              </a:rPr>
              <a:t> </a:t>
            </a:r>
            <a:r>
              <a:rPr dirty="0"/>
              <a:t>of</a:t>
            </a:r>
            <a:r>
              <a:rPr spc="-190" dirty="0">
                <a:latin typeface="Times New Roman"/>
                <a:cs typeface="Times New Roman"/>
              </a:rPr>
              <a:t> </a:t>
            </a:r>
            <a:r>
              <a:rPr dirty="0"/>
              <a:t>a</a:t>
            </a:r>
            <a:r>
              <a:rPr spc="-185" dirty="0">
                <a:latin typeface="Times New Roman"/>
                <a:cs typeface="Times New Roman"/>
              </a:rPr>
              <a:t> </a:t>
            </a:r>
            <a:r>
              <a:rPr dirty="0"/>
              <a:t>new</a:t>
            </a:r>
            <a:r>
              <a:rPr spc="-185" dirty="0">
                <a:latin typeface="Times New Roman"/>
                <a:cs typeface="Times New Roman"/>
              </a:rPr>
              <a:t> </a:t>
            </a:r>
            <a:r>
              <a:rPr dirty="0"/>
              <a:t>React</a:t>
            </a:r>
            <a:r>
              <a:rPr spc="-175" dirty="0">
                <a:latin typeface="Times New Roman"/>
                <a:cs typeface="Times New Roman"/>
              </a:rPr>
              <a:t> </a:t>
            </a:r>
            <a:r>
              <a:rPr spc="-25" dirty="0"/>
              <a:t>app</a:t>
            </a:r>
          </a:p>
        </p:txBody>
      </p:sp>
      <p:grpSp>
        <p:nvGrpSpPr>
          <p:cNvPr id="3" name="object 3"/>
          <p:cNvGrpSpPr/>
          <p:nvPr/>
        </p:nvGrpSpPr>
        <p:grpSpPr>
          <a:xfrm>
            <a:off x="7232142" y="1825754"/>
            <a:ext cx="4121785" cy="4351020"/>
            <a:chOff x="7232142" y="1825754"/>
            <a:chExt cx="4121785" cy="4351020"/>
          </a:xfrm>
        </p:grpSpPr>
        <p:pic>
          <p:nvPicPr>
            <p:cNvPr id="4" name="object 4"/>
            <p:cNvPicPr/>
            <p:nvPr/>
          </p:nvPicPr>
          <p:blipFill>
            <a:blip r:embed="rId2" cstate="print"/>
            <a:stretch>
              <a:fillRect/>
            </a:stretch>
          </p:blipFill>
          <p:spPr>
            <a:xfrm>
              <a:off x="7875270" y="1825754"/>
              <a:ext cx="3478529" cy="4351017"/>
            </a:xfrm>
            <a:prstGeom prst="rect">
              <a:avLst/>
            </a:prstGeom>
          </p:spPr>
        </p:pic>
        <p:sp>
          <p:nvSpPr>
            <p:cNvPr id="5" name="object 5"/>
            <p:cNvSpPr/>
            <p:nvPr/>
          </p:nvSpPr>
          <p:spPr>
            <a:xfrm>
              <a:off x="7244715" y="3264242"/>
              <a:ext cx="701040" cy="115570"/>
            </a:xfrm>
            <a:custGeom>
              <a:avLst/>
              <a:gdLst/>
              <a:ahLst/>
              <a:cxnLst/>
              <a:rect l="l" t="t" r="r" b="b"/>
              <a:pathLst>
                <a:path w="701040" h="115570">
                  <a:moveTo>
                    <a:pt x="0" y="114960"/>
                  </a:moveTo>
                  <a:lnTo>
                    <a:pt x="701014" y="0"/>
                  </a:lnTo>
                </a:path>
              </a:pathLst>
            </a:custGeom>
            <a:ln w="25146">
              <a:solidFill>
                <a:srgbClr val="FF0000"/>
              </a:solidFill>
            </a:ln>
          </p:spPr>
          <p:txBody>
            <a:bodyPr wrap="square" lIns="0" tIns="0" rIns="0" bIns="0" rtlCol="0"/>
            <a:lstStyle/>
            <a:p>
              <a:endParaRPr/>
            </a:p>
          </p:txBody>
        </p:sp>
        <p:sp>
          <p:nvSpPr>
            <p:cNvPr id="6" name="object 6"/>
            <p:cNvSpPr/>
            <p:nvPr/>
          </p:nvSpPr>
          <p:spPr>
            <a:xfrm>
              <a:off x="7922920" y="3203638"/>
              <a:ext cx="135890" cy="125730"/>
            </a:xfrm>
            <a:custGeom>
              <a:avLst/>
              <a:gdLst/>
              <a:ahLst/>
              <a:cxnLst/>
              <a:rect l="l" t="t" r="r" b="b"/>
              <a:pathLst>
                <a:path w="135890" h="125729">
                  <a:moveTo>
                    <a:pt x="0" y="0"/>
                  </a:moveTo>
                  <a:lnTo>
                    <a:pt x="20561" y="125323"/>
                  </a:lnTo>
                  <a:lnTo>
                    <a:pt x="135610" y="42100"/>
                  </a:lnTo>
                  <a:lnTo>
                    <a:pt x="0" y="0"/>
                  </a:lnTo>
                  <a:close/>
                </a:path>
              </a:pathLst>
            </a:custGeom>
            <a:solidFill>
              <a:srgbClr val="FF0000"/>
            </a:solidFill>
          </p:spPr>
          <p:txBody>
            <a:bodyPr wrap="square" lIns="0" tIns="0" rIns="0" bIns="0" rtlCol="0"/>
            <a:lstStyle/>
            <a:p>
              <a:endParaRPr/>
            </a:p>
          </p:txBody>
        </p:sp>
        <p:sp>
          <p:nvSpPr>
            <p:cNvPr id="7" name="object 7"/>
            <p:cNvSpPr/>
            <p:nvPr/>
          </p:nvSpPr>
          <p:spPr>
            <a:xfrm>
              <a:off x="7976235" y="2898266"/>
              <a:ext cx="1452880" cy="723900"/>
            </a:xfrm>
            <a:custGeom>
              <a:avLst/>
              <a:gdLst/>
              <a:ahLst/>
              <a:cxnLst/>
              <a:rect l="l" t="t" r="r" b="b"/>
              <a:pathLst>
                <a:path w="1452879" h="723900">
                  <a:moveTo>
                    <a:pt x="0" y="723900"/>
                  </a:moveTo>
                  <a:lnTo>
                    <a:pt x="1452372" y="723900"/>
                  </a:lnTo>
                  <a:lnTo>
                    <a:pt x="1452372" y="0"/>
                  </a:lnTo>
                  <a:lnTo>
                    <a:pt x="0" y="0"/>
                  </a:lnTo>
                  <a:lnTo>
                    <a:pt x="0" y="723900"/>
                  </a:lnTo>
                  <a:close/>
                </a:path>
              </a:pathLst>
            </a:custGeom>
            <a:ln w="12954">
              <a:solidFill>
                <a:srgbClr val="FF0000"/>
              </a:solidFill>
            </a:ln>
          </p:spPr>
          <p:txBody>
            <a:bodyPr wrap="square" lIns="0" tIns="0" rIns="0" bIns="0" rtlCol="0"/>
            <a:lstStyle/>
            <a:p>
              <a:endParaRPr/>
            </a:p>
          </p:txBody>
        </p:sp>
        <p:sp>
          <p:nvSpPr>
            <p:cNvPr id="8" name="object 8"/>
            <p:cNvSpPr/>
            <p:nvPr/>
          </p:nvSpPr>
          <p:spPr>
            <a:xfrm>
              <a:off x="7244715" y="2052446"/>
              <a:ext cx="889635" cy="393065"/>
            </a:xfrm>
            <a:custGeom>
              <a:avLst/>
              <a:gdLst/>
              <a:ahLst/>
              <a:cxnLst/>
              <a:rect l="l" t="t" r="r" b="b"/>
              <a:pathLst>
                <a:path w="889634" h="393064">
                  <a:moveTo>
                    <a:pt x="0" y="0"/>
                  </a:moveTo>
                  <a:lnTo>
                    <a:pt x="889266" y="392798"/>
                  </a:lnTo>
                </a:path>
              </a:pathLst>
            </a:custGeom>
            <a:ln w="25146">
              <a:solidFill>
                <a:srgbClr val="6F2F9F"/>
              </a:solidFill>
            </a:ln>
          </p:spPr>
          <p:txBody>
            <a:bodyPr wrap="square" lIns="0" tIns="0" rIns="0" bIns="0" rtlCol="0"/>
            <a:lstStyle/>
            <a:p>
              <a:endParaRPr/>
            </a:p>
          </p:txBody>
        </p:sp>
        <p:sp>
          <p:nvSpPr>
            <p:cNvPr id="9" name="object 9"/>
            <p:cNvSpPr/>
            <p:nvPr/>
          </p:nvSpPr>
          <p:spPr>
            <a:xfrm>
              <a:off x="8096707" y="2382024"/>
              <a:ext cx="142240" cy="116205"/>
            </a:xfrm>
            <a:custGeom>
              <a:avLst/>
              <a:gdLst/>
              <a:ahLst/>
              <a:cxnLst/>
              <a:rect l="l" t="t" r="r" b="b"/>
              <a:pathLst>
                <a:path w="142240" h="116205">
                  <a:moveTo>
                    <a:pt x="51320" y="0"/>
                  </a:moveTo>
                  <a:lnTo>
                    <a:pt x="0" y="116166"/>
                  </a:lnTo>
                  <a:lnTo>
                    <a:pt x="141833" y="109410"/>
                  </a:lnTo>
                  <a:lnTo>
                    <a:pt x="51320" y="0"/>
                  </a:lnTo>
                  <a:close/>
                </a:path>
              </a:pathLst>
            </a:custGeom>
            <a:solidFill>
              <a:srgbClr val="6F2F9F"/>
            </a:solidFill>
          </p:spPr>
          <p:txBody>
            <a:bodyPr wrap="square" lIns="0" tIns="0" rIns="0" bIns="0" rtlCol="0"/>
            <a:lstStyle/>
            <a:p>
              <a:endParaRPr/>
            </a:p>
          </p:txBody>
        </p:sp>
        <p:sp>
          <p:nvSpPr>
            <p:cNvPr id="10" name="object 10"/>
            <p:cNvSpPr/>
            <p:nvPr/>
          </p:nvSpPr>
          <p:spPr>
            <a:xfrm>
              <a:off x="7244715" y="5472125"/>
              <a:ext cx="709930" cy="195580"/>
            </a:xfrm>
            <a:custGeom>
              <a:avLst/>
              <a:gdLst/>
              <a:ahLst/>
              <a:cxnLst/>
              <a:rect l="l" t="t" r="r" b="b"/>
              <a:pathLst>
                <a:path w="709929" h="195579">
                  <a:moveTo>
                    <a:pt x="0" y="195056"/>
                  </a:moveTo>
                  <a:lnTo>
                    <a:pt x="709447" y="0"/>
                  </a:lnTo>
                </a:path>
              </a:pathLst>
            </a:custGeom>
            <a:ln w="25146">
              <a:solidFill>
                <a:srgbClr val="00AFF0"/>
              </a:solidFill>
            </a:ln>
          </p:spPr>
          <p:txBody>
            <a:bodyPr wrap="square" lIns="0" tIns="0" rIns="0" bIns="0" rtlCol="0"/>
            <a:lstStyle/>
            <a:p>
              <a:endParaRPr/>
            </a:p>
          </p:txBody>
        </p:sp>
        <p:sp>
          <p:nvSpPr>
            <p:cNvPr id="11" name="object 11"/>
            <p:cNvSpPr/>
            <p:nvPr/>
          </p:nvSpPr>
          <p:spPr>
            <a:xfrm>
              <a:off x="7925092" y="5414264"/>
              <a:ext cx="139700" cy="122555"/>
            </a:xfrm>
            <a:custGeom>
              <a:avLst/>
              <a:gdLst/>
              <a:ahLst/>
              <a:cxnLst/>
              <a:rect l="l" t="t" r="r" b="b"/>
              <a:pathLst>
                <a:path w="139700" h="122554">
                  <a:moveTo>
                    <a:pt x="0" y="0"/>
                  </a:moveTo>
                  <a:lnTo>
                    <a:pt x="33667" y="122453"/>
                  </a:lnTo>
                  <a:lnTo>
                    <a:pt x="139280" y="27546"/>
                  </a:lnTo>
                  <a:lnTo>
                    <a:pt x="0" y="0"/>
                  </a:lnTo>
                  <a:close/>
                </a:path>
              </a:pathLst>
            </a:custGeom>
            <a:solidFill>
              <a:srgbClr val="00AFF0"/>
            </a:solidFill>
          </p:spPr>
          <p:txBody>
            <a:bodyPr wrap="square" lIns="0" tIns="0" rIns="0" bIns="0" rtlCol="0"/>
            <a:lstStyle/>
            <a:p>
              <a:endParaRPr/>
            </a:p>
          </p:txBody>
        </p:sp>
        <p:sp>
          <p:nvSpPr>
            <p:cNvPr id="12" name="object 12"/>
            <p:cNvSpPr/>
            <p:nvPr/>
          </p:nvSpPr>
          <p:spPr>
            <a:xfrm>
              <a:off x="7976235" y="5197222"/>
              <a:ext cx="1647825" cy="489584"/>
            </a:xfrm>
            <a:custGeom>
              <a:avLst/>
              <a:gdLst/>
              <a:ahLst/>
              <a:cxnLst/>
              <a:rect l="l" t="t" r="r" b="b"/>
              <a:pathLst>
                <a:path w="1647825" h="489585">
                  <a:moveTo>
                    <a:pt x="0" y="489202"/>
                  </a:moveTo>
                  <a:lnTo>
                    <a:pt x="1647444" y="489202"/>
                  </a:lnTo>
                  <a:lnTo>
                    <a:pt x="1647444" y="0"/>
                  </a:lnTo>
                  <a:lnTo>
                    <a:pt x="0" y="0"/>
                  </a:lnTo>
                  <a:lnTo>
                    <a:pt x="0" y="489202"/>
                  </a:lnTo>
                  <a:close/>
                </a:path>
              </a:pathLst>
            </a:custGeom>
            <a:ln w="12954">
              <a:solidFill>
                <a:srgbClr val="00AFF0"/>
              </a:solidFill>
            </a:ln>
          </p:spPr>
          <p:txBody>
            <a:bodyPr wrap="square" lIns="0" tIns="0" rIns="0" bIns="0" rtlCol="0"/>
            <a:lstStyle/>
            <a:p>
              <a:endParaRPr/>
            </a:p>
          </p:txBody>
        </p:sp>
        <p:sp>
          <p:nvSpPr>
            <p:cNvPr id="13" name="object 13"/>
            <p:cNvSpPr/>
            <p:nvPr/>
          </p:nvSpPr>
          <p:spPr>
            <a:xfrm>
              <a:off x="7246239" y="4090123"/>
              <a:ext cx="721995" cy="464184"/>
            </a:xfrm>
            <a:custGeom>
              <a:avLst/>
              <a:gdLst/>
              <a:ahLst/>
              <a:cxnLst/>
              <a:rect l="l" t="t" r="r" b="b"/>
              <a:pathLst>
                <a:path w="721995" h="464185">
                  <a:moveTo>
                    <a:pt x="0" y="464070"/>
                  </a:moveTo>
                  <a:lnTo>
                    <a:pt x="721982" y="0"/>
                  </a:lnTo>
                </a:path>
              </a:pathLst>
            </a:custGeom>
            <a:ln w="25146">
              <a:solidFill>
                <a:srgbClr val="00AF50"/>
              </a:solidFill>
            </a:ln>
          </p:spPr>
          <p:txBody>
            <a:bodyPr wrap="square" lIns="0" tIns="0" rIns="0" bIns="0" rtlCol="0"/>
            <a:lstStyle/>
            <a:p>
              <a:endParaRPr/>
            </a:p>
          </p:txBody>
        </p:sp>
        <p:sp>
          <p:nvSpPr>
            <p:cNvPr id="14" name="object 14"/>
            <p:cNvSpPr/>
            <p:nvPr/>
          </p:nvSpPr>
          <p:spPr>
            <a:xfrm>
              <a:off x="7923212" y="4028313"/>
              <a:ext cx="141605" cy="122555"/>
            </a:xfrm>
            <a:custGeom>
              <a:avLst/>
              <a:gdLst/>
              <a:ahLst/>
              <a:cxnLst/>
              <a:rect l="l" t="t" r="r" b="b"/>
              <a:pathLst>
                <a:path w="141604" h="122554">
                  <a:moveTo>
                    <a:pt x="141160" y="0"/>
                  </a:moveTo>
                  <a:lnTo>
                    <a:pt x="0" y="15252"/>
                  </a:lnTo>
                  <a:lnTo>
                    <a:pt x="68668" y="122097"/>
                  </a:lnTo>
                  <a:lnTo>
                    <a:pt x="141160" y="0"/>
                  </a:lnTo>
                  <a:close/>
                </a:path>
              </a:pathLst>
            </a:custGeom>
            <a:solidFill>
              <a:srgbClr val="00AF50"/>
            </a:solidFill>
          </p:spPr>
          <p:txBody>
            <a:bodyPr wrap="square" lIns="0" tIns="0" rIns="0" bIns="0" rtlCol="0"/>
            <a:lstStyle/>
            <a:p>
              <a:endParaRPr/>
            </a:p>
          </p:txBody>
        </p:sp>
        <p:sp>
          <p:nvSpPr>
            <p:cNvPr id="15" name="object 15"/>
            <p:cNvSpPr/>
            <p:nvPr/>
          </p:nvSpPr>
          <p:spPr>
            <a:xfrm>
              <a:off x="7976235" y="3639689"/>
              <a:ext cx="1452880" cy="489584"/>
            </a:xfrm>
            <a:custGeom>
              <a:avLst/>
              <a:gdLst/>
              <a:ahLst/>
              <a:cxnLst/>
              <a:rect l="l" t="t" r="r" b="b"/>
              <a:pathLst>
                <a:path w="1452879" h="489585">
                  <a:moveTo>
                    <a:pt x="0" y="489207"/>
                  </a:moveTo>
                  <a:lnTo>
                    <a:pt x="1452372" y="489207"/>
                  </a:lnTo>
                  <a:lnTo>
                    <a:pt x="1452372" y="0"/>
                  </a:lnTo>
                  <a:lnTo>
                    <a:pt x="0" y="0"/>
                  </a:lnTo>
                  <a:lnTo>
                    <a:pt x="0" y="489207"/>
                  </a:lnTo>
                  <a:close/>
                </a:path>
              </a:pathLst>
            </a:custGeom>
            <a:ln w="12954">
              <a:solidFill>
                <a:srgbClr val="00AF50"/>
              </a:solidFill>
            </a:ln>
          </p:spPr>
          <p:txBody>
            <a:bodyPr wrap="square" lIns="0" tIns="0" rIns="0" bIns="0" rtlCol="0"/>
            <a:lstStyle/>
            <a:p>
              <a:endParaRPr/>
            </a:p>
          </p:txBody>
        </p:sp>
      </p:grpSp>
      <p:sp>
        <p:nvSpPr>
          <p:cNvPr id="16" name="object 16"/>
          <p:cNvSpPr txBox="1"/>
          <p:nvPr/>
        </p:nvSpPr>
        <p:spPr>
          <a:xfrm>
            <a:off x="3717231" y="1715960"/>
            <a:ext cx="3450590" cy="4248785"/>
          </a:xfrm>
          <a:prstGeom prst="rect">
            <a:avLst/>
          </a:prstGeom>
        </p:spPr>
        <p:txBody>
          <a:bodyPr vert="horz" wrap="square" lIns="0" tIns="12065" rIns="0" bIns="0" rtlCol="0">
            <a:spAutoFit/>
          </a:bodyPr>
          <a:lstStyle/>
          <a:p>
            <a:pPr marL="12700" marR="6350" indent="397510" algn="r">
              <a:lnSpc>
                <a:spcPct val="100000"/>
              </a:lnSpc>
              <a:spcBef>
                <a:spcPts val="95"/>
              </a:spcBef>
            </a:pPr>
            <a:r>
              <a:rPr sz="2000" b="1" dirty="0">
                <a:solidFill>
                  <a:srgbClr val="6F2F9F"/>
                </a:solidFill>
                <a:latin typeface="Consolas"/>
                <a:cs typeface="Consolas"/>
              </a:rPr>
              <a:t>public</a:t>
            </a:r>
            <a:r>
              <a:rPr sz="2000" spc="-95" dirty="0">
                <a:solidFill>
                  <a:srgbClr val="6F2F9F"/>
                </a:solidFill>
                <a:latin typeface="Times New Roman"/>
                <a:cs typeface="Times New Roman"/>
              </a:rPr>
              <a:t> </a:t>
            </a:r>
            <a:r>
              <a:rPr sz="2000" dirty="0">
                <a:solidFill>
                  <a:srgbClr val="6F2F9F"/>
                </a:solidFill>
                <a:latin typeface="Calibri"/>
                <a:cs typeface="Calibri"/>
              </a:rPr>
              <a:t>holds</a:t>
            </a:r>
            <a:r>
              <a:rPr sz="2000" spc="-100" dirty="0">
                <a:solidFill>
                  <a:srgbClr val="6F2F9F"/>
                </a:solidFill>
                <a:latin typeface="Times New Roman"/>
                <a:cs typeface="Times New Roman"/>
              </a:rPr>
              <a:t> </a:t>
            </a:r>
            <a:r>
              <a:rPr sz="2000" dirty="0">
                <a:solidFill>
                  <a:srgbClr val="6F2F9F"/>
                </a:solidFill>
                <a:latin typeface="Calibri"/>
                <a:cs typeface="Calibri"/>
              </a:rPr>
              <a:t>the</a:t>
            </a:r>
            <a:r>
              <a:rPr sz="2000" spc="-90" dirty="0">
                <a:solidFill>
                  <a:srgbClr val="6F2F9F"/>
                </a:solidFill>
                <a:latin typeface="Times New Roman"/>
                <a:cs typeface="Times New Roman"/>
              </a:rPr>
              <a:t> </a:t>
            </a:r>
            <a:r>
              <a:rPr sz="2000" dirty="0">
                <a:solidFill>
                  <a:srgbClr val="6F2F9F"/>
                </a:solidFill>
                <a:latin typeface="Calibri"/>
                <a:cs typeface="Calibri"/>
              </a:rPr>
              <a:t>initial</a:t>
            </a:r>
            <a:r>
              <a:rPr sz="2000" spc="-80" dirty="0">
                <a:solidFill>
                  <a:srgbClr val="6F2F9F"/>
                </a:solidFill>
                <a:latin typeface="Times New Roman"/>
                <a:cs typeface="Times New Roman"/>
              </a:rPr>
              <a:t> </a:t>
            </a:r>
            <a:r>
              <a:rPr sz="2000" spc="-20" dirty="0">
                <a:solidFill>
                  <a:srgbClr val="6F2F9F"/>
                </a:solidFill>
                <a:latin typeface="Calibri"/>
                <a:cs typeface="Calibri"/>
              </a:rPr>
              <a:t>html</a:t>
            </a:r>
            <a:r>
              <a:rPr sz="2000" spc="-20" dirty="0">
                <a:solidFill>
                  <a:srgbClr val="6F2F9F"/>
                </a:solidFill>
                <a:latin typeface="Times New Roman"/>
                <a:cs typeface="Times New Roman"/>
              </a:rPr>
              <a:t> </a:t>
            </a:r>
            <a:r>
              <a:rPr sz="2000" spc="-10" dirty="0">
                <a:solidFill>
                  <a:srgbClr val="6F2F9F"/>
                </a:solidFill>
                <a:latin typeface="Calibri"/>
                <a:cs typeface="Calibri"/>
              </a:rPr>
              <a:t>document</a:t>
            </a:r>
            <a:r>
              <a:rPr sz="2000" spc="-80" dirty="0">
                <a:solidFill>
                  <a:srgbClr val="6F2F9F"/>
                </a:solidFill>
                <a:latin typeface="Times New Roman"/>
                <a:cs typeface="Times New Roman"/>
              </a:rPr>
              <a:t> </a:t>
            </a:r>
            <a:r>
              <a:rPr sz="2000" dirty="0">
                <a:solidFill>
                  <a:srgbClr val="6F2F9F"/>
                </a:solidFill>
                <a:latin typeface="Calibri"/>
                <a:cs typeface="Calibri"/>
              </a:rPr>
              <a:t>and</a:t>
            </a:r>
            <a:r>
              <a:rPr sz="2000" spc="-80" dirty="0">
                <a:solidFill>
                  <a:srgbClr val="6F2F9F"/>
                </a:solidFill>
                <a:latin typeface="Times New Roman"/>
                <a:cs typeface="Times New Roman"/>
              </a:rPr>
              <a:t> </a:t>
            </a:r>
            <a:r>
              <a:rPr sz="2000" dirty="0">
                <a:solidFill>
                  <a:srgbClr val="6F2F9F"/>
                </a:solidFill>
                <a:latin typeface="Calibri"/>
                <a:cs typeface="Calibri"/>
              </a:rPr>
              <a:t>other</a:t>
            </a:r>
            <a:r>
              <a:rPr sz="2000" spc="-85" dirty="0">
                <a:solidFill>
                  <a:srgbClr val="6F2F9F"/>
                </a:solidFill>
                <a:latin typeface="Times New Roman"/>
                <a:cs typeface="Times New Roman"/>
              </a:rPr>
              <a:t> </a:t>
            </a:r>
            <a:r>
              <a:rPr sz="2000" spc="-10" dirty="0">
                <a:solidFill>
                  <a:srgbClr val="6F2F9F"/>
                </a:solidFill>
                <a:latin typeface="Calibri"/>
                <a:cs typeface="Calibri"/>
              </a:rPr>
              <a:t>static</a:t>
            </a:r>
            <a:r>
              <a:rPr sz="2000" spc="-60" dirty="0">
                <a:solidFill>
                  <a:srgbClr val="6F2F9F"/>
                </a:solidFill>
                <a:latin typeface="Times New Roman"/>
                <a:cs typeface="Times New Roman"/>
              </a:rPr>
              <a:t> </a:t>
            </a:r>
            <a:r>
              <a:rPr sz="2000" spc="-10" dirty="0">
                <a:solidFill>
                  <a:srgbClr val="6F2F9F"/>
                </a:solidFill>
                <a:latin typeface="Calibri"/>
                <a:cs typeface="Calibri"/>
              </a:rPr>
              <a:t>assets</a:t>
            </a:r>
            <a:endParaRPr sz="2000">
              <a:latin typeface="Calibri"/>
              <a:cs typeface="Calibri"/>
            </a:endParaRPr>
          </a:p>
          <a:p>
            <a:pPr>
              <a:lnSpc>
                <a:spcPct val="100000"/>
              </a:lnSpc>
            </a:pPr>
            <a:endParaRPr sz="2000">
              <a:latin typeface="Calibri"/>
              <a:cs typeface="Calibri"/>
            </a:endParaRPr>
          </a:p>
          <a:p>
            <a:pPr>
              <a:lnSpc>
                <a:spcPct val="100000"/>
              </a:lnSpc>
              <a:spcBef>
                <a:spcPts val="765"/>
              </a:spcBef>
            </a:pPr>
            <a:endParaRPr sz="2000">
              <a:latin typeface="Calibri"/>
              <a:cs typeface="Calibri"/>
            </a:endParaRPr>
          </a:p>
          <a:p>
            <a:pPr marL="1502410" marR="7620" indent="-57150" algn="r">
              <a:lnSpc>
                <a:spcPct val="100000"/>
              </a:lnSpc>
              <a:spcBef>
                <a:spcPts val="5"/>
              </a:spcBef>
            </a:pPr>
            <a:r>
              <a:rPr sz="2000" b="1" dirty="0">
                <a:solidFill>
                  <a:srgbClr val="FF0000"/>
                </a:solidFill>
                <a:latin typeface="Consolas"/>
                <a:cs typeface="Consolas"/>
              </a:rPr>
              <a:t>App</a:t>
            </a:r>
            <a:r>
              <a:rPr sz="2000" spc="-70" dirty="0">
                <a:solidFill>
                  <a:srgbClr val="FF0000"/>
                </a:solidFill>
                <a:latin typeface="Times New Roman"/>
                <a:cs typeface="Times New Roman"/>
              </a:rPr>
              <a:t> </a:t>
            </a:r>
            <a:r>
              <a:rPr sz="2000" dirty="0">
                <a:solidFill>
                  <a:srgbClr val="FF0000"/>
                </a:solidFill>
                <a:latin typeface="Calibri"/>
                <a:cs typeface="Calibri"/>
              </a:rPr>
              <a:t>is</a:t>
            </a:r>
            <a:r>
              <a:rPr sz="2000" spc="-65" dirty="0">
                <a:solidFill>
                  <a:srgbClr val="FF0000"/>
                </a:solidFill>
                <a:latin typeface="Times New Roman"/>
                <a:cs typeface="Times New Roman"/>
              </a:rPr>
              <a:t> </a:t>
            </a:r>
            <a:r>
              <a:rPr sz="2000" dirty="0">
                <a:solidFill>
                  <a:srgbClr val="FF0000"/>
                </a:solidFill>
                <a:latin typeface="Calibri"/>
                <a:cs typeface="Calibri"/>
              </a:rPr>
              <a:t>a</a:t>
            </a:r>
            <a:r>
              <a:rPr sz="2000" spc="-70" dirty="0">
                <a:solidFill>
                  <a:srgbClr val="FF0000"/>
                </a:solidFill>
                <a:latin typeface="Times New Roman"/>
                <a:cs typeface="Times New Roman"/>
              </a:rPr>
              <a:t> </a:t>
            </a:r>
            <a:r>
              <a:rPr sz="2000" spc="-10" dirty="0">
                <a:solidFill>
                  <a:srgbClr val="FF0000"/>
                </a:solidFill>
                <a:latin typeface="Calibri"/>
                <a:cs typeface="Calibri"/>
              </a:rPr>
              <a:t>boilerplate</a:t>
            </a:r>
            <a:r>
              <a:rPr sz="2000" spc="-10" dirty="0">
                <a:solidFill>
                  <a:srgbClr val="FF0000"/>
                </a:solidFill>
                <a:latin typeface="Times New Roman"/>
                <a:cs typeface="Times New Roman"/>
              </a:rPr>
              <a:t> </a:t>
            </a:r>
            <a:r>
              <a:rPr sz="2000" spc="-10" dirty="0">
                <a:solidFill>
                  <a:srgbClr val="FF0000"/>
                </a:solidFill>
                <a:latin typeface="Calibri"/>
                <a:cs typeface="Calibri"/>
              </a:rPr>
              <a:t>starter</a:t>
            </a:r>
            <a:r>
              <a:rPr sz="2000" spc="-95" dirty="0">
                <a:solidFill>
                  <a:srgbClr val="FF0000"/>
                </a:solidFill>
                <a:latin typeface="Times New Roman"/>
                <a:cs typeface="Times New Roman"/>
              </a:rPr>
              <a:t> </a:t>
            </a:r>
            <a:r>
              <a:rPr sz="2000" spc="-10" dirty="0">
                <a:solidFill>
                  <a:srgbClr val="FF0000"/>
                </a:solidFill>
                <a:latin typeface="Calibri"/>
                <a:cs typeface="Calibri"/>
              </a:rPr>
              <a:t>component</a:t>
            </a:r>
            <a:endParaRPr sz="2000">
              <a:latin typeface="Calibri"/>
              <a:cs typeface="Calibri"/>
            </a:endParaRPr>
          </a:p>
          <a:p>
            <a:pPr>
              <a:lnSpc>
                <a:spcPct val="100000"/>
              </a:lnSpc>
              <a:spcBef>
                <a:spcPts val="2000"/>
              </a:spcBef>
            </a:pPr>
            <a:endParaRPr sz="2000">
              <a:latin typeface="Calibri"/>
              <a:cs typeface="Calibri"/>
            </a:endParaRPr>
          </a:p>
          <a:p>
            <a:pPr marL="1585595" marR="5080" indent="119380" algn="r">
              <a:lnSpc>
                <a:spcPct val="100000"/>
              </a:lnSpc>
              <a:spcBef>
                <a:spcPts val="5"/>
              </a:spcBef>
            </a:pPr>
            <a:r>
              <a:rPr sz="2000" b="1" spc="-10" dirty="0">
                <a:solidFill>
                  <a:srgbClr val="00AF50"/>
                </a:solidFill>
                <a:latin typeface="Consolas"/>
                <a:cs typeface="Consolas"/>
              </a:rPr>
              <a:t>index.js</a:t>
            </a:r>
            <a:r>
              <a:rPr sz="2000" spc="-65" dirty="0">
                <a:solidFill>
                  <a:srgbClr val="00AF50"/>
                </a:solidFill>
                <a:latin typeface="Times New Roman"/>
                <a:cs typeface="Times New Roman"/>
              </a:rPr>
              <a:t> </a:t>
            </a:r>
            <a:r>
              <a:rPr sz="2000" spc="-10" dirty="0">
                <a:solidFill>
                  <a:srgbClr val="00AF50"/>
                </a:solidFill>
                <a:latin typeface="Calibri"/>
                <a:cs typeface="Calibri"/>
              </a:rPr>
              <a:t>binds</a:t>
            </a:r>
            <a:r>
              <a:rPr sz="2000" spc="-10" dirty="0">
                <a:solidFill>
                  <a:srgbClr val="00AF50"/>
                </a:solidFill>
                <a:latin typeface="Times New Roman"/>
                <a:cs typeface="Times New Roman"/>
              </a:rPr>
              <a:t> </a:t>
            </a:r>
            <a:r>
              <a:rPr sz="2000" dirty="0">
                <a:solidFill>
                  <a:srgbClr val="00AF50"/>
                </a:solidFill>
                <a:latin typeface="Calibri"/>
                <a:cs typeface="Calibri"/>
              </a:rPr>
              <a:t>React</a:t>
            </a:r>
            <a:r>
              <a:rPr sz="2000" spc="-80" dirty="0">
                <a:solidFill>
                  <a:srgbClr val="00AF50"/>
                </a:solidFill>
                <a:latin typeface="Times New Roman"/>
                <a:cs typeface="Times New Roman"/>
              </a:rPr>
              <a:t> </a:t>
            </a:r>
            <a:r>
              <a:rPr sz="2000" dirty="0">
                <a:solidFill>
                  <a:srgbClr val="00AF50"/>
                </a:solidFill>
                <a:latin typeface="Calibri"/>
                <a:cs typeface="Calibri"/>
              </a:rPr>
              <a:t>to</a:t>
            </a:r>
            <a:r>
              <a:rPr sz="2000" spc="-100" dirty="0">
                <a:solidFill>
                  <a:srgbClr val="00AF50"/>
                </a:solidFill>
                <a:latin typeface="Times New Roman"/>
                <a:cs typeface="Times New Roman"/>
              </a:rPr>
              <a:t> </a:t>
            </a:r>
            <a:r>
              <a:rPr sz="2000" dirty="0">
                <a:solidFill>
                  <a:srgbClr val="00AF50"/>
                </a:solidFill>
                <a:latin typeface="Calibri"/>
                <a:cs typeface="Calibri"/>
              </a:rPr>
              <a:t>the</a:t>
            </a:r>
            <a:r>
              <a:rPr sz="2000" spc="-90" dirty="0">
                <a:solidFill>
                  <a:srgbClr val="00AF50"/>
                </a:solidFill>
                <a:latin typeface="Times New Roman"/>
                <a:cs typeface="Times New Roman"/>
              </a:rPr>
              <a:t> </a:t>
            </a:r>
            <a:r>
              <a:rPr sz="2000" spc="-25" dirty="0">
                <a:solidFill>
                  <a:srgbClr val="00AF50"/>
                </a:solidFill>
                <a:latin typeface="Calibri"/>
                <a:cs typeface="Calibri"/>
              </a:rPr>
              <a:t>DOM</a:t>
            </a:r>
            <a:endParaRPr sz="2000">
              <a:latin typeface="Calibri"/>
              <a:cs typeface="Calibri"/>
            </a:endParaRPr>
          </a:p>
          <a:p>
            <a:pPr>
              <a:lnSpc>
                <a:spcPct val="100000"/>
              </a:lnSpc>
              <a:spcBef>
                <a:spcPts val="1525"/>
              </a:spcBef>
            </a:pPr>
            <a:endParaRPr sz="2000">
              <a:latin typeface="Calibri"/>
              <a:cs typeface="Calibri"/>
            </a:endParaRPr>
          </a:p>
          <a:p>
            <a:pPr marL="1470660" marR="6350" indent="-840105">
              <a:lnSpc>
                <a:spcPct val="100000"/>
              </a:lnSpc>
            </a:pPr>
            <a:r>
              <a:rPr sz="2000" b="1" spc="-10" dirty="0">
                <a:solidFill>
                  <a:srgbClr val="00AFF0"/>
                </a:solidFill>
                <a:latin typeface="Consolas"/>
                <a:cs typeface="Consolas"/>
              </a:rPr>
              <a:t>package.json</a:t>
            </a:r>
            <a:r>
              <a:rPr sz="2000" spc="-75" dirty="0">
                <a:solidFill>
                  <a:srgbClr val="00AFF0"/>
                </a:solidFill>
                <a:latin typeface="Times New Roman"/>
                <a:cs typeface="Times New Roman"/>
              </a:rPr>
              <a:t> </a:t>
            </a:r>
            <a:r>
              <a:rPr sz="2000" spc="-10" dirty="0">
                <a:solidFill>
                  <a:srgbClr val="00AFF0"/>
                </a:solidFill>
                <a:latin typeface="Calibri"/>
                <a:cs typeface="Calibri"/>
              </a:rPr>
              <a:t>configures</a:t>
            </a:r>
            <a:r>
              <a:rPr sz="2000" spc="-10" dirty="0">
                <a:solidFill>
                  <a:srgbClr val="00AFF0"/>
                </a:solidFill>
                <a:latin typeface="Times New Roman"/>
                <a:cs typeface="Times New Roman"/>
              </a:rPr>
              <a:t> </a:t>
            </a:r>
            <a:r>
              <a:rPr sz="2000" dirty="0">
                <a:solidFill>
                  <a:srgbClr val="00AFF0"/>
                </a:solidFill>
                <a:latin typeface="Calibri"/>
                <a:cs typeface="Calibri"/>
              </a:rPr>
              <a:t>npm</a:t>
            </a:r>
            <a:r>
              <a:rPr sz="2000" spc="-90" dirty="0">
                <a:solidFill>
                  <a:srgbClr val="00AFF0"/>
                </a:solidFill>
                <a:latin typeface="Times New Roman"/>
                <a:cs typeface="Times New Roman"/>
              </a:rPr>
              <a:t> </a:t>
            </a:r>
            <a:r>
              <a:rPr sz="2000" spc="-10" dirty="0">
                <a:solidFill>
                  <a:srgbClr val="00AFF0"/>
                </a:solidFill>
                <a:latin typeface="Calibri"/>
                <a:cs typeface="Calibri"/>
              </a:rPr>
              <a:t>dependencies</a:t>
            </a:r>
            <a:endParaRPr sz="2000">
              <a:latin typeface="Calibri"/>
              <a:cs typeface="Calibri"/>
            </a:endParaRPr>
          </a:p>
        </p:txBody>
      </p:sp>
      <p:pic>
        <p:nvPicPr>
          <p:cNvPr id="17" name="Logo black">
            <a:extLst>
              <a:ext uri="{FF2B5EF4-FFF2-40B4-BE49-F238E27FC236}">
                <a16:creationId xmlns:a16="http://schemas.microsoft.com/office/drawing/2014/main" id="{BA5EE5F8-9C00-F12D-29FF-8B473CBC8EF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3346" y="6294893"/>
            <a:ext cx="784800" cy="21184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25400">
              <a:lnSpc>
                <a:spcPct val="100000"/>
              </a:lnSpc>
              <a:spcBef>
                <a:spcPts val="95"/>
              </a:spcBef>
            </a:pPr>
            <a:r>
              <a:rPr spc="-10" dirty="0"/>
              <a:t>Component</a:t>
            </a:r>
            <a:r>
              <a:rPr spc="-245" dirty="0">
                <a:latin typeface="Times New Roman"/>
                <a:cs typeface="Times New Roman"/>
              </a:rPr>
              <a:t> </a:t>
            </a:r>
            <a:r>
              <a:rPr spc="-10" dirty="0"/>
              <a:t>Hierarchy</a:t>
            </a:r>
          </a:p>
        </p:txBody>
      </p:sp>
      <p:grpSp>
        <p:nvGrpSpPr>
          <p:cNvPr id="3" name="object 3"/>
          <p:cNvGrpSpPr/>
          <p:nvPr/>
        </p:nvGrpSpPr>
        <p:grpSpPr>
          <a:xfrm>
            <a:off x="7204709" y="593549"/>
            <a:ext cx="4162425" cy="5740400"/>
            <a:chOff x="7204709" y="593549"/>
            <a:chExt cx="4162425" cy="5740400"/>
          </a:xfrm>
        </p:grpSpPr>
        <p:pic>
          <p:nvPicPr>
            <p:cNvPr id="4" name="object 4"/>
            <p:cNvPicPr/>
            <p:nvPr/>
          </p:nvPicPr>
          <p:blipFill>
            <a:blip r:embed="rId2" cstate="print"/>
            <a:stretch>
              <a:fillRect/>
            </a:stretch>
          </p:blipFill>
          <p:spPr>
            <a:xfrm>
              <a:off x="8702348" y="593549"/>
              <a:ext cx="2664274" cy="5740202"/>
            </a:xfrm>
            <a:prstGeom prst="rect">
              <a:avLst/>
            </a:prstGeom>
          </p:spPr>
        </p:pic>
        <p:sp>
          <p:nvSpPr>
            <p:cNvPr id="5" name="object 5"/>
            <p:cNvSpPr/>
            <p:nvPr/>
          </p:nvSpPr>
          <p:spPr>
            <a:xfrm>
              <a:off x="7217282" y="850290"/>
              <a:ext cx="1404620" cy="732155"/>
            </a:xfrm>
            <a:custGeom>
              <a:avLst/>
              <a:gdLst/>
              <a:ahLst/>
              <a:cxnLst/>
              <a:rect l="l" t="t" r="r" b="b"/>
              <a:pathLst>
                <a:path w="1404620" h="732155">
                  <a:moveTo>
                    <a:pt x="0" y="732155"/>
                  </a:moveTo>
                  <a:lnTo>
                    <a:pt x="1404175" y="0"/>
                  </a:lnTo>
                </a:path>
              </a:pathLst>
            </a:custGeom>
            <a:ln w="25146">
              <a:solidFill>
                <a:srgbClr val="256C00"/>
              </a:solidFill>
            </a:ln>
          </p:spPr>
          <p:txBody>
            <a:bodyPr wrap="square" lIns="0" tIns="0" rIns="0" bIns="0" rtlCol="0"/>
            <a:lstStyle/>
            <a:p>
              <a:endParaRPr/>
            </a:p>
          </p:txBody>
        </p:sp>
        <p:sp>
          <p:nvSpPr>
            <p:cNvPr id="6" name="object 6"/>
            <p:cNvSpPr/>
            <p:nvPr/>
          </p:nvSpPr>
          <p:spPr>
            <a:xfrm>
              <a:off x="8580843" y="797432"/>
              <a:ext cx="142240" cy="115570"/>
            </a:xfrm>
            <a:custGeom>
              <a:avLst/>
              <a:gdLst/>
              <a:ahLst/>
              <a:cxnLst/>
              <a:rect l="l" t="t" r="r" b="b"/>
              <a:pathLst>
                <a:path w="142240" h="115569">
                  <a:moveTo>
                    <a:pt x="141973" y="0"/>
                  </a:moveTo>
                  <a:lnTo>
                    <a:pt x="0" y="2413"/>
                  </a:lnTo>
                  <a:lnTo>
                    <a:pt x="58712" y="115023"/>
                  </a:lnTo>
                  <a:lnTo>
                    <a:pt x="141973" y="0"/>
                  </a:lnTo>
                  <a:close/>
                </a:path>
              </a:pathLst>
            </a:custGeom>
            <a:solidFill>
              <a:srgbClr val="256C00"/>
            </a:solidFill>
          </p:spPr>
          <p:txBody>
            <a:bodyPr wrap="square" lIns="0" tIns="0" rIns="0" bIns="0" rtlCol="0"/>
            <a:lstStyle/>
            <a:p>
              <a:endParaRPr/>
            </a:p>
          </p:txBody>
        </p:sp>
        <p:sp>
          <p:nvSpPr>
            <p:cNvPr id="7" name="object 7"/>
            <p:cNvSpPr/>
            <p:nvPr/>
          </p:nvSpPr>
          <p:spPr>
            <a:xfrm>
              <a:off x="7217282" y="1637512"/>
              <a:ext cx="1405255" cy="761365"/>
            </a:xfrm>
            <a:custGeom>
              <a:avLst/>
              <a:gdLst/>
              <a:ahLst/>
              <a:cxnLst/>
              <a:rect l="l" t="t" r="r" b="b"/>
              <a:pathLst>
                <a:path w="1405254" h="761364">
                  <a:moveTo>
                    <a:pt x="0" y="761276"/>
                  </a:moveTo>
                  <a:lnTo>
                    <a:pt x="1405026" y="0"/>
                  </a:lnTo>
                </a:path>
              </a:pathLst>
            </a:custGeom>
            <a:ln w="25146">
              <a:solidFill>
                <a:srgbClr val="270068"/>
              </a:solidFill>
            </a:ln>
          </p:spPr>
          <p:txBody>
            <a:bodyPr wrap="square" lIns="0" tIns="0" rIns="0" bIns="0" rtlCol="0"/>
            <a:lstStyle/>
            <a:p>
              <a:endParaRPr/>
            </a:p>
          </p:txBody>
        </p:sp>
        <p:sp>
          <p:nvSpPr>
            <p:cNvPr id="8" name="object 8"/>
            <p:cNvSpPr/>
            <p:nvPr/>
          </p:nvSpPr>
          <p:spPr>
            <a:xfrm>
              <a:off x="8580894" y="1583054"/>
              <a:ext cx="142240" cy="116839"/>
            </a:xfrm>
            <a:custGeom>
              <a:avLst/>
              <a:gdLst/>
              <a:ahLst/>
              <a:cxnLst/>
              <a:rect l="l" t="t" r="r" b="b"/>
              <a:pathLst>
                <a:path w="142240" h="116839">
                  <a:moveTo>
                    <a:pt x="141922" y="0"/>
                  </a:moveTo>
                  <a:lnTo>
                    <a:pt x="0" y="4673"/>
                  </a:lnTo>
                  <a:lnTo>
                    <a:pt x="60502" y="116344"/>
                  </a:lnTo>
                  <a:lnTo>
                    <a:pt x="141922" y="0"/>
                  </a:lnTo>
                  <a:close/>
                </a:path>
              </a:pathLst>
            </a:custGeom>
            <a:solidFill>
              <a:srgbClr val="270068"/>
            </a:solidFill>
          </p:spPr>
          <p:txBody>
            <a:bodyPr wrap="square" lIns="0" tIns="0" rIns="0" bIns="0" rtlCol="0"/>
            <a:lstStyle/>
            <a:p>
              <a:endParaRPr/>
            </a:p>
          </p:txBody>
        </p:sp>
        <p:sp>
          <p:nvSpPr>
            <p:cNvPr id="9" name="object 9"/>
            <p:cNvSpPr/>
            <p:nvPr/>
          </p:nvSpPr>
          <p:spPr>
            <a:xfrm>
              <a:off x="7217282" y="3020098"/>
              <a:ext cx="1413510" cy="1040130"/>
            </a:xfrm>
            <a:custGeom>
              <a:avLst/>
              <a:gdLst/>
              <a:ahLst/>
              <a:cxnLst/>
              <a:rect l="l" t="t" r="r" b="b"/>
              <a:pathLst>
                <a:path w="1413509" h="1040129">
                  <a:moveTo>
                    <a:pt x="0" y="1039774"/>
                  </a:moveTo>
                  <a:lnTo>
                    <a:pt x="1413459" y="0"/>
                  </a:lnTo>
                </a:path>
              </a:pathLst>
            </a:custGeom>
            <a:ln w="25146">
              <a:solidFill>
                <a:srgbClr val="BC0B14"/>
              </a:solidFill>
            </a:ln>
          </p:spPr>
          <p:txBody>
            <a:bodyPr wrap="square" lIns="0" tIns="0" rIns="0" bIns="0" rtlCol="0"/>
            <a:lstStyle/>
            <a:p>
              <a:endParaRPr/>
            </a:p>
          </p:txBody>
        </p:sp>
        <p:sp>
          <p:nvSpPr>
            <p:cNvPr id="10" name="object 10"/>
            <p:cNvSpPr/>
            <p:nvPr/>
          </p:nvSpPr>
          <p:spPr>
            <a:xfrm>
              <a:off x="8582888" y="2952368"/>
              <a:ext cx="140335" cy="127000"/>
            </a:xfrm>
            <a:custGeom>
              <a:avLst/>
              <a:gdLst/>
              <a:ahLst/>
              <a:cxnLst/>
              <a:rect l="l" t="t" r="r" b="b"/>
              <a:pathLst>
                <a:path w="140334" h="127000">
                  <a:moveTo>
                    <a:pt x="139928" y="0"/>
                  </a:moveTo>
                  <a:lnTo>
                    <a:pt x="0" y="24104"/>
                  </a:lnTo>
                  <a:lnTo>
                    <a:pt x="75260" y="126403"/>
                  </a:lnTo>
                  <a:lnTo>
                    <a:pt x="139928" y="0"/>
                  </a:lnTo>
                  <a:close/>
                </a:path>
              </a:pathLst>
            </a:custGeom>
            <a:solidFill>
              <a:srgbClr val="BC0B14"/>
            </a:solidFill>
          </p:spPr>
          <p:txBody>
            <a:bodyPr wrap="square" lIns="0" tIns="0" rIns="0" bIns="0" rtlCol="0"/>
            <a:lstStyle/>
            <a:p>
              <a:endParaRPr/>
            </a:p>
          </p:txBody>
        </p:sp>
        <p:sp>
          <p:nvSpPr>
            <p:cNvPr id="11" name="object 11"/>
            <p:cNvSpPr/>
            <p:nvPr/>
          </p:nvSpPr>
          <p:spPr>
            <a:xfrm>
              <a:off x="7217282" y="4543297"/>
              <a:ext cx="1502410" cy="640715"/>
            </a:xfrm>
            <a:custGeom>
              <a:avLst/>
              <a:gdLst/>
              <a:ahLst/>
              <a:cxnLst/>
              <a:rect l="l" t="t" r="r" b="b"/>
              <a:pathLst>
                <a:path w="1502409" h="640714">
                  <a:moveTo>
                    <a:pt x="0" y="640435"/>
                  </a:moveTo>
                  <a:lnTo>
                    <a:pt x="1501990" y="0"/>
                  </a:lnTo>
                </a:path>
              </a:pathLst>
            </a:custGeom>
            <a:ln w="25146">
              <a:solidFill>
                <a:srgbClr val="656565"/>
              </a:solidFill>
            </a:ln>
          </p:spPr>
          <p:txBody>
            <a:bodyPr wrap="square" lIns="0" tIns="0" rIns="0" bIns="0" rtlCol="0"/>
            <a:lstStyle/>
            <a:p>
              <a:endParaRPr/>
            </a:p>
          </p:txBody>
        </p:sp>
        <p:sp>
          <p:nvSpPr>
            <p:cNvPr id="12" name="object 12"/>
            <p:cNvSpPr/>
            <p:nvPr/>
          </p:nvSpPr>
          <p:spPr>
            <a:xfrm>
              <a:off x="8682672" y="4489869"/>
              <a:ext cx="142240" cy="116839"/>
            </a:xfrm>
            <a:custGeom>
              <a:avLst/>
              <a:gdLst/>
              <a:ahLst/>
              <a:cxnLst/>
              <a:rect l="l" t="t" r="r" b="b"/>
              <a:pathLst>
                <a:path w="142240" h="116839">
                  <a:moveTo>
                    <a:pt x="0" y="0"/>
                  </a:moveTo>
                  <a:lnTo>
                    <a:pt x="49822" y="116827"/>
                  </a:lnTo>
                  <a:lnTo>
                    <a:pt x="141744" y="8597"/>
                  </a:lnTo>
                  <a:lnTo>
                    <a:pt x="0" y="0"/>
                  </a:lnTo>
                  <a:close/>
                </a:path>
              </a:pathLst>
            </a:custGeom>
            <a:solidFill>
              <a:srgbClr val="656565"/>
            </a:solidFill>
          </p:spPr>
          <p:txBody>
            <a:bodyPr wrap="square" lIns="0" tIns="0" rIns="0" bIns="0" rtlCol="0"/>
            <a:lstStyle/>
            <a:p>
              <a:endParaRPr/>
            </a:p>
          </p:txBody>
        </p:sp>
        <p:sp>
          <p:nvSpPr>
            <p:cNvPr id="13" name="object 13"/>
            <p:cNvSpPr/>
            <p:nvPr/>
          </p:nvSpPr>
          <p:spPr>
            <a:xfrm>
              <a:off x="7217282" y="4997970"/>
              <a:ext cx="1494155" cy="186055"/>
            </a:xfrm>
            <a:custGeom>
              <a:avLst/>
              <a:gdLst/>
              <a:ahLst/>
              <a:cxnLst/>
              <a:rect l="l" t="t" r="r" b="b"/>
              <a:pathLst>
                <a:path w="1494154" h="186054">
                  <a:moveTo>
                    <a:pt x="0" y="185940"/>
                  </a:moveTo>
                  <a:lnTo>
                    <a:pt x="1493697" y="0"/>
                  </a:lnTo>
                </a:path>
              </a:pathLst>
            </a:custGeom>
            <a:ln w="25146">
              <a:solidFill>
                <a:srgbClr val="656565"/>
              </a:solidFill>
            </a:ln>
          </p:spPr>
          <p:txBody>
            <a:bodyPr wrap="square" lIns="0" tIns="0" rIns="0" bIns="0" rtlCol="0"/>
            <a:lstStyle/>
            <a:p>
              <a:endParaRPr/>
            </a:p>
          </p:txBody>
        </p:sp>
        <p:sp>
          <p:nvSpPr>
            <p:cNvPr id="14" name="object 14"/>
            <p:cNvSpPr/>
            <p:nvPr/>
          </p:nvSpPr>
          <p:spPr>
            <a:xfrm>
              <a:off x="8690533" y="4936540"/>
              <a:ext cx="133985" cy="126364"/>
            </a:xfrm>
            <a:custGeom>
              <a:avLst/>
              <a:gdLst/>
              <a:ahLst/>
              <a:cxnLst/>
              <a:rect l="l" t="t" r="r" b="b"/>
              <a:pathLst>
                <a:path w="133984" h="126364">
                  <a:moveTo>
                    <a:pt x="0" y="0"/>
                  </a:moveTo>
                  <a:lnTo>
                    <a:pt x="15697" y="126022"/>
                  </a:lnTo>
                  <a:lnTo>
                    <a:pt x="133870" y="47320"/>
                  </a:lnTo>
                  <a:lnTo>
                    <a:pt x="0" y="0"/>
                  </a:lnTo>
                  <a:close/>
                </a:path>
              </a:pathLst>
            </a:custGeom>
            <a:solidFill>
              <a:srgbClr val="656565"/>
            </a:solidFill>
          </p:spPr>
          <p:txBody>
            <a:bodyPr wrap="square" lIns="0" tIns="0" rIns="0" bIns="0" rtlCol="0"/>
            <a:lstStyle/>
            <a:p>
              <a:endParaRPr/>
            </a:p>
          </p:txBody>
        </p:sp>
        <p:sp>
          <p:nvSpPr>
            <p:cNvPr id="15" name="object 15"/>
            <p:cNvSpPr/>
            <p:nvPr/>
          </p:nvSpPr>
          <p:spPr>
            <a:xfrm>
              <a:off x="7217282" y="5183504"/>
              <a:ext cx="1494155" cy="186055"/>
            </a:xfrm>
            <a:custGeom>
              <a:avLst/>
              <a:gdLst/>
              <a:ahLst/>
              <a:cxnLst/>
              <a:rect l="l" t="t" r="r" b="b"/>
              <a:pathLst>
                <a:path w="1494154" h="186054">
                  <a:moveTo>
                    <a:pt x="0" y="0"/>
                  </a:moveTo>
                  <a:lnTo>
                    <a:pt x="1493697" y="185940"/>
                  </a:lnTo>
                </a:path>
              </a:pathLst>
            </a:custGeom>
            <a:ln w="25146">
              <a:solidFill>
                <a:srgbClr val="656565"/>
              </a:solidFill>
            </a:ln>
          </p:spPr>
          <p:txBody>
            <a:bodyPr wrap="square" lIns="0" tIns="0" rIns="0" bIns="0" rtlCol="0"/>
            <a:lstStyle/>
            <a:p>
              <a:endParaRPr/>
            </a:p>
          </p:txBody>
        </p:sp>
        <p:sp>
          <p:nvSpPr>
            <p:cNvPr id="16" name="object 16"/>
            <p:cNvSpPr/>
            <p:nvPr/>
          </p:nvSpPr>
          <p:spPr>
            <a:xfrm>
              <a:off x="8690533" y="5304853"/>
              <a:ext cx="133985" cy="126364"/>
            </a:xfrm>
            <a:custGeom>
              <a:avLst/>
              <a:gdLst/>
              <a:ahLst/>
              <a:cxnLst/>
              <a:rect l="l" t="t" r="r" b="b"/>
              <a:pathLst>
                <a:path w="133984" h="126364">
                  <a:moveTo>
                    <a:pt x="15697" y="0"/>
                  </a:moveTo>
                  <a:lnTo>
                    <a:pt x="0" y="126022"/>
                  </a:lnTo>
                  <a:lnTo>
                    <a:pt x="133870" y="78701"/>
                  </a:lnTo>
                  <a:lnTo>
                    <a:pt x="15697" y="0"/>
                  </a:lnTo>
                  <a:close/>
                </a:path>
              </a:pathLst>
            </a:custGeom>
            <a:solidFill>
              <a:srgbClr val="656565"/>
            </a:solidFill>
          </p:spPr>
          <p:txBody>
            <a:bodyPr wrap="square" lIns="0" tIns="0" rIns="0" bIns="0" rtlCol="0"/>
            <a:lstStyle/>
            <a:p>
              <a:endParaRPr/>
            </a:p>
          </p:txBody>
        </p:sp>
      </p:grpSp>
      <p:sp>
        <p:nvSpPr>
          <p:cNvPr id="17" name="object 17"/>
          <p:cNvSpPr txBox="1"/>
          <p:nvPr/>
        </p:nvSpPr>
        <p:spPr>
          <a:xfrm>
            <a:off x="5994031" y="1400835"/>
            <a:ext cx="1143000" cy="1146175"/>
          </a:xfrm>
          <a:prstGeom prst="rect">
            <a:avLst/>
          </a:prstGeom>
        </p:spPr>
        <p:txBody>
          <a:bodyPr vert="horz" wrap="square" lIns="0" tIns="12065" rIns="0" bIns="0" rtlCol="0">
            <a:spAutoFit/>
          </a:bodyPr>
          <a:lstStyle/>
          <a:p>
            <a:pPr marR="5080" algn="r">
              <a:lnSpc>
                <a:spcPct val="100000"/>
              </a:lnSpc>
              <a:spcBef>
                <a:spcPts val="95"/>
              </a:spcBef>
            </a:pPr>
            <a:r>
              <a:rPr sz="2000" b="1" spc="-10" dirty="0">
                <a:solidFill>
                  <a:srgbClr val="256C00"/>
                </a:solidFill>
                <a:latin typeface="Consolas"/>
                <a:cs typeface="Consolas"/>
              </a:rPr>
              <a:t>Title</a:t>
            </a:r>
            <a:endParaRPr sz="2000">
              <a:latin typeface="Consolas"/>
              <a:cs typeface="Consolas"/>
            </a:endParaRPr>
          </a:p>
          <a:p>
            <a:pPr>
              <a:lnSpc>
                <a:spcPct val="100000"/>
              </a:lnSpc>
              <a:spcBef>
                <a:spcPts val="1680"/>
              </a:spcBef>
            </a:pPr>
            <a:endParaRPr sz="2000">
              <a:latin typeface="Consolas"/>
              <a:cs typeface="Consolas"/>
            </a:endParaRPr>
          </a:p>
          <a:p>
            <a:pPr marR="5080" algn="r">
              <a:lnSpc>
                <a:spcPct val="100000"/>
              </a:lnSpc>
              <a:spcBef>
                <a:spcPts val="5"/>
              </a:spcBef>
            </a:pPr>
            <a:r>
              <a:rPr sz="2000" b="1" spc="-10" dirty="0">
                <a:solidFill>
                  <a:srgbClr val="270068"/>
                </a:solidFill>
                <a:latin typeface="Consolas"/>
                <a:cs typeface="Consolas"/>
              </a:rPr>
              <a:t>TodoForm</a:t>
            </a:r>
            <a:endParaRPr sz="2000">
              <a:latin typeface="Consolas"/>
              <a:cs typeface="Consolas"/>
            </a:endParaRPr>
          </a:p>
        </p:txBody>
      </p:sp>
      <p:sp>
        <p:nvSpPr>
          <p:cNvPr id="18" name="object 18"/>
          <p:cNvSpPr txBox="1"/>
          <p:nvPr/>
        </p:nvSpPr>
        <p:spPr>
          <a:xfrm>
            <a:off x="5994031" y="3878287"/>
            <a:ext cx="1143000" cy="330200"/>
          </a:xfrm>
          <a:prstGeom prst="rect">
            <a:avLst/>
          </a:prstGeom>
        </p:spPr>
        <p:txBody>
          <a:bodyPr vert="horz" wrap="square" lIns="0" tIns="12065" rIns="0" bIns="0" rtlCol="0">
            <a:spAutoFit/>
          </a:bodyPr>
          <a:lstStyle/>
          <a:p>
            <a:pPr marL="12700">
              <a:lnSpc>
                <a:spcPct val="100000"/>
              </a:lnSpc>
              <a:spcBef>
                <a:spcPts val="95"/>
              </a:spcBef>
            </a:pPr>
            <a:r>
              <a:rPr sz="2000" b="1" spc="-10" dirty="0">
                <a:solidFill>
                  <a:srgbClr val="BC0B14"/>
                </a:solidFill>
                <a:latin typeface="Consolas"/>
                <a:cs typeface="Consolas"/>
              </a:rPr>
              <a:t>TodoList</a:t>
            </a:r>
            <a:endParaRPr sz="2000">
              <a:latin typeface="Consolas"/>
              <a:cs typeface="Consolas"/>
            </a:endParaRPr>
          </a:p>
        </p:txBody>
      </p:sp>
      <p:sp>
        <p:nvSpPr>
          <p:cNvPr id="19" name="object 19"/>
          <p:cNvSpPr txBox="1"/>
          <p:nvPr/>
        </p:nvSpPr>
        <p:spPr>
          <a:xfrm>
            <a:off x="6553339" y="5001869"/>
            <a:ext cx="583565" cy="330200"/>
          </a:xfrm>
          <a:prstGeom prst="rect">
            <a:avLst/>
          </a:prstGeom>
        </p:spPr>
        <p:txBody>
          <a:bodyPr vert="horz" wrap="square" lIns="0" tIns="12065" rIns="0" bIns="0" rtlCol="0">
            <a:spAutoFit/>
          </a:bodyPr>
          <a:lstStyle/>
          <a:p>
            <a:pPr marL="12700">
              <a:lnSpc>
                <a:spcPct val="100000"/>
              </a:lnSpc>
              <a:spcBef>
                <a:spcPts val="95"/>
              </a:spcBef>
            </a:pPr>
            <a:r>
              <a:rPr sz="2000" b="1" spc="-20" dirty="0">
                <a:solidFill>
                  <a:srgbClr val="656565"/>
                </a:solidFill>
                <a:latin typeface="Consolas"/>
                <a:cs typeface="Consolas"/>
              </a:rPr>
              <a:t>Todo</a:t>
            </a:r>
            <a:endParaRPr sz="2000">
              <a:latin typeface="Consolas"/>
              <a:cs typeface="Consolas"/>
            </a:endParaRPr>
          </a:p>
        </p:txBody>
      </p:sp>
      <p:sp>
        <p:nvSpPr>
          <p:cNvPr id="20" name="object 20"/>
          <p:cNvSpPr txBox="1"/>
          <p:nvPr/>
        </p:nvSpPr>
        <p:spPr>
          <a:xfrm>
            <a:off x="871592" y="3685946"/>
            <a:ext cx="723900" cy="330200"/>
          </a:xfrm>
          <a:prstGeom prst="rect">
            <a:avLst/>
          </a:prstGeom>
        </p:spPr>
        <p:txBody>
          <a:bodyPr vert="horz" wrap="square" lIns="0" tIns="12065" rIns="0" bIns="0" rtlCol="0">
            <a:spAutoFit/>
          </a:bodyPr>
          <a:lstStyle/>
          <a:p>
            <a:pPr marL="12700">
              <a:lnSpc>
                <a:spcPct val="100000"/>
              </a:lnSpc>
              <a:spcBef>
                <a:spcPts val="95"/>
              </a:spcBef>
            </a:pPr>
            <a:r>
              <a:rPr sz="2000" b="1" spc="-10" dirty="0">
                <a:solidFill>
                  <a:srgbClr val="256C00"/>
                </a:solidFill>
                <a:latin typeface="Consolas"/>
                <a:cs typeface="Consolas"/>
              </a:rPr>
              <a:t>Title</a:t>
            </a:r>
            <a:endParaRPr sz="2000">
              <a:latin typeface="Consolas"/>
              <a:cs typeface="Consolas"/>
            </a:endParaRPr>
          </a:p>
        </p:txBody>
      </p:sp>
      <p:sp>
        <p:nvSpPr>
          <p:cNvPr id="21" name="object 21"/>
          <p:cNvSpPr txBox="1"/>
          <p:nvPr/>
        </p:nvSpPr>
        <p:spPr>
          <a:xfrm>
            <a:off x="3578809" y="3686200"/>
            <a:ext cx="1143000" cy="330200"/>
          </a:xfrm>
          <a:prstGeom prst="rect">
            <a:avLst/>
          </a:prstGeom>
        </p:spPr>
        <p:txBody>
          <a:bodyPr vert="horz" wrap="square" lIns="0" tIns="12065" rIns="0" bIns="0" rtlCol="0">
            <a:spAutoFit/>
          </a:bodyPr>
          <a:lstStyle/>
          <a:p>
            <a:pPr marL="12700">
              <a:lnSpc>
                <a:spcPct val="100000"/>
              </a:lnSpc>
              <a:spcBef>
                <a:spcPts val="95"/>
              </a:spcBef>
            </a:pPr>
            <a:r>
              <a:rPr sz="2000" b="1" spc="-10" dirty="0">
                <a:solidFill>
                  <a:srgbClr val="270068"/>
                </a:solidFill>
                <a:latin typeface="Consolas"/>
                <a:cs typeface="Consolas"/>
              </a:rPr>
              <a:t>TodoForm</a:t>
            </a:r>
            <a:endParaRPr sz="2000">
              <a:latin typeface="Consolas"/>
              <a:cs typeface="Consolas"/>
            </a:endParaRPr>
          </a:p>
        </p:txBody>
      </p:sp>
      <p:sp>
        <p:nvSpPr>
          <p:cNvPr id="22" name="object 22"/>
          <p:cNvSpPr txBox="1"/>
          <p:nvPr/>
        </p:nvSpPr>
        <p:spPr>
          <a:xfrm>
            <a:off x="2017763" y="3685946"/>
            <a:ext cx="1143000" cy="330200"/>
          </a:xfrm>
          <a:prstGeom prst="rect">
            <a:avLst/>
          </a:prstGeom>
        </p:spPr>
        <p:txBody>
          <a:bodyPr vert="horz" wrap="square" lIns="0" tIns="12065" rIns="0" bIns="0" rtlCol="0">
            <a:spAutoFit/>
          </a:bodyPr>
          <a:lstStyle/>
          <a:p>
            <a:pPr marL="12700">
              <a:lnSpc>
                <a:spcPct val="100000"/>
              </a:lnSpc>
              <a:spcBef>
                <a:spcPts val="95"/>
              </a:spcBef>
            </a:pPr>
            <a:r>
              <a:rPr sz="2000" b="1" spc="-10" dirty="0">
                <a:solidFill>
                  <a:srgbClr val="BC0B14"/>
                </a:solidFill>
                <a:latin typeface="Consolas"/>
                <a:cs typeface="Consolas"/>
              </a:rPr>
              <a:t>TodoList</a:t>
            </a:r>
            <a:endParaRPr sz="2000">
              <a:latin typeface="Consolas"/>
              <a:cs typeface="Consolas"/>
            </a:endParaRPr>
          </a:p>
        </p:txBody>
      </p:sp>
      <p:sp>
        <p:nvSpPr>
          <p:cNvPr id="23" name="object 23"/>
          <p:cNvSpPr txBox="1"/>
          <p:nvPr/>
        </p:nvSpPr>
        <p:spPr>
          <a:xfrm>
            <a:off x="1179894" y="4801920"/>
            <a:ext cx="583565" cy="330200"/>
          </a:xfrm>
          <a:prstGeom prst="rect">
            <a:avLst/>
          </a:prstGeom>
        </p:spPr>
        <p:txBody>
          <a:bodyPr vert="horz" wrap="square" lIns="0" tIns="12065" rIns="0" bIns="0" rtlCol="0">
            <a:spAutoFit/>
          </a:bodyPr>
          <a:lstStyle/>
          <a:p>
            <a:pPr marL="12700">
              <a:lnSpc>
                <a:spcPct val="100000"/>
              </a:lnSpc>
              <a:spcBef>
                <a:spcPts val="95"/>
              </a:spcBef>
            </a:pPr>
            <a:r>
              <a:rPr sz="2000" b="1" spc="-20" dirty="0">
                <a:solidFill>
                  <a:srgbClr val="656565"/>
                </a:solidFill>
                <a:latin typeface="Consolas"/>
                <a:cs typeface="Consolas"/>
              </a:rPr>
              <a:t>Todo</a:t>
            </a:r>
            <a:endParaRPr sz="2000">
              <a:latin typeface="Consolas"/>
              <a:cs typeface="Consolas"/>
            </a:endParaRPr>
          </a:p>
        </p:txBody>
      </p:sp>
      <p:sp>
        <p:nvSpPr>
          <p:cNvPr id="24" name="object 24"/>
          <p:cNvSpPr txBox="1"/>
          <p:nvPr/>
        </p:nvSpPr>
        <p:spPr>
          <a:xfrm>
            <a:off x="2297390" y="4793799"/>
            <a:ext cx="583565" cy="330200"/>
          </a:xfrm>
          <a:prstGeom prst="rect">
            <a:avLst/>
          </a:prstGeom>
        </p:spPr>
        <p:txBody>
          <a:bodyPr vert="horz" wrap="square" lIns="0" tIns="12065" rIns="0" bIns="0" rtlCol="0">
            <a:spAutoFit/>
          </a:bodyPr>
          <a:lstStyle/>
          <a:p>
            <a:pPr marL="12700">
              <a:lnSpc>
                <a:spcPct val="100000"/>
              </a:lnSpc>
              <a:spcBef>
                <a:spcPts val="95"/>
              </a:spcBef>
            </a:pPr>
            <a:r>
              <a:rPr sz="2000" b="1" spc="-20" dirty="0">
                <a:solidFill>
                  <a:srgbClr val="656565"/>
                </a:solidFill>
                <a:latin typeface="Consolas"/>
                <a:cs typeface="Consolas"/>
              </a:rPr>
              <a:t>Todo</a:t>
            </a:r>
            <a:endParaRPr sz="2000">
              <a:latin typeface="Consolas"/>
              <a:cs typeface="Consolas"/>
            </a:endParaRPr>
          </a:p>
        </p:txBody>
      </p:sp>
      <p:sp>
        <p:nvSpPr>
          <p:cNvPr id="25" name="object 25"/>
          <p:cNvSpPr txBox="1"/>
          <p:nvPr/>
        </p:nvSpPr>
        <p:spPr>
          <a:xfrm>
            <a:off x="3438484" y="4793799"/>
            <a:ext cx="583565" cy="330200"/>
          </a:xfrm>
          <a:prstGeom prst="rect">
            <a:avLst/>
          </a:prstGeom>
        </p:spPr>
        <p:txBody>
          <a:bodyPr vert="horz" wrap="square" lIns="0" tIns="12065" rIns="0" bIns="0" rtlCol="0">
            <a:spAutoFit/>
          </a:bodyPr>
          <a:lstStyle/>
          <a:p>
            <a:pPr marL="12700">
              <a:lnSpc>
                <a:spcPct val="100000"/>
              </a:lnSpc>
              <a:spcBef>
                <a:spcPts val="95"/>
              </a:spcBef>
            </a:pPr>
            <a:r>
              <a:rPr sz="2000" b="1" spc="-20" dirty="0">
                <a:solidFill>
                  <a:srgbClr val="656565"/>
                </a:solidFill>
                <a:latin typeface="Consolas"/>
                <a:cs typeface="Consolas"/>
              </a:rPr>
              <a:t>Todo</a:t>
            </a:r>
            <a:endParaRPr sz="2000">
              <a:latin typeface="Consolas"/>
              <a:cs typeface="Consolas"/>
            </a:endParaRPr>
          </a:p>
        </p:txBody>
      </p:sp>
      <p:sp>
        <p:nvSpPr>
          <p:cNvPr id="26" name="object 26"/>
          <p:cNvSpPr txBox="1"/>
          <p:nvPr/>
        </p:nvSpPr>
        <p:spPr>
          <a:xfrm>
            <a:off x="2366657" y="2508313"/>
            <a:ext cx="444500" cy="330200"/>
          </a:xfrm>
          <a:prstGeom prst="rect">
            <a:avLst/>
          </a:prstGeom>
        </p:spPr>
        <p:txBody>
          <a:bodyPr vert="horz" wrap="square" lIns="0" tIns="12065" rIns="0" bIns="0" rtlCol="0">
            <a:spAutoFit/>
          </a:bodyPr>
          <a:lstStyle/>
          <a:p>
            <a:pPr marL="12700">
              <a:lnSpc>
                <a:spcPct val="100000"/>
              </a:lnSpc>
              <a:spcBef>
                <a:spcPts val="95"/>
              </a:spcBef>
            </a:pPr>
            <a:r>
              <a:rPr sz="2000" b="1" spc="-25" dirty="0">
                <a:solidFill>
                  <a:srgbClr val="2D75B6"/>
                </a:solidFill>
                <a:latin typeface="Consolas"/>
                <a:cs typeface="Consolas"/>
              </a:rPr>
              <a:t>App</a:t>
            </a:r>
            <a:endParaRPr sz="2000">
              <a:latin typeface="Consolas"/>
              <a:cs typeface="Consolas"/>
            </a:endParaRPr>
          </a:p>
        </p:txBody>
      </p:sp>
      <p:sp>
        <p:nvSpPr>
          <p:cNvPr id="27" name="object 27"/>
          <p:cNvSpPr/>
          <p:nvPr/>
        </p:nvSpPr>
        <p:spPr>
          <a:xfrm>
            <a:off x="1234057" y="2890647"/>
            <a:ext cx="2917825" cy="777875"/>
          </a:xfrm>
          <a:custGeom>
            <a:avLst/>
            <a:gdLst/>
            <a:ahLst/>
            <a:cxnLst/>
            <a:rect l="l" t="t" r="r" b="b"/>
            <a:pathLst>
              <a:path w="2917825" h="777875">
                <a:moveTo>
                  <a:pt x="1355891" y="0"/>
                </a:moveTo>
                <a:lnTo>
                  <a:pt x="0" y="777481"/>
                </a:lnTo>
              </a:path>
              <a:path w="2917825" h="777875">
                <a:moveTo>
                  <a:pt x="1356361" y="0"/>
                </a:moveTo>
                <a:lnTo>
                  <a:pt x="1356361" y="777481"/>
                </a:lnTo>
              </a:path>
              <a:path w="2917825" h="777875">
                <a:moveTo>
                  <a:pt x="1356361" y="0"/>
                </a:moveTo>
                <a:lnTo>
                  <a:pt x="2917305" y="777811"/>
                </a:lnTo>
              </a:path>
            </a:pathLst>
          </a:custGeom>
          <a:ln w="25146">
            <a:solidFill>
              <a:srgbClr val="000000"/>
            </a:solidFill>
          </a:ln>
        </p:spPr>
        <p:txBody>
          <a:bodyPr wrap="square" lIns="0" tIns="0" rIns="0" bIns="0" rtlCol="0"/>
          <a:lstStyle/>
          <a:p>
            <a:endParaRPr/>
          </a:p>
        </p:txBody>
      </p:sp>
      <p:sp>
        <p:nvSpPr>
          <p:cNvPr id="28" name="object 28"/>
          <p:cNvSpPr/>
          <p:nvPr/>
        </p:nvSpPr>
        <p:spPr>
          <a:xfrm>
            <a:off x="1472565" y="4067936"/>
            <a:ext cx="2259330" cy="716280"/>
          </a:xfrm>
          <a:custGeom>
            <a:avLst/>
            <a:gdLst/>
            <a:ahLst/>
            <a:cxnLst/>
            <a:rect l="l" t="t" r="r" b="b"/>
            <a:pathLst>
              <a:path w="2259329" h="716279">
                <a:moveTo>
                  <a:pt x="1117511" y="0"/>
                </a:moveTo>
                <a:lnTo>
                  <a:pt x="0" y="715746"/>
                </a:lnTo>
              </a:path>
              <a:path w="2259329" h="716279">
                <a:moveTo>
                  <a:pt x="1117854" y="0"/>
                </a:moveTo>
                <a:lnTo>
                  <a:pt x="1117854" y="707720"/>
                </a:lnTo>
              </a:path>
              <a:path w="2259329" h="716279">
                <a:moveTo>
                  <a:pt x="1117854" y="0"/>
                </a:moveTo>
                <a:lnTo>
                  <a:pt x="2259050" y="707720"/>
                </a:lnTo>
              </a:path>
            </a:pathLst>
          </a:custGeom>
          <a:ln w="25146">
            <a:solidFill>
              <a:srgbClr val="000000"/>
            </a:solidFill>
          </a:ln>
        </p:spPr>
        <p:txBody>
          <a:bodyPr wrap="square" lIns="0" tIns="0" rIns="0" bIns="0" rtlCol="0"/>
          <a:lstStyle/>
          <a:p>
            <a:endParaRPr/>
          </a:p>
        </p:txBody>
      </p:sp>
      <p:pic>
        <p:nvPicPr>
          <p:cNvPr id="29" name="Logo black">
            <a:extLst>
              <a:ext uri="{FF2B5EF4-FFF2-40B4-BE49-F238E27FC236}">
                <a16:creationId xmlns:a16="http://schemas.microsoft.com/office/drawing/2014/main" id="{D5C17526-0C7A-1811-9FAC-893E662A8FB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3346" y="6294893"/>
            <a:ext cx="784800" cy="21184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25400">
              <a:lnSpc>
                <a:spcPct val="100000"/>
              </a:lnSpc>
              <a:spcBef>
                <a:spcPts val="95"/>
              </a:spcBef>
            </a:pPr>
            <a:r>
              <a:rPr dirty="0"/>
              <a:t>Special</a:t>
            </a:r>
            <a:r>
              <a:rPr spc="-220" dirty="0">
                <a:latin typeface="Times New Roman"/>
                <a:cs typeface="Times New Roman"/>
              </a:rPr>
              <a:t> </a:t>
            </a:r>
            <a:r>
              <a:rPr dirty="0"/>
              <a:t>list</a:t>
            </a:r>
            <a:r>
              <a:rPr spc="-220" dirty="0">
                <a:latin typeface="Times New Roman"/>
                <a:cs typeface="Times New Roman"/>
              </a:rPr>
              <a:t> </a:t>
            </a:r>
            <a:r>
              <a:rPr spc="-10" dirty="0">
                <a:solidFill>
                  <a:srgbClr val="C00000"/>
                </a:solidFill>
                <a:latin typeface="Calibri"/>
                <a:cs typeface="Calibri"/>
              </a:rPr>
              <a:t>key</a:t>
            </a:r>
            <a:r>
              <a:rPr spc="-235" dirty="0">
                <a:solidFill>
                  <a:srgbClr val="C00000"/>
                </a:solidFill>
                <a:latin typeface="Times New Roman"/>
                <a:cs typeface="Times New Roman"/>
              </a:rPr>
              <a:t> </a:t>
            </a:r>
            <a:r>
              <a:rPr spc="-10" dirty="0"/>
              <a:t>property</a:t>
            </a:r>
          </a:p>
        </p:txBody>
      </p:sp>
      <p:sp>
        <p:nvSpPr>
          <p:cNvPr id="3" name="object 3"/>
          <p:cNvSpPr txBox="1"/>
          <p:nvPr/>
        </p:nvSpPr>
        <p:spPr>
          <a:xfrm>
            <a:off x="916939" y="2353348"/>
            <a:ext cx="8475980" cy="3208020"/>
          </a:xfrm>
          <a:prstGeom prst="rect">
            <a:avLst/>
          </a:prstGeom>
        </p:spPr>
        <p:txBody>
          <a:bodyPr vert="horz" wrap="square" lIns="0" tIns="12700" rIns="0" bIns="0" rtlCol="0">
            <a:spAutoFit/>
          </a:bodyPr>
          <a:lstStyle/>
          <a:p>
            <a:pPr marL="469265" indent="-456565">
              <a:lnSpc>
                <a:spcPct val="100000"/>
              </a:lnSpc>
              <a:spcBef>
                <a:spcPts val="100"/>
              </a:spcBef>
              <a:buClr>
                <a:srgbClr val="C00000"/>
              </a:buClr>
              <a:buFont typeface="Arial"/>
              <a:buChar char="•"/>
              <a:tabLst>
                <a:tab pos="469265" algn="l"/>
              </a:tabLst>
            </a:pPr>
            <a:r>
              <a:rPr sz="2800" b="1" dirty="0">
                <a:solidFill>
                  <a:srgbClr val="C55A11"/>
                </a:solidFill>
                <a:latin typeface="Calibri"/>
                <a:cs typeface="Calibri"/>
              </a:rPr>
              <a:t>Situation:</a:t>
            </a:r>
            <a:r>
              <a:rPr sz="2800" spc="-130" dirty="0">
                <a:solidFill>
                  <a:srgbClr val="C55A11"/>
                </a:solidFill>
                <a:latin typeface="Times New Roman"/>
                <a:cs typeface="Times New Roman"/>
              </a:rPr>
              <a:t> </a:t>
            </a:r>
            <a:r>
              <a:rPr sz="2800" spc="-10" dirty="0">
                <a:latin typeface="Calibri"/>
                <a:cs typeface="Calibri"/>
              </a:rPr>
              <a:t>Display</a:t>
            </a:r>
            <a:r>
              <a:rPr sz="2800" spc="-120" dirty="0">
                <a:latin typeface="Times New Roman"/>
                <a:cs typeface="Times New Roman"/>
              </a:rPr>
              <a:t> </a:t>
            </a:r>
            <a:r>
              <a:rPr sz="2800" dirty="0">
                <a:latin typeface="Calibri"/>
                <a:cs typeface="Calibri"/>
              </a:rPr>
              <a:t>a</a:t>
            </a:r>
            <a:r>
              <a:rPr sz="2800" spc="-110" dirty="0">
                <a:latin typeface="Times New Roman"/>
                <a:cs typeface="Times New Roman"/>
              </a:rPr>
              <a:t> </a:t>
            </a:r>
            <a:r>
              <a:rPr sz="2800" b="1" dirty="0">
                <a:solidFill>
                  <a:srgbClr val="2D75B6"/>
                </a:solidFill>
                <a:latin typeface="Calibri"/>
                <a:cs typeface="Calibri"/>
              </a:rPr>
              <a:t>dynamic</a:t>
            </a:r>
            <a:r>
              <a:rPr sz="2800" spc="-120" dirty="0">
                <a:solidFill>
                  <a:srgbClr val="2D75B6"/>
                </a:solidFill>
                <a:latin typeface="Times New Roman"/>
                <a:cs typeface="Times New Roman"/>
              </a:rPr>
              <a:t> </a:t>
            </a:r>
            <a:r>
              <a:rPr sz="2800" b="1" spc="-20" dirty="0">
                <a:solidFill>
                  <a:srgbClr val="2D75B6"/>
                </a:solidFill>
                <a:latin typeface="Calibri"/>
                <a:cs typeface="Calibri"/>
              </a:rPr>
              <a:t>array</a:t>
            </a:r>
            <a:r>
              <a:rPr sz="2800" spc="-105" dirty="0">
                <a:solidFill>
                  <a:srgbClr val="2D75B6"/>
                </a:solidFill>
                <a:latin typeface="Times New Roman"/>
                <a:cs typeface="Times New Roman"/>
              </a:rPr>
              <a:t> </a:t>
            </a:r>
            <a:r>
              <a:rPr sz="2800" b="1" dirty="0">
                <a:solidFill>
                  <a:srgbClr val="2D75B6"/>
                </a:solidFill>
                <a:latin typeface="Calibri"/>
                <a:cs typeface="Calibri"/>
              </a:rPr>
              <a:t>of</a:t>
            </a:r>
            <a:r>
              <a:rPr sz="2800" spc="-110" dirty="0">
                <a:solidFill>
                  <a:srgbClr val="2D75B6"/>
                </a:solidFill>
                <a:latin typeface="Times New Roman"/>
                <a:cs typeface="Times New Roman"/>
              </a:rPr>
              <a:t> </a:t>
            </a:r>
            <a:r>
              <a:rPr sz="2800" b="1" spc="-10" dirty="0">
                <a:solidFill>
                  <a:srgbClr val="2D75B6"/>
                </a:solidFill>
                <a:latin typeface="Calibri"/>
                <a:cs typeface="Calibri"/>
              </a:rPr>
              <a:t>elements</a:t>
            </a:r>
            <a:endParaRPr sz="2800">
              <a:latin typeface="Calibri"/>
              <a:cs typeface="Calibri"/>
            </a:endParaRPr>
          </a:p>
          <a:p>
            <a:pPr marL="469265" indent="-456565">
              <a:lnSpc>
                <a:spcPct val="100000"/>
              </a:lnSpc>
              <a:spcBef>
                <a:spcPts val="2070"/>
              </a:spcBef>
              <a:buClr>
                <a:srgbClr val="C00000"/>
              </a:buClr>
              <a:buFont typeface="Arial"/>
              <a:buChar char="•"/>
              <a:tabLst>
                <a:tab pos="469265" algn="l"/>
              </a:tabLst>
            </a:pPr>
            <a:r>
              <a:rPr sz="2800" dirty="0">
                <a:latin typeface="Calibri"/>
                <a:cs typeface="Calibri"/>
              </a:rPr>
              <a:t>Must</a:t>
            </a:r>
            <a:r>
              <a:rPr sz="2800" spc="-114" dirty="0">
                <a:latin typeface="Times New Roman"/>
                <a:cs typeface="Times New Roman"/>
              </a:rPr>
              <a:t> </a:t>
            </a:r>
            <a:r>
              <a:rPr sz="2800" dirty="0">
                <a:latin typeface="Calibri"/>
                <a:cs typeface="Calibri"/>
              </a:rPr>
              <a:t>specify</a:t>
            </a:r>
            <a:r>
              <a:rPr sz="2800" spc="-110" dirty="0">
                <a:latin typeface="Times New Roman"/>
                <a:cs typeface="Times New Roman"/>
              </a:rPr>
              <a:t> </a:t>
            </a:r>
            <a:r>
              <a:rPr sz="2800" dirty="0">
                <a:latin typeface="Calibri"/>
                <a:cs typeface="Calibri"/>
              </a:rPr>
              <a:t>a</a:t>
            </a:r>
            <a:r>
              <a:rPr sz="2800" spc="-120" dirty="0">
                <a:latin typeface="Times New Roman"/>
                <a:cs typeface="Times New Roman"/>
              </a:rPr>
              <a:t> </a:t>
            </a:r>
            <a:r>
              <a:rPr sz="2800" dirty="0">
                <a:latin typeface="Calibri"/>
                <a:cs typeface="Calibri"/>
              </a:rPr>
              <a:t>special</a:t>
            </a:r>
            <a:r>
              <a:rPr sz="2800" spc="-125" dirty="0">
                <a:latin typeface="Times New Roman"/>
                <a:cs typeface="Times New Roman"/>
              </a:rPr>
              <a:t> </a:t>
            </a:r>
            <a:r>
              <a:rPr sz="2800" dirty="0">
                <a:latin typeface="Calibri"/>
                <a:cs typeface="Calibri"/>
              </a:rPr>
              <a:t>“</a:t>
            </a:r>
            <a:r>
              <a:rPr sz="2800" b="1" dirty="0">
                <a:solidFill>
                  <a:srgbClr val="538135"/>
                </a:solidFill>
                <a:latin typeface="Consolas"/>
                <a:cs typeface="Consolas"/>
              </a:rPr>
              <a:t>key</a:t>
            </a:r>
            <a:r>
              <a:rPr sz="2800" dirty="0">
                <a:latin typeface="Calibri"/>
                <a:cs typeface="Calibri"/>
              </a:rPr>
              <a:t>”</a:t>
            </a:r>
            <a:r>
              <a:rPr sz="2800" spc="-125" dirty="0">
                <a:latin typeface="Times New Roman"/>
                <a:cs typeface="Times New Roman"/>
              </a:rPr>
              <a:t> </a:t>
            </a:r>
            <a:r>
              <a:rPr sz="2800" dirty="0">
                <a:latin typeface="Calibri"/>
                <a:cs typeface="Calibri"/>
              </a:rPr>
              <a:t>property</a:t>
            </a:r>
            <a:r>
              <a:rPr sz="2800" spc="-110" dirty="0">
                <a:latin typeface="Times New Roman"/>
                <a:cs typeface="Times New Roman"/>
              </a:rPr>
              <a:t> </a:t>
            </a:r>
            <a:r>
              <a:rPr sz="2800" dirty="0">
                <a:latin typeface="Calibri"/>
                <a:cs typeface="Calibri"/>
              </a:rPr>
              <a:t>for</a:t>
            </a:r>
            <a:r>
              <a:rPr sz="2800" spc="-125" dirty="0">
                <a:latin typeface="Times New Roman"/>
                <a:cs typeface="Times New Roman"/>
              </a:rPr>
              <a:t> </a:t>
            </a:r>
            <a:r>
              <a:rPr sz="2800" dirty="0">
                <a:latin typeface="Calibri"/>
                <a:cs typeface="Calibri"/>
              </a:rPr>
              <a:t>each</a:t>
            </a:r>
            <a:r>
              <a:rPr sz="2800" spc="-120" dirty="0">
                <a:latin typeface="Times New Roman"/>
                <a:cs typeface="Times New Roman"/>
              </a:rPr>
              <a:t> </a:t>
            </a:r>
            <a:r>
              <a:rPr sz="2800" spc="-10" dirty="0">
                <a:latin typeface="Calibri"/>
                <a:cs typeface="Calibri"/>
              </a:rPr>
              <a:t>element</a:t>
            </a:r>
            <a:endParaRPr sz="2800">
              <a:latin typeface="Calibri"/>
              <a:cs typeface="Calibri"/>
            </a:endParaRPr>
          </a:p>
          <a:p>
            <a:pPr marL="469265" indent="-456565">
              <a:lnSpc>
                <a:spcPct val="100000"/>
              </a:lnSpc>
              <a:spcBef>
                <a:spcPts val="2060"/>
              </a:spcBef>
              <a:buClr>
                <a:srgbClr val="C00000"/>
              </a:buClr>
              <a:buFont typeface="Arial"/>
              <a:buChar char="•"/>
              <a:tabLst>
                <a:tab pos="469265" algn="l"/>
              </a:tabLst>
            </a:pPr>
            <a:r>
              <a:rPr sz="2800" dirty="0">
                <a:latin typeface="Calibri"/>
                <a:cs typeface="Calibri"/>
              </a:rPr>
              <a:t>The</a:t>
            </a:r>
            <a:r>
              <a:rPr sz="2800" spc="-114" dirty="0">
                <a:latin typeface="Times New Roman"/>
                <a:cs typeface="Times New Roman"/>
              </a:rPr>
              <a:t> </a:t>
            </a:r>
            <a:r>
              <a:rPr sz="2800" spc="-20" dirty="0">
                <a:latin typeface="Calibri"/>
                <a:cs typeface="Calibri"/>
              </a:rPr>
              <a:t>key</a:t>
            </a:r>
            <a:r>
              <a:rPr sz="2800" spc="-110" dirty="0">
                <a:latin typeface="Times New Roman"/>
                <a:cs typeface="Times New Roman"/>
              </a:rPr>
              <a:t> </a:t>
            </a:r>
            <a:r>
              <a:rPr sz="2800" dirty="0">
                <a:latin typeface="Calibri"/>
                <a:cs typeface="Calibri"/>
              </a:rPr>
              <a:t>of</a:t>
            </a:r>
            <a:r>
              <a:rPr sz="2800" spc="-110" dirty="0">
                <a:latin typeface="Times New Roman"/>
                <a:cs typeface="Times New Roman"/>
              </a:rPr>
              <a:t> </a:t>
            </a:r>
            <a:r>
              <a:rPr sz="2800" dirty="0">
                <a:latin typeface="Calibri"/>
                <a:cs typeface="Calibri"/>
              </a:rPr>
              <a:t>an</a:t>
            </a:r>
            <a:r>
              <a:rPr sz="2800" spc="-110" dirty="0">
                <a:latin typeface="Times New Roman"/>
                <a:cs typeface="Times New Roman"/>
              </a:rPr>
              <a:t> </a:t>
            </a:r>
            <a:r>
              <a:rPr sz="2800" dirty="0">
                <a:latin typeface="Calibri"/>
                <a:cs typeface="Calibri"/>
              </a:rPr>
              <a:t>item</a:t>
            </a:r>
            <a:r>
              <a:rPr sz="2800" spc="-110" dirty="0">
                <a:latin typeface="Times New Roman"/>
                <a:cs typeface="Times New Roman"/>
              </a:rPr>
              <a:t> </a:t>
            </a:r>
            <a:r>
              <a:rPr sz="2800" b="1" dirty="0">
                <a:solidFill>
                  <a:srgbClr val="BE8F00"/>
                </a:solidFill>
                <a:latin typeface="Calibri"/>
                <a:cs typeface="Calibri"/>
              </a:rPr>
              <a:t>uniquely</a:t>
            </a:r>
            <a:r>
              <a:rPr sz="2800" spc="-125" dirty="0">
                <a:solidFill>
                  <a:srgbClr val="BE8F00"/>
                </a:solidFill>
                <a:latin typeface="Times New Roman"/>
                <a:cs typeface="Times New Roman"/>
              </a:rPr>
              <a:t> </a:t>
            </a:r>
            <a:r>
              <a:rPr sz="2800" b="1" dirty="0">
                <a:solidFill>
                  <a:srgbClr val="BE8F00"/>
                </a:solidFill>
                <a:latin typeface="Calibri"/>
                <a:cs typeface="Calibri"/>
              </a:rPr>
              <a:t>identifies</a:t>
            </a:r>
            <a:r>
              <a:rPr sz="2800" spc="-120" dirty="0">
                <a:solidFill>
                  <a:srgbClr val="BE8F00"/>
                </a:solidFill>
                <a:latin typeface="Times New Roman"/>
                <a:cs typeface="Times New Roman"/>
              </a:rPr>
              <a:t> </a:t>
            </a:r>
            <a:r>
              <a:rPr sz="2800" b="1" spc="-25" dirty="0">
                <a:solidFill>
                  <a:srgbClr val="BE8F00"/>
                </a:solidFill>
                <a:latin typeface="Calibri"/>
                <a:cs typeface="Calibri"/>
              </a:rPr>
              <a:t>it</a:t>
            </a:r>
            <a:endParaRPr sz="2800">
              <a:latin typeface="Calibri"/>
              <a:cs typeface="Calibri"/>
            </a:endParaRPr>
          </a:p>
          <a:p>
            <a:pPr marL="469265" indent="-456565">
              <a:lnSpc>
                <a:spcPct val="100000"/>
              </a:lnSpc>
              <a:spcBef>
                <a:spcPts val="2065"/>
              </a:spcBef>
              <a:buClr>
                <a:srgbClr val="C00000"/>
              </a:buClr>
              <a:buFont typeface="Arial"/>
              <a:buChar char="•"/>
              <a:tabLst>
                <a:tab pos="469265" algn="l"/>
              </a:tabLst>
            </a:pPr>
            <a:r>
              <a:rPr sz="2800" dirty="0">
                <a:latin typeface="Calibri"/>
                <a:cs typeface="Calibri"/>
              </a:rPr>
              <a:t>Used</a:t>
            </a:r>
            <a:r>
              <a:rPr sz="2800" spc="-120" dirty="0">
                <a:latin typeface="Times New Roman"/>
                <a:cs typeface="Times New Roman"/>
              </a:rPr>
              <a:t> </a:t>
            </a:r>
            <a:r>
              <a:rPr sz="2800" dirty="0">
                <a:latin typeface="Calibri"/>
                <a:cs typeface="Calibri"/>
              </a:rPr>
              <a:t>by</a:t>
            </a:r>
            <a:r>
              <a:rPr sz="2800" spc="-130" dirty="0">
                <a:latin typeface="Times New Roman"/>
                <a:cs typeface="Times New Roman"/>
              </a:rPr>
              <a:t> </a:t>
            </a:r>
            <a:r>
              <a:rPr sz="2800" dirty="0">
                <a:latin typeface="Calibri"/>
                <a:cs typeface="Calibri"/>
              </a:rPr>
              <a:t>React</a:t>
            </a:r>
            <a:r>
              <a:rPr sz="2800" spc="-130" dirty="0">
                <a:latin typeface="Times New Roman"/>
                <a:cs typeface="Times New Roman"/>
              </a:rPr>
              <a:t> </a:t>
            </a:r>
            <a:r>
              <a:rPr sz="2800" dirty="0">
                <a:latin typeface="Calibri"/>
                <a:cs typeface="Calibri"/>
              </a:rPr>
              <a:t>internally</a:t>
            </a:r>
            <a:r>
              <a:rPr sz="2800" spc="-150" dirty="0">
                <a:latin typeface="Times New Roman"/>
                <a:cs typeface="Times New Roman"/>
              </a:rPr>
              <a:t> </a:t>
            </a:r>
            <a:r>
              <a:rPr sz="2800" dirty="0">
                <a:latin typeface="Calibri"/>
                <a:cs typeface="Calibri"/>
              </a:rPr>
              <a:t>for</a:t>
            </a:r>
            <a:r>
              <a:rPr sz="2800" spc="-135" dirty="0">
                <a:latin typeface="Times New Roman"/>
                <a:cs typeface="Times New Roman"/>
              </a:rPr>
              <a:t> </a:t>
            </a:r>
            <a:r>
              <a:rPr sz="2800" b="1" spc="-10" dirty="0">
                <a:solidFill>
                  <a:srgbClr val="C00000"/>
                </a:solidFill>
                <a:latin typeface="Calibri"/>
                <a:cs typeface="Calibri"/>
              </a:rPr>
              <a:t>render</a:t>
            </a:r>
            <a:r>
              <a:rPr sz="2800" spc="-140" dirty="0">
                <a:solidFill>
                  <a:srgbClr val="C00000"/>
                </a:solidFill>
                <a:latin typeface="Times New Roman"/>
                <a:cs typeface="Times New Roman"/>
              </a:rPr>
              <a:t> </a:t>
            </a:r>
            <a:r>
              <a:rPr sz="2800" b="1" spc="-10" dirty="0">
                <a:solidFill>
                  <a:srgbClr val="C00000"/>
                </a:solidFill>
                <a:latin typeface="Calibri"/>
                <a:cs typeface="Calibri"/>
              </a:rPr>
              <a:t>optimization</a:t>
            </a:r>
            <a:endParaRPr sz="2800">
              <a:latin typeface="Calibri"/>
              <a:cs typeface="Calibri"/>
            </a:endParaRPr>
          </a:p>
          <a:p>
            <a:pPr marL="469265" indent="-456565">
              <a:lnSpc>
                <a:spcPct val="100000"/>
              </a:lnSpc>
              <a:spcBef>
                <a:spcPts val="2060"/>
              </a:spcBef>
              <a:buClr>
                <a:srgbClr val="C00000"/>
              </a:buClr>
              <a:buFont typeface="Arial"/>
              <a:buChar char="•"/>
              <a:tabLst>
                <a:tab pos="469265" algn="l"/>
              </a:tabLst>
            </a:pPr>
            <a:r>
              <a:rPr sz="2800" dirty="0">
                <a:latin typeface="Calibri"/>
                <a:cs typeface="Calibri"/>
              </a:rPr>
              <a:t>Can</a:t>
            </a:r>
            <a:r>
              <a:rPr sz="2800" spc="-125" dirty="0">
                <a:latin typeface="Times New Roman"/>
                <a:cs typeface="Times New Roman"/>
              </a:rPr>
              <a:t> </a:t>
            </a:r>
            <a:r>
              <a:rPr sz="2800" dirty="0">
                <a:latin typeface="Calibri"/>
                <a:cs typeface="Calibri"/>
              </a:rPr>
              <a:t>be</a:t>
            </a:r>
            <a:r>
              <a:rPr sz="2800" spc="-120" dirty="0">
                <a:latin typeface="Times New Roman"/>
                <a:cs typeface="Times New Roman"/>
              </a:rPr>
              <a:t> </a:t>
            </a:r>
            <a:r>
              <a:rPr sz="2800" dirty="0">
                <a:latin typeface="Calibri"/>
                <a:cs typeface="Calibri"/>
              </a:rPr>
              <a:t>any</a:t>
            </a:r>
            <a:r>
              <a:rPr sz="2800" spc="-120" dirty="0">
                <a:latin typeface="Times New Roman"/>
                <a:cs typeface="Times New Roman"/>
              </a:rPr>
              <a:t> </a:t>
            </a:r>
            <a:r>
              <a:rPr sz="2800" dirty="0">
                <a:latin typeface="Calibri"/>
                <a:cs typeface="Calibri"/>
              </a:rPr>
              <a:t>unique</a:t>
            </a:r>
            <a:r>
              <a:rPr sz="2800" spc="-110" dirty="0">
                <a:latin typeface="Times New Roman"/>
                <a:cs typeface="Times New Roman"/>
              </a:rPr>
              <a:t> </a:t>
            </a:r>
            <a:r>
              <a:rPr sz="2800" dirty="0">
                <a:latin typeface="Calibri"/>
                <a:cs typeface="Calibri"/>
              </a:rPr>
              <a:t>value</a:t>
            </a:r>
            <a:r>
              <a:rPr sz="2800" spc="-130" dirty="0">
                <a:latin typeface="Times New Roman"/>
                <a:cs typeface="Times New Roman"/>
              </a:rPr>
              <a:t> </a:t>
            </a:r>
            <a:r>
              <a:rPr sz="2800" dirty="0">
                <a:latin typeface="Calibri"/>
                <a:cs typeface="Calibri"/>
              </a:rPr>
              <a:t>(string</a:t>
            </a:r>
            <a:r>
              <a:rPr sz="2800" spc="-120" dirty="0">
                <a:latin typeface="Times New Roman"/>
                <a:cs typeface="Times New Roman"/>
              </a:rPr>
              <a:t> </a:t>
            </a:r>
            <a:r>
              <a:rPr sz="2800" dirty="0">
                <a:latin typeface="Calibri"/>
                <a:cs typeface="Calibri"/>
              </a:rPr>
              <a:t>or</a:t>
            </a:r>
            <a:r>
              <a:rPr sz="2800" spc="-120" dirty="0">
                <a:latin typeface="Times New Roman"/>
                <a:cs typeface="Times New Roman"/>
              </a:rPr>
              <a:t> </a:t>
            </a:r>
            <a:r>
              <a:rPr sz="2800" spc="-10" dirty="0">
                <a:latin typeface="Calibri"/>
                <a:cs typeface="Calibri"/>
              </a:rPr>
              <a:t>number)</a:t>
            </a:r>
            <a:endParaRPr sz="2800">
              <a:latin typeface="Calibri"/>
              <a:cs typeface="Calibri"/>
            </a:endParaRPr>
          </a:p>
        </p:txBody>
      </p:sp>
      <p:pic>
        <p:nvPicPr>
          <p:cNvPr id="4" name="Logo black">
            <a:extLst>
              <a:ext uri="{FF2B5EF4-FFF2-40B4-BE49-F238E27FC236}">
                <a16:creationId xmlns:a16="http://schemas.microsoft.com/office/drawing/2014/main" id="{3B8F9BFE-6A16-DA78-B86E-42C3184BD29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3346" y="6294893"/>
            <a:ext cx="784800" cy="21184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25400">
              <a:lnSpc>
                <a:spcPct val="100000"/>
              </a:lnSpc>
              <a:spcBef>
                <a:spcPts val="95"/>
              </a:spcBef>
            </a:pPr>
            <a:r>
              <a:rPr dirty="0"/>
              <a:t>What</a:t>
            </a:r>
            <a:r>
              <a:rPr spc="-229" dirty="0">
                <a:latin typeface="Times New Roman"/>
                <a:cs typeface="Times New Roman"/>
              </a:rPr>
              <a:t> </a:t>
            </a:r>
            <a:r>
              <a:rPr dirty="0"/>
              <a:t>are</a:t>
            </a:r>
            <a:r>
              <a:rPr spc="-229" dirty="0">
                <a:latin typeface="Times New Roman"/>
                <a:cs typeface="Times New Roman"/>
              </a:rPr>
              <a:t> </a:t>
            </a:r>
            <a:r>
              <a:rPr spc="-10" dirty="0">
                <a:solidFill>
                  <a:srgbClr val="C00000"/>
                </a:solidFill>
                <a:latin typeface="Calibri"/>
                <a:cs typeface="Calibri"/>
              </a:rPr>
              <a:t>hooks</a:t>
            </a:r>
            <a:r>
              <a:rPr spc="-10" dirty="0"/>
              <a:t>?</a:t>
            </a:r>
          </a:p>
        </p:txBody>
      </p:sp>
      <p:sp>
        <p:nvSpPr>
          <p:cNvPr id="3" name="object 3"/>
          <p:cNvSpPr txBox="1"/>
          <p:nvPr/>
        </p:nvSpPr>
        <p:spPr>
          <a:xfrm>
            <a:off x="9134995" y="2654109"/>
            <a:ext cx="1256665" cy="361315"/>
          </a:xfrm>
          <a:prstGeom prst="rect">
            <a:avLst/>
          </a:prstGeom>
        </p:spPr>
        <p:txBody>
          <a:bodyPr vert="horz" wrap="square" lIns="0" tIns="12700" rIns="0" bIns="0" rtlCol="0">
            <a:spAutoFit/>
          </a:bodyPr>
          <a:lstStyle/>
          <a:p>
            <a:pPr marL="12700">
              <a:lnSpc>
                <a:spcPct val="100000"/>
              </a:lnSpc>
              <a:spcBef>
                <a:spcPts val="100"/>
              </a:spcBef>
            </a:pPr>
            <a:r>
              <a:rPr sz="2200" spc="-10" dirty="0">
                <a:latin typeface="Consolas"/>
                <a:cs typeface="Consolas"/>
              </a:rPr>
              <a:t>useState</a:t>
            </a:r>
            <a:endParaRPr sz="2200">
              <a:latin typeface="Consolas"/>
              <a:cs typeface="Consolas"/>
            </a:endParaRPr>
          </a:p>
        </p:txBody>
      </p:sp>
      <p:sp>
        <p:nvSpPr>
          <p:cNvPr id="4" name="object 4"/>
          <p:cNvSpPr txBox="1"/>
          <p:nvPr/>
        </p:nvSpPr>
        <p:spPr>
          <a:xfrm>
            <a:off x="9134995" y="3193562"/>
            <a:ext cx="1410970" cy="361315"/>
          </a:xfrm>
          <a:prstGeom prst="rect">
            <a:avLst/>
          </a:prstGeom>
        </p:spPr>
        <p:txBody>
          <a:bodyPr vert="horz" wrap="square" lIns="0" tIns="12700" rIns="0" bIns="0" rtlCol="0">
            <a:spAutoFit/>
          </a:bodyPr>
          <a:lstStyle/>
          <a:p>
            <a:pPr marL="12700">
              <a:lnSpc>
                <a:spcPct val="100000"/>
              </a:lnSpc>
              <a:spcBef>
                <a:spcPts val="100"/>
              </a:spcBef>
            </a:pPr>
            <a:r>
              <a:rPr sz="2200" spc="-10" dirty="0">
                <a:latin typeface="Consolas"/>
                <a:cs typeface="Consolas"/>
              </a:rPr>
              <a:t>useEffect</a:t>
            </a:r>
            <a:endParaRPr sz="2200">
              <a:latin typeface="Consolas"/>
              <a:cs typeface="Consolas"/>
            </a:endParaRPr>
          </a:p>
        </p:txBody>
      </p:sp>
      <p:sp>
        <p:nvSpPr>
          <p:cNvPr id="5" name="object 5"/>
          <p:cNvSpPr txBox="1"/>
          <p:nvPr/>
        </p:nvSpPr>
        <p:spPr>
          <a:xfrm>
            <a:off x="9134995" y="3809363"/>
            <a:ext cx="1564640" cy="361315"/>
          </a:xfrm>
          <a:prstGeom prst="rect">
            <a:avLst/>
          </a:prstGeom>
        </p:spPr>
        <p:txBody>
          <a:bodyPr vert="horz" wrap="square" lIns="0" tIns="12700" rIns="0" bIns="0" rtlCol="0">
            <a:spAutoFit/>
          </a:bodyPr>
          <a:lstStyle/>
          <a:p>
            <a:pPr marL="12700">
              <a:lnSpc>
                <a:spcPct val="100000"/>
              </a:lnSpc>
              <a:spcBef>
                <a:spcPts val="100"/>
              </a:spcBef>
            </a:pPr>
            <a:r>
              <a:rPr sz="2200" spc="-10" dirty="0">
                <a:latin typeface="Consolas"/>
                <a:cs typeface="Consolas"/>
              </a:rPr>
              <a:t>useReducer</a:t>
            </a:r>
            <a:endParaRPr sz="2200">
              <a:latin typeface="Consolas"/>
              <a:cs typeface="Consolas"/>
            </a:endParaRPr>
          </a:p>
        </p:txBody>
      </p:sp>
      <p:sp>
        <p:nvSpPr>
          <p:cNvPr id="6" name="object 6"/>
          <p:cNvSpPr txBox="1"/>
          <p:nvPr/>
        </p:nvSpPr>
        <p:spPr>
          <a:xfrm>
            <a:off x="9134995" y="4348816"/>
            <a:ext cx="1102995" cy="361315"/>
          </a:xfrm>
          <a:prstGeom prst="rect">
            <a:avLst/>
          </a:prstGeom>
        </p:spPr>
        <p:txBody>
          <a:bodyPr vert="horz" wrap="square" lIns="0" tIns="12700" rIns="0" bIns="0" rtlCol="0">
            <a:spAutoFit/>
          </a:bodyPr>
          <a:lstStyle/>
          <a:p>
            <a:pPr marL="12700">
              <a:lnSpc>
                <a:spcPct val="100000"/>
              </a:lnSpc>
              <a:spcBef>
                <a:spcPts val="100"/>
              </a:spcBef>
            </a:pPr>
            <a:r>
              <a:rPr sz="2200" spc="-10" dirty="0">
                <a:latin typeface="Consolas"/>
                <a:cs typeface="Consolas"/>
              </a:rPr>
              <a:t>useMemo</a:t>
            </a:r>
            <a:endParaRPr sz="2200">
              <a:latin typeface="Consolas"/>
              <a:cs typeface="Consolas"/>
            </a:endParaRPr>
          </a:p>
        </p:txBody>
      </p:sp>
      <p:sp>
        <p:nvSpPr>
          <p:cNvPr id="7" name="object 7"/>
          <p:cNvSpPr txBox="1"/>
          <p:nvPr/>
        </p:nvSpPr>
        <p:spPr>
          <a:xfrm>
            <a:off x="9134995" y="4888269"/>
            <a:ext cx="949325" cy="361315"/>
          </a:xfrm>
          <a:prstGeom prst="rect">
            <a:avLst/>
          </a:prstGeom>
        </p:spPr>
        <p:txBody>
          <a:bodyPr vert="horz" wrap="square" lIns="0" tIns="12700" rIns="0" bIns="0" rtlCol="0">
            <a:spAutoFit/>
          </a:bodyPr>
          <a:lstStyle/>
          <a:p>
            <a:pPr marL="12700">
              <a:lnSpc>
                <a:spcPct val="100000"/>
              </a:lnSpc>
              <a:spcBef>
                <a:spcPts val="100"/>
              </a:spcBef>
            </a:pPr>
            <a:r>
              <a:rPr sz="2200" spc="-10" dirty="0">
                <a:latin typeface="Consolas"/>
                <a:cs typeface="Consolas"/>
              </a:rPr>
              <a:t>useRef</a:t>
            </a:r>
            <a:endParaRPr sz="2200">
              <a:latin typeface="Consolas"/>
              <a:cs typeface="Consolas"/>
            </a:endParaRPr>
          </a:p>
        </p:txBody>
      </p:sp>
      <p:sp>
        <p:nvSpPr>
          <p:cNvPr id="8" name="object 8"/>
          <p:cNvSpPr txBox="1"/>
          <p:nvPr/>
        </p:nvSpPr>
        <p:spPr>
          <a:xfrm>
            <a:off x="9134995" y="5427722"/>
            <a:ext cx="1718945" cy="361315"/>
          </a:xfrm>
          <a:prstGeom prst="rect">
            <a:avLst/>
          </a:prstGeom>
        </p:spPr>
        <p:txBody>
          <a:bodyPr vert="horz" wrap="square" lIns="0" tIns="12700" rIns="0" bIns="0" rtlCol="0">
            <a:spAutoFit/>
          </a:bodyPr>
          <a:lstStyle/>
          <a:p>
            <a:pPr marL="12700">
              <a:lnSpc>
                <a:spcPct val="100000"/>
              </a:lnSpc>
              <a:spcBef>
                <a:spcPts val="100"/>
              </a:spcBef>
            </a:pPr>
            <a:r>
              <a:rPr sz="2200" spc="-10" dirty="0">
                <a:latin typeface="Consolas"/>
                <a:cs typeface="Consolas"/>
              </a:rPr>
              <a:t>useCallback</a:t>
            </a:r>
            <a:endParaRPr sz="2200">
              <a:latin typeface="Consolas"/>
              <a:cs typeface="Consolas"/>
            </a:endParaRPr>
          </a:p>
        </p:txBody>
      </p:sp>
      <p:sp>
        <p:nvSpPr>
          <p:cNvPr id="9" name="object 9"/>
          <p:cNvSpPr/>
          <p:nvPr/>
        </p:nvSpPr>
        <p:spPr>
          <a:xfrm>
            <a:off x="8738234" y="2817494"/>
            <a:ext cx="166370" cy="711200"/>
          </a:xfrm>
          <a:custGeom>
            <a:avLst/>
            <a:gdLst/>
            <a:ahLst/>
            <a:cxnLst/>
            <a:rect l="l" t="t" r="r" b="b"/>
            <a:pathLst>
              <a:path w="166370" h="711200">
                <a:moveTo>
                  <a:pt x="166116" y="710946"/>
                </a:moveTo>
                <a:lnTo>
                  <a:pt x="133785" y="704637"/>
                </a:lnTo>
                <a:lnTo>
                  <a:pt x="107384" y="687431"/>
                </a:lnTo>
                <a:lnTo>
                  <a:pt x="89585" y="661911"/>
                </a:lnTo>
                <a:lnTo>
                  <a:pt x="83058" y="630656"/>
                </a:lnTo>
                <a:lnTo>
                  <a:pt x="83058" y="435762"/>
                </a:lnTo>
                <a:lnTo>
                  <a:pt x="76530" y="404507"/>
                </a:lnTo>
                <a:lnTo>
                  <a:pt x="58731" y="378987"/>
                </a:lnTo>
                <a:lnTo>
                  <a:pt x="32330" y="361781"/>
                </a:lnTo>
                <a:lnTo>
                  <a:pt x="0" y="355473"/>
                </a:lnTo>
                <a:lnTo>
                  <a:pt x="32330" y="349164"/>
                </a:lnTo>
                <a:lnTo>
                  <a:pt x="58731" y="331958"/>
                </a:lnTo>
                <a:lnTo>
                  <a:pt x="76530" y="306438"/>
                </a:lnTo>
                <a:lnTo>
                  <a:pt x="83058" y="275183"/>
                </a:lnTo>
                <a:lnTo>
                  <a:pt x="83058" y="80289"/>
                </a:lnTo>
                <a:lnTo>
                  <a:pt x="89585" y="49034"/>
                </a:lnTo>
                <a:lnTo>
                  <a:pt x="107384" y="23514"/>
                </a:lnTo>
                <a:lnTo>
                  <a:pt x="133785" y="6308"/>
                </a:lnTo>
                <a:lnTo>
                  <a:pt x="166116" y="0"/>
                </a:lnTo>
              </a:path>
            </a:pathLst>
          </a:custGeom>
          <a:ln w="25146">
            <a:solidFill>
              <a:srgbClr val="2D75B6"/>
            </a:solidFill>
          </a:ln>
        </p:spPr>
        <p:txBody>
          <a:bodyPr wrap="square" lIns="0" tIns="0" rIns="0" bIns="0" rtlCol="0"/>
          <a:lstStyle/>
          <a:p>
            <a:endParaRPr/>
          </a:p>
        </p:txBody>
      </p:sp>
      <p:sp>
        <p:nvSpPr>
          <p:cNvPr id="10" name="object 10"/>
          <p:cNvSpPr txBox="1"/>
          <p:nvPr/>
        </p:nvSpPr>
        <p:spPr>
          <a:xfrm>
            <a:off x="6991998" y="2834106"/>
            <a:ext cx="1404620" cy="635000"/>
          </a:xfrm>
          <a:prstGeom prst="rect">
            <a:avLst/>
          </a:prstGeom>
        </p:spPr>
        <p:txBody>
          <a:bodyPr vert="horz" wrap="square" lIns="0" tIns="12065" rIns="0" bIns="0" rtlCol="0">
            <a:spAutoFit/>
          </a:bodyPr>
          <a:lstStyle/>
          <a:p>
            <a:pPr marL="178435" marR="5080" indent="-166370">
              <a:lnSpc>
                <a:spcPct val="100000"/>
              </a:lnSpc>
              <a:spcBef>
                <a:spcPts val="95"/>
              </a:spcBef>
            </a:pPr>
            <a:r>
              <a:rPr sz="2000" spc="-10" dirty="0">
                <a:solidFill>
                  <a:srgbClr val="2D75B6"/>
                </a:solidFill>
                <a:latin typeface="Calibri"/>
                <a:cs typeface="Calibri"/>
              </a:rPr>
              <a:t>We</a:t>
            </a:r>
            <a:r>
              <a:rPr sz="2000" spc="-100" dirty="0">
                <a:solidFill>
                  <a:srgbClr val="2D75B6"/>
                </a:solidFill>
                <a:latin typeface="Times New Roman"/>
                <a:cs typeface="Times New Roman"/>
              </a:rPr>
              <a:t> </a:t>
            </a:r>
            <a:r>
              <a:rPr sz="2000" dirty="0">
                <a:solidFill>
                  <a:srgbClr val="2D75B6"/>
                </a:solidFill>
                <a:latin typeface="Calibri"/>
                <a:cs typeface="Calibri"/>
              </a:rPr>
              <a:t>will</a:t>
            </a:r>
            <a:r>
              <a:rPr sz="2000" spc="-80" dirty="0">
                <a:solidFill>
                  <a:srgbClr val="2D75B6"/>
                </a:solidFill>
                <a:latin typeface="Times New Roman"/>
                <a:cs typeface="Times New Roman"/>
              </a:rPr>
              <a:t> </a:t>
            </a:r>
            <a:r>
              <a:rPr sz="2000" spc="-20" dirty="0">
                <a:solidFill>
                  <a:srgbClr val="2D75B6"/>
                </a:solidFill>
                <a:latin typeface="Calibri"/>
                <a:cs typeface="Calibri"/>
              </a:rPr>
              <a:t>cover</a:t>
            </a:r>
            <a:r>
              <a:rPr sz="2000" spc="-20" dirty="0">
                <a:solidFill>
                  <a:srgbClr val="2D75B6"/>
                </a:solidFill>
                <a:latin typeface="Times New Roman"/>
                <a:cs typeface="Times New Roman"/>
              </a:rPr>
              <a:t> </a:t>
            </a:r>
            <a:r>
              <a:rPr sz="2000" dirty="0">
                <a:solidFill>
                  <a:srgbClr val="2D75B6"/>
                </a:solidFill>
                <a:latin typeface="Calibri"/>
                <a:cs typeface="Calibri"/>
              </a:rPr>
              <a:t>these</a:t>
            </a:r>
            <a:r>
              <a:rPr sz="2000" spc="-90" dirty="0">
                <a:solidFill>
                  <a:srgbClr val="2D75B6"/>
                </a:solidFill>
                <a:latin typeface="Times New Roman"/>
                <a:cs typeface="Times New Roman"/>
              </a:rPr>
              <a:t> </a:t>
            </a:r>
            <a:r>
              <a:rPr sz="2000" spc="-10" dirty="0">
                <a:solidFill>
                  <a:srgbClr val="2D75B6"/>
                </a:solidFill>
                <a:latin typeface="Calibri"/>
                <a:cs typeface="Calibri"/>
              </a:rPr>
              <a:t>today</a:t>
            </a:r>
            <a:endParaRPr sz="2000">
              <a:latin typeface="Calibri"/>
              <a:cs typeface="Calibri"/>
            </a:endParaRPr>
          </a:p>
        </p:txBody>
      </p:sp>
      <p:sp>
        <p:nvSpPr>
          <p:cNvPr id="11" name="object 11"/>
          <p:cNvSpPr/>
          <p:nvPr/>
        </p:nvSpPr>
        <p:spPr>
          <a:xfrm>
            <a:off x="8738234" y="3924680"/>
            <a:ext cx="166370" cy="1830705"/>
          </a:xfrm>
          <a:custGeom>
            <a:avLst/>
            <a:gdLst/>
            <a:ahLst/>
            <a:cxnLst/>
            <a:rect l="l" t="t" r="r" b="b"/>
            <a:pathLst>
              <a:path w="166370" h="1830704">
                <a:moveTo>
                  <a:pt x="166116" y="1830324"/>
                </a:moveTo>
                <a:lnTo>
                  <a:pt x="133785" y="1824015"/>
                </a:lnTo>
                <a:lnTo>
                  <a:pt x="107384" y="1806809"/>
                </a:lnTo>
                <a:lnTo>
                  <a:pt x="89585" y="1781289"/>
                </a:lnTo>
                <a:lnTo>
                  <a:pt x="83058" y="1750035"/>
                </a:lnTo>
                <a:lnTo>
                  <a:pt x="83058" y="995451"/>
                </a:lnTo>
                <a:lnTo>
                  <a:pt x="76530" y="964196"/>
                </a:lnTo>
                <a:lnTo>
                  <a:pt x="58731" y="938676"/>
                </a:lnTo>
                <a:lnTo>
                  <a:pt x="32330" y="921470"/>
                </a:lnTo>
                <a:lnTo>
                  <a:pt x="0" y="915162"/>
                </a:lnTo>
                <a:lnTo>
                  <a:pt x="32330" y="908853"/>
                </a:lnTo>
                <a:lnTo>
                  <a:pt x="58731" y="891647"/>
                </a:lnTo>
                <a:lnTo>
                  <a:pt x="76530" y="866127"/>
                </a:lnTo>
                <a:lnTo>
                  <a:pt x="83058" y="834872"/>
                </a:lnTo>
                <a:lnTo>
                  <a:pt x="83058" y="80289"/>
                </a:lnTo>
                <a:lnTo>
                  <a:pt x="89585" y="49034"/>
                </a:lnTo>
                <a:lnTo>
                  <a:pt x="107384" y="23514"/>
                </a:lnTo>
                <a:lnTo>
                  <a:pt x="133785" y="6308"/>
                </a:lnTo>
                <a:lnTo>
                  <a:pt x="166116" y="0"/>
                </a:lnTo>
              </a:path>
            </a:pathLst>
          </a:custGeom>
          <a:ln w="25146">
            <a:solidFill>
              <a:srgbClr val="C55A11"/>
            </a:solidFill>
          </a:ln>
        </p:spPr>
        <p:txBody>
          <a:bodyPr wrap="square" lIns="0" tIns="0" rIns="0" bIns="0" rtlCol="0"/>
          <a:lstStyle/>
          <a:p>
            <a:endParaRPr/>
          </a:p>
        </p:txBody>
      </p:sp>
      <p:sp>
        <p:nvSpPr>
          <p:cNvPr id="12" name="object 12"/>
          <p:cNvSpPr txBox="1"/>
          <p:nvPr/>
        </p:nvSpPr>
        <p:spPr>
          <a:xfrm>
            <a:off x="6574421" y="4412081"/>
            <a:ext cx="1822450" cy="635000"/>
          </a:xfrm>
          <a:prstGeom prst="rect">
            <a:avLst/>
          </a:prstGeom>
        </p:spPr>
        <p:txBody>
          <a:bodyPr vert="horz" wrap="square" lIns="0" tIns="12065" rIns="0" bIns="0" rtlCol="0">
            <a:spAutoFit/>
          </a:bodyPr>
          <a:lstStyle/>
          <a:p>
            <a:pPr marR="5080" algn="r">
              <a:lnSpc>
                <a:spcPct val="100000"/>
              </a:lnSpc>
              <a:spcBef>
                <a:spcPts val="95"/>
              </a:spcBef>
            </a:pPr>
            <a:r>
              <a:rPr sz="2000" spc="-10" dirty="0">
                <a:solidFill>
                  <a:srgbClr val="C55A11"/>
                </a:solidFill>
                <a:latin typeface="Calibri"/>
                <a:cs typeface="Calibri"/>
              </a:rPr>
              <a:t>We</a:t>
            </a:r>
            <a:r>
              <a:rPr sz="2000" spc="-85" dirty="0">
                <a:solidFill>
                  <a:srgbClr val="C55A11"/>
                </a:solidFill>
                <a:latin typeface="Times New Roman"/>
                <a:cs typeface="Times New Roman"/>
              </a:rPr>
              <a:t> </a:t>
            </a:r>
            <a:r>
              <a:rPr sz="2000" dirty="0">
                <a:solidFill>
                  <a:srgbClr val="C55A11"/>
                </a:solidFill>
                <a:latin typeface="Calibri"/>
                <a:cs typeface="Calibri"/>
              </a:rPr>
              <a:t>will</a:t>
            </a:r>
            <a:r>
              <a:rPr sz="2000" spc="-65" dirty="0">
                <a:solidFill>
                  <a:srgbClr val="C55A11"/>
                </a:solidFill>
                <a:latin typeface="Times New Roman"/>
                <a:cs typeface="Times New Roman"/>
              </a:rPr>
              <a:t> </a:t>
            </a:r>
            <a:r>
              <a:rPr sz="2000" b="1" dirty="0">
                <a:solidFill>
                  <a:srgbClr val="C55A11"/>
                </a:solidFill>
                <a:latin typeface="Calibri"/>
                <a:cs typeface="Calibri"/>
              </a:rPr>
              <a:t>not</a:t>
            </a:r>
            <a:r>
              <a:rPr sz="2000" spc="-85" dirty="0">
                <a:solidFill>
                  <a:srgbClr val="C55A11"/>
                </a:solidFill>
                <a:latin typeface="Times New Roman"/>
                <a:cs typeface="Times New Roman"/>
              </a:rPr>
              <a:t> </a:t>
            </a:r>
            <a:r>
              <a:rPr sz="2000" spc="-10" dirty="0">
                <a:solidFill>
                  <a:srgbClr val="C55A11"/>
                </a:solidFill>
                <a:latin typeface="Calibri"/>
                <a:cs typeface="Calibri"/>
              </a:rPr>
              <a:t>cover</a:t>
            </a:r>
            <a:endParaRPr sz="2000">
              <a:latin typeface="Calibri"/>
              <a:cs typeface="Calibri"/>
            </a:endParaRPr>
          </a:p>
          <a:p>
            <a:pPr marR="5715" algn="r">
              <a:lnSpc>
                <a:spcPct val="100000"/>
              </a:lnSpc>
            </a:pPr>
            <a:r>
              <a:rPr sz="2000" dirty="0">
                <a:solidFill>
                  <a:srgbClr val="C55A11"/>
                </a:solidFill>
                <a:latin typeface="Calibri"/>
                <a:cs typeface="Calibri"/>
              </a:rPr>
              <a:t>these</a:t>
            </a:r>
            <a:r>
              <a:rPr sz="2000" spc="-90" dirty="0">
                <a:solidFill>
                  <a:srgbClr val="C55A11"/>
                </a:solidFill>
                <a:latin typeface="Times New Roman"/>
                <a:cs typeface="Times New Roman"/>
              </a:rPr>
              <a:t> </a:t>
            </a:r>
            <a:r>
              <a:rPr sz="2000" spc="-10" dirty="0">
                <a:solidFill>
                  <a:srgbClr val="C55A11"/>
                </a:solidFill>
                <a:latin typeface="Calibri"/>
                <a:cs typeface="Calibri"/>
              </a:rPr>
              <a:t>today</a:t>
            </a:r>
            <a:endParaRPr sz="2000">
              <a:latin typeface="Calibri"/>
              <a:cs typeface="Calibri"/>
            </a:endParaRPr>
          </a:p>
        </p:txBody>
      </p:sp>
      <p:sp>
        <p:nvSpPr>
          <p:cNvPr id="13" name="object 13"/>
          <p:cNvSpPr txBox="1"/>
          <p:nvPr/>
        </p:nvSpPr>
        <p:spPr>
          <a:xfrm>
            <a:off x="6812533" y="1903869"/>
            <a:ext cx="2101215" cy="452755"/>
          </a:xfrm>
          <a:prstGeom prst="rect">
            <a:avLst/>
          </a:prstGeom>
        </p:spPr>
        <p:txBody>
          <a:bodyPr vert="horz" wrap="square" lIns="0" tIns="12700" rIns="0" bIns="0" rtlCol="0">
            <a:spAutoFit/>
          </a:bodyPr>
          <a:lstStyle/>
          <a:p>
            <a:pPr marL="12700">
              <a:lnSpc>
                <a:spcPct val="100000"/>
              </a:lnSpc>
              <a:spcBef>
                <a:spcPts val="100"/>
              </a:spcBef>
            </a:pPr>
            <a:r>
              <a:rPr sz="2800" spc="-10" dirty="0">
                <a:latin typeface="Calibri"/>
                <a:cs typeface="Calibri"/>
              </a:rPr>
              <a:t>Built-</a:t>
            </a:r>
            <a:r>
              <a:rPr sz="2800" dirty="0">
                <a:latin typeface="Calibri"/>
                <a:cs typeface="Calibri"/>
              </a:rPr>
              <a:t>in</a:t>
            </a:r>
            <a:r>
              <a:rPr sz="2800" spc="-45" dirty="0">
                <a:latin typeface="Times New Roman"/>
                <a:cs typeface="Times New Roman"/>
              </a:rPr>
              <a:t> </a:t>
            </a:r>
            <a:r>
              <a:rPr sz="2800" spc="-10" dirty="0">
                <a:latin typeface="Calibri"/>
                <a:cs typeface="Calibri"/>
              </a:rPr>
              <a:t>hooks:</a:t>
            </a:r>
            <a:endParaRPr sz="2800">
              <a:latin typeface="Calibri"/>
              <a:cs typeface="Calibri"/>
            </a:endParaRPr>
          </a:p>
        </p:txBody>
      </p:sp>
      <p:sp>
        <p:nvSpPr>
          <p:cNvPr id="14" name="object 14"/>
          <p:cNvSpPr txBox="1"/>
          <p:nvPr/>
        </p:nvSpPr>
        <p:spPr>
          <a:xfrm>
            <a:off x="916939" y="1819024"/>
            <a:ext cx="4643120" cy="1232535"/>
          </a:xfrm>
          <a:prstGeom prst="rect">
            <a:avLst/>
          </a:prstGeom>
        </p:spPr>
        <p:txBody>
          <a:bodyPr vert="horz" wrap="square" lIns="0" tIns="12700" rIns="0" bIns="0" rtlCol="0">
            <a:spAutoFit/>
          </a:bodyPr>
          <a:lstStyle/>
          <a:p>
            <a:pPr marL="469900" marR="5080" indent="-457200">
              <a:lnSpc>
                <a:spcPct val="110000"/>
              </a:lnSpc>
              <a:spcBef>
                <a:spcPts val="100"/>
              </a:spcBef>
            </a:pPr>
            <a:r>
              <a:rPr sz="2400" b="1" dirty="0">
                <a:solidFill>
                  <a:srgbClr val="C00000"/>
                </a:solidFill>
                <a:latin typeface="Calibri"/>
                <a:cs typeface="Calibri"/>
              </a:rPr>
              <a:t>Hooks:</a:t>
            </a:r>
            <a:r>
              <a:rPr sz="2400" spc="-120" dirty="0">
                <a:solidFill>
                  <a:srgbClr val="C00000"/>
                </a:solidFill>
                <a:latin typeface="Times New Roman"/>
                <a:cs typeface="Times New Roman"/>
              </a:rPr>
              <a:t> </a:t>
            </a:r>
            <a:r>
              <a:rPr sz="2400" dirty="0">
                <a:latin typeface="Calibri"/>
                <a:cs typeface="Calibri"/>
              </a:rPr>
              <a:t>Special</a:t>
            </a:r>
            <a:r>
              <a:rPr sz="2400" spc="-114" dirty="0">
                <a:latin typeface="Times New Roman"/>
                <a:cs typeface="Times New Roman"/>
              </a:rPr>
              <a:t> </a:t>
            </a:r>
            <a:r>
              <a:rPr sz="2400" dirty="0">
                <a:latin typeface="Calibri"/>
                <a:cs typeface="Calibri"/>
              </a:rPr>
              <a:t>functions</a:t>
            </a:r>
            <a:r>
              <a:rPr sz="2400" spc="-110" dirty="0">
                <a:latin typeface="Times New Roman"/>
                <a:cs typeface="Times New Roman"/>
              </a:rPr>
              <a:t> </a:t>
            </a:r>
            <a:r>
              <a:rPr sz="2400" dirty="0">
                <a:latin typeface="Calibri"/>
                <a:cs typeface="Calibri"/>
              </a:rPr>
              <a:t>that</a:t>
            </a:r>
            <a:r>
              <a:rPr sz="2400" spc="-120" dirty="0">
                <a:latin typeface="Times New Roman"/>
                <a:cs typeface="Times New Roman"/>
              </a:rPr>
              <a:t> </a:t>
            </a:r>
            <a:r>
              <a:rPr sz="2400" spc="-10" dirty="0">
                <a:latin typeface="Calibri"/>
                <a:cs typeface="Calibri"/>
              </a:rPr>
              <a:t>allow</a:t>
            </a:r>
            <a:r>
              <a:rPr sz="2400" spc="-10" dirty="0">
                <a:latin typeface="Times New Roman"/>
                <a:cs typeface="Times New Roman"/>
              </a:rPr>
              <a:t> </a:t>
            </a:r>
            <a:r>
              <a:rPr sz="2400" spc="-10" dirty="0">
                <a:latin typeface="Calibri"/>
                <a:cs typeface="Calibri"/>
              </a:rPr>
              <a:t>developers</a:t>
            </a:r>
            <a:r>
              <a:rPr sz="2400" spc="-95" dirty="0">
                <a:latin typeface="Times New Roman"/>
                <a:cs typeface="Times New Roman"/>
              </a:rPr>
              <a:t> </a:t>
            </a:r>
            <a:r>
              <a:rPr sz="2400" dirty="0">
                <a:latin typeface="Calibri"/>
                <a:cs typeface="Calibri"/>
              </a:rPr>
              <a:t>to</a:t>
            </a:r>
            <a:r>
              <a:rPr sz="2400" spc="-120" dirty="0">
                <a:latin typeface="Times New Roman"/>
                <a:cs typeface="Times New Roman"/>
              </a:rPr>
              <a:t> </a:t>
            </a:r>
            <a:r>
              <a:rPr sz="2400" dirty="0">
                <a:latin typeface="Calibri"/>
                <a:cs typeface="Calibri"/>
              </a:rPr>
              <a:t>hook</a:t>
            </a:r>
            <a:r>
              <a:rPr sz="2400" spc="-120" dirty="0">
                <a:latin typeface="Times New Roman"/>
                <a:cs typeface="Times New Roman"/>
              </a:rPr>
              <a:t> </a:t>
            </a:r>
            <a:r>
              <a:rPr sz="2400" dirty="0">
                <a:latin typeface="Calibri"/>
                <a:cs typeface="Calibri"/>
              </a:rPr>
              <a:t>into</a:t>
            </a:r>
            <a:r>
              <a:rPr sz="2400" spc="-125" dirty="0">
                <a:latin typeface="Times New Roman"/>
                <a:cs typeface="Times New Roman"/>
              </a:rPr>
              <a:t> </a:t>
            </a:r>
            <a:r>
              <a:rPr sz="2400" b="1" spc="-20" dirty="0">
                <a:solidFill>
                  <a:srgbClr val="538135"/>
                </a:solidFill>
                <a:latin typeface="Calibri"/>
                <a:cs typeface="Calibri"/>
              </a:rPr>
              <a:t>state</a:t>
            </a:r>
            <a:r>
              <a:rPr sz="2400" spc="-90" dirty="0">
                <a:solidFill>
                  <a:srgbClr val="538135"/>
                </a:solidFill>
                <a:latin typeface="Times New Roman"/>
                <a:cs typeface="Times New Roman"/>
              </a:rPr>
              <a:t> </a:t>
            </a:r>
            <a:r>
              <a:rPr sz="2400" spc="-25" dirty="0">
                <a:latin typeface="Calibri"/>
                <a:cs typeface="Calibri"/>
              </a:rPr>
              <a:t>and</a:t>
            </a:r>
            <a:r>
              <a:rPr sz="2400" spc="-25" dirty="0">
                <a:latin typeface="Times New Roman"/>
                <a:cs typeface="Times New Roman"/>
              </a:rPr>
              <a:t> </a:t>
            </a:r>
            <a:r>
              <a:rPr sz="2400" b="1" spc="-10" dirty="0">
                <a:solidFill>
                  <a:srgbClr val="C55A11"/>
                </a:solidFill>
                <a:latin typeface="Calibri"/>
                <a:cs typeface="Calibri"/>
              </a:rPr>
              <a:t>lifecycle</a:t>
            </a:r>
            <a:r>
              <a:rPr sz="2400" spc="-125" dirty="0">
                <a:solidFill>
                  <a:srgbClr val="C55A11"/>
                </a:solidFill>
                <a:latin typeface="Times New Roman"/>
                <a:cs typeface="Times New Roman"/>
              </a:rPr>
              <a:t> </a:t>
            </a:r>
            <a:r>
              <a:rPr sz="2400" dirty="0">
                <a:latin typeface="Calibri"/>
                <a:cs typeface="Calibri"/>
              </a:rPr>
              <a:t>of</a:t>
            </a:r>
            <a:r>
              <a:rPr sz="2400" spc="-120" dirty="0">
                <a:latin typeface="Times New Roman"/>
                <a:cs typeface="Times New Roman"/>
              </a:rPr>
              <a:t> </a:t>
            </a:r>
            <a:r>
              <a:rPr sz="2400" dirty="0">
                <a:latin typeface="Calibri"/>
                <a:cs typeface="Calibri"/>
              </a:rPr>
              <a:t>React</a:t>
            </a:r>
            <a:r>
              <a:rPr sz="2400" spc="-125" dirty="0">
                <a:latin typeface="Times New Roman"/>
                <a:cs typeface="Times New Roman"/>
              </a:rPr>
              <a:t> </a:t>
            </a:r>
            <a:r>
              <a:rPr sz="2400" spc="-10" dirty="0">
                <a:latin typeface="Calibri"/>
                <a:cs typeface="Calibri"/>
              </a:rPr>
              <a:t>components.</a:t>
            </a:r>
            <a:endParaRPr sz="2400">
              <a:latin typeface="Calibri"/>
              <a:cs typeface="Calibri"/>
            </a:endParaRPr>
          </a:p>
        </p:txBody>
      </p:sp>
      <p:sp>
        <p:nvSpPr>
          <p:cNvPr id="15" name="object 15"/>
          <p:cNvSpPr txBox="1"/>
          <p:nvPr/>
        </p:nvSpPr>
        <p:spPr>
          <a:xfrm>
            <a:off x="917242" y="3330827"/>
            <a:ext cx="4859655" cy="1232535"/>
          </a:xfrm>
          <a:prstGeom prst="rect">
            <a:avLst/>
          </a:prstGeom>
        </p:spPr>
        <p:txBody>
          <a:bodyPr vert="horz" wrap="square" lIns="0" tIns="12700" rIns="0" bIns="0" rtlCol="0">
            <a:spAutoFit/>
          </a:bodyPr>
          <a:lstStyle/>
          <a:p>
            <a:pPr marL="469900" marR="5080" indent="-457200">
              <a:lnSpc>
                <a:spcPct val="110000"/>
              </a:lnSpc>
              <a:spcBef>
                <a:spcPts val="100"/>
              </a:spcBef>
            </a:pPr>
            <a:r>
              <a:rPr sz="2400" b="1" spc="-10" dirty="0">
                <a:solidFill>
                  <a:srgbClr val="538135"/>
                </a:solidFill>
                <a:latin typeface="Calibri"/>
                <a:cs typeface="Calibri"/>
              </a:rPr>
              <a:t>State:</a:t>
            </a:r>
            <a:r>
              <a:rPr sz="2400" spc="-85" dirty="0">
                <a:solidFill>
                  <a:srgbClr val="538135"/>
                </a:solidFill>
                <a:latin typeface="Times New Roman"/>
                <a:cs typeface="Times New Roman"/>
              </a:rPr>
              <a:t> </a:t>
            </a:r>
            <a:r>
              <a:rPr sz="2400" dirty="0">
                <a:latin typeface="Calibri"/>
                <a:cs typeface="Calibri"/>
              </a:rPr>
              <a:t>One</a:t>
            </a:r>
            <a:r>
              <a:rPr sz="2400" spc="-105" dirty="0">
                <a:latin typeface="Times New Roman"/>
                <a:cs typeface="Times New Roman"/>
              </a:rPr>
              <a:t> </a:t>
            </a:r>
            <a:r>
              <a:rPr sz="2400" dirty="0">
                <a:latin typeface="Calibri"/>
                <a:cs typeface="Calibri"/>
              </a:rPr>
              <a:t>or</a:t>
            </a:r>
            <a:r>
              <a:rPr sz="2400" spc="-114" dirty="0">
                <a:latin typeface="Times New Roman"/>
                <a:cs typeface="Times New Roman"/>
              </a:rPr>
              <a:t> </a:t>
            </a:r>
            <a:r>
              <a:rPr sz="2400" dirty="0">
                <a:latin typeface="Calibri"/>
                <a:cs typeface="Calibri"/>
              </a:rPr>
              <a:t>more</a:t>
            </a:r>
            <a:r>
              <a:rPr sz="2400" spc="-114" dirty="0">
                <a:latin typeface="Times New Roman"/>
                <a:cs typeface="Times New Roman"/>
              </a:rPr>
              <a:t> </a:t>
            </a:r>
            <a:r>
              <a:rPr sz="2400" spc="-10" dirty="0">
                <a:latin typeface="Calibri"/>
                <a:cs typeface="Calibri"/>
              </a:rPr>
              <a:t>data</a:t>
            </a:r>
            <a:r>
              <a:rPr sz="2400" spc="-110" dirty="0">
                <a:latin typeface="Times New Roman"/>
                <a:cs typeface="Times New Roman"/>
              </a:rPr>
              <a:t> </a:t>
            </a:r>
            <a:r>
              <a:rPr sz="2400" spc="-10" dirty="0">
                <a:latin typeface="Calibri"/>
                <a:cs typeface="Calibri"/>
              </a:rPr>
              <a:t>values</a:t>
            </a:r>
            <a:r>
              <a:rPr sz="2400" spc="-10" dirty="0">
                <a:latin typeface="Times New Roman"/>
                <a:cs typeface="Times New Roman"/>
              </a:rPr>
              <a:t> </a:t>
            </a:r>
            <a:r>
              <a:rPr sz="2400" spc="-10" dirty="0">
                <a:latin typeface="Calibri"/>
                <a:cs typeface="Calibri"/>
              </a:rPr>
              <a:t>associated</a:t>
            </a:r>
            <a:r>
              <a:rPr sz="2400" spc="-100" dirty="0">
                <a:latin typeface="Times New Roman"/>
                <a:cs typeface="Times New Roman"/>
              </a:rPr>
              <a:t> </a:t>
            </a:r>
            <a:r>
              <a:rPr sz="2400" dirty="0">
                <a:latin typeface="Calibri"/>
                <a:cs typeface="Calibri"/>
              </a:rPr>
              <a:t>with</a:t>
            </a:r>
            <a:r>
              <a:rPr sz="2400" spc="-105" dirty="0">
                <a:latin typeface="Times New Roman"/>
                <a:cs typeface="Times New Roman"/>
              </a:rPr>
              <a:t> </a:t>
            </a:r>
            <a:r>
              <a:rPr sz="2400" dirty="0">
                <a:latin typeface="Calibri"/>
                <a:cs typeface="Calibri"/>
              </a:rPr>
              <a:t>a</a:t>
            </a:r>
            <a:r>
              <a:rPr sz="2400" spc="-90" dirty="0">
                <a:latin typeface="Times New Roman"/>
                <a:cs typeface="Times New Roman"/>
              </a:rPr>
              <a:t> </a:t>
            </a:r>
            <a:r>
              <a:rPr sz="2400" dirty="0">
                <a:latin typeface="Calibri"/>
                <a:cs typeface="Calibri"/>
              </a:rPr>
              <a:t>React</a:t>
            </a:r>
            <a:r>
              <a:rPr sz="2400" spc="-100" dirty="0">
                <a:latin typeface="Times New Roman"/>
                <a:cs typeface="Times New Roman"/>
              </a:rPr>
              <a:t> </a:t>
            </a:r>
            <a:r>
              <a:rPr sz="2400" spc="-10" dirty="0">
                <a:latin typeface="Calibri"/>
                <a:cs typeface="Calibri"/>
              </a:rPr>
              <a:t>component</a:t>
            </a:r>
            <a:r>
              <a:rPr sz="2400" spc="-10" dirty="0">
                <a:latin typeface="Times New Roman"/>
                <a:cs typeface="Times New Roman"/>
              </a:rPr>
              <a:t> </a:t>
            </a:r>
            <a:r>
              <a:rPr sz="2400" spc="-10" dirty="0">
                <a:latin typeface="Calibri"/>
                <a:cs typeface="Calibri"/>
              </a:rPr>
              <a:t>instance.</a:t>
            </a:r>
            <a:endParaRPr sz="2400">
              <a:latin typeface="Calibri"/>
              <a:cs typeface="Calibri"/>
            </a:endParaRPr>
          </a:p>
        </p:txBody>
      </p:sp>
      <p:sp>
        <p:nvSpPr>
          <p:cNvPr id="16" name="object 16"/>
          <p:cNvSpPr txBox="1"/>
          <p:nvPr/>
        </p:nvSpPr>
        <p:spPr>
          <a:xfrm>
            <a:off x="917242" y="4842635"/>
            <a:ext cx="4793615" cy="1232535"/>
          </a:xfrm>
          <a:prstGeom prst="rect">
            <a:avLst/>
          </a:prstGeom>
        </p:spPr>
        <p:txBody>
          <a:bodyPr vert="horz" wrap="square" lIns="0" tIns="12700" rIns="0" bIns="0" rtlCol="0">
            <a:spAutoFit/>
          </a:bodyPr>
          <a:lstStyle/>
          <a:p>
            <a:pPr marL="469265" marR="5080" indent="-457200" algn="just">
              <a:lnSpc>
                <a:spcPct val="110000"/>
              </a:lnSpc>
              <a:spcBef>
                <a:spcPts val="100"/>
              </a:spcBef>
            </a:pPr>
            <a:r>
              <a:rPr sz="2400" b="1" spc="-10" dirty="0">
                <a:solidFill>
                  <a:srgbClr val="C55A11"/>
                </a:solidFill>
                <a:latin typeface="Calibri"/>
                <a:cs typeface="Calibri"/>
              </a:rPr>
              <a:t>Lifecycle:</a:t>
            </a:r>
            <a:r>
              <a:rPr sz="2400" spc="-90" dirty="0">
                <a:solidFill>
                  <a:srgbClr val="C55A11"/>
                </a:solidFill>
                <a:latin typeface="Times New Roman"/>
                <a:cs typeface="Times New Roman"/>
              </a:rPr>
              <a:t> </a:t>
            </a:r>
            <a:r>
              <a:rPr sz="2400" dirty="0">
                <a:latin typeface="Calibri"/>
                <a:cs typeface="Calibri"/>
              </a:rPr>
              <a:t>The</a:t>
            </a:r>
            <a:r>
              <a:rPr sz="2400" spc="-90" dirty="0">
                <a:latin typeface="Times New Roman"/>
                <a:cs typeface="Times New Roman"/>
              </a:rPr>
              <a:t> </a:t>
            </a:r>
            <a:r>
              <a:rPr sz="2400" spc="-10" dirty="0">
                <a:latin typeface="Calibri"/>
                <a:cs typeface="Calibri"/>
              </a:rPr>
              <a:t>events</a:t>
            </a:r>
            <a:r>
              <a:rPr sz="2400" spc="-95" dirty="0">
                <a:latin typeface="Times New Roman"/>
                <a:cs typeface="Times New Roman"/>
              </a:rPr>
              <a:t> </a:t>
            </a:r>
            <a:r>
              <a:rPr sz="2400" spc="-10" dirty="0">
                <a:latin typeface="Calibri"/>
                <a:cs typeface="Calibri"/>
              </a:rPr>
              <a:t>associated</a:t>
            </a:r>
            <a:r>
              <a:rPr sz="2400" spc="-110" dirty="0">
                <a:latin typeface="Times New Roman"/>
                <a:cs typeface="Times New Roman"/>
              </a:rPr>
              <a:t> </a:t>
            </a:r>
            <a:r>
              <a:rPr sz="2400" dirty="0">
                <a:latin typeface="Calibri"/>
                <a:cs typeface="Calibri"/>
              </a:rPr>
              <a:t>with</a:t>
            </a:r>
            <a:r>
              <a:rPr sz="2400" spc="-110" dirty="0">
                <a:latin typeface="Times New Roman"/>
                <a:cs typeface="Times New Roman"/>
              </a:rPr>
              <a:t> </a:t>
            </a:r>
            <a:r>
              <a:rPr sz="2400" spc="-50" dirty="0">
                <a:latin typeface="Calibri"/>
                <a:cs typeface="Calibri"/>
              </a:rPr>
              <a:t>a</a:t>
            </a:r>
            <a:r>
              <a:rPr sz="2400" spc="-50" dirty="0">
                <a:latin typeface="Times New Roman"/>
                <a:cs typeface="Times New Roman"/>
              </a:rPr>
              <a:t> </a:t>
            </a:r>
            <a:r>
              <a:rPr sz="2400" dirty="0">
                <a:latin typeface="Calibri"/>
                <a:cs typeface="Calibri"/>
              </a:rPr>
              <a:t>React</a:t>
            </a:r>
            <a:r>
              <a:rPr sz="2400" spc="-120" dirty="0">
                <a:latin typeface="Times New Roman"/>
                <a:cs typeface="Times New Roman"/>
              </a:rPr>
              <a:t> </a:t>
            </a:r>
            <a:r>
              <a:rPr sz="2400" spc="-10" dirty="0">
                <a:latin typeface="Calibri"/>
                <a:cs typeface="Calibri"/>
              </a:rPr>
              <a:t>component</a:t>
            </a:r>
            <a:r>
              <a:rPr sz="2400" spc="-120" dirty="0">
                <a:latin typeface="Times New Roman"/>
                <a:cs typeface="Times New Roman"/>
              </a:rPr>
              <a:t> </a:t>
            </a:r>
            <a:r>
              <a:rPr sz="2400" spc="-10" dirty="0">
                <a:latin typeface="Calibri"/>
                <a:cs typeface="Calibri"/>
              </a:rPr>
              <a:t>instance</a:t>
            </a:r>
            <a:r>
              <a:rPr sz="2400" spc="-105" dirty="0">
                <a:latin typeface="Times New Roman"/>
                <a:cs typeface="Times New Roman"/>
              </a:rPr>
              <a:t> </a:t>
            </a:r>
            <a:r>
              <a:rPr sz="2400" spc="-10" dirty="0">
                <a:latin typeface="Calibri"/>
                <a:cs typeface="Calibri"/>
              </a:rPr>
              <a:t>(create,</a:t>
            </a:r>
            <a:r>
              <a:rPr sz="2400" spc="-10" dirty="0">
                <a:latin typeface="Times New Roman"/>
                <a:cs typeface="Times New Roman"/>
              </a:rPr>
              <a:t> </a:t>
            </a:r>
            <a:r>
              <a:rPr sz="2400" spc="-40" dirty="0">
                <a:latin typeface="Calibri"/>
                <a:cs typeface="Calibri"/>
              </a:rPr>
              <a:t>render,</a:t>
            </a:r>
            <a:r>
              <a:rPr sz="2400" spc="-85" dirty="0">
                <a:latin typeface="Times New Roman"/>
                <a:cs typeface="Times New Roman"/>
              </a:rPr>
              <a:t> </a:t>
            </a:r>
            <a:r>
              <a:rPr sz="2400" spc="-35" dirty="0">
                <a:latin typeface="Calibri"/>
                <a:cs typeface="Calibri"/>
              </a:rPr>
              <a:t>destroy,</a:t>
            </a:r>
            <a:r>
              <a:rPr sz="2400" spc="-100" dirty="0">
                <a:latin typeface="Times New Roman"/>
                <a:cs typeface="Times New Roman"/>
              </a:rPr>
              <a:t> </a:t>
            </a:r>
            <a:r>
              <a:rPr sz="2400" spc="-20" dirty="0">
                <a:latin typeface="Calibri"/>
                <a:cs typeface="Calibri"/>
              </a:rPr>
              <a:t>etc).</a:t>
            </a:r>
            <a:endParaRPr sz="2400">
              <a:latin typeface="Calibri"/>
              <a:cs typeface="Calibri"/>
            </a:endParaRPr>
          </a:p>
        </p:txBody>
      </p:sp>
      <p:pic>
        <p:nvPicPr>
          <p:cNvPr id="17" name="Logo black">
            <a:extLst>
              <a:ext uri="{FF2B5EF4-FFF2-40B4-BE49-F238E27FC236}">
                <a16:creationId xmlns:a16="http://schemas.microsoft.com/office/drawing/2014/main" id="{EDBC0084-90F7-FAFD-F746-D5804B3928A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3346" y="6294893"/>
            <a:ext cx="784800" cy="21184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25400">
              <a:lnSpc>
                <a:spcPct val="100000"/>
              </a:lnSpc>
              <a:spcBef>
                <a:spcPts val="95"/>
              </a:spcBef>
            </a:pPr>
            <a:r>
              <a:rPr spc="-10" dirty="0"/>
              <a:t>First</a:t>
            </a:r>
            <a:r>
              <a:rPr spc="-240" dirty="0">
                <a:latin typeface="Times New Roman"/>
                <a:cs typeface="Times New Roman"/>
              </a:rPr>
              <a:t> </a:t>
            </a:r>
            <a:r>
              <a:rPr dirty="0"/>
              <a:t>React</a:t>
            </a:r>
            <a:r>
              <a:rPr spc="-235" dirty="0">
                <a:latin typeface="Times New Roman"/>
                <a:cs typeface="Times New Roman"/>
              </a:rPr>
              <a:t> </a:t>
            </a:r>
            <a:r>
              <a:rPr dirty="0"/>
              <a:t>hook:</a:t>
            </a:r>
            <a:r>
              <a:rPr spc="-245" dirty="0">
                <a:latin typeface="Times New Roman"/>
                <a:cs typeface="Times New Roman"/>
              </a:rPr>
              <a:t> </a:t>
            </a:r>
            <a:r>
              <a:rPr sz="4000" spc="-10" dirty="0">
                <a:solidFill>
                  <a:srgbClr val="C00000"/>
                </a:solidFill>
                <a:latin typeface="Consolas"/>
                <a:cs typeface="Consolas"/>
              </a:rPr>
              <a:t>useState</a:t>
            </a:r>
            <a:endParaRPr sz="4000">
              <a:latin typeface="Consolas"/>
              <a:cs typeface="Consolas"/>
            </a:endParaRPr>
          </a:p>
        </p:txBody>
      </p:sp>
      <p:sp>
        <p:nvSpPr>
          <p:cNvPr id="3" name="object 3"/>
          <p:cNvSpPr/>
          <p:nvPr/>
        </p:nvSpPr>
        <p:spPr>
          <a:xfrm>
            <a:off x="2194560" y="4869943"/>
            <a:ext cx="7802880" cy="829310"/>
          </a:xfrm>
          <a:custGeom>
            <a:avLst/>
            <a:gdLst/>
            <a:ahLst/>
            <a:cxnLst/>
            <a:rect l="l" t="t" r="r" b="b"/>
            <a:pathLst>
              <a:path w="7802880" h="829310">
                <a:moveTo>
                  <a:pt x="7802880" y="0"/>
                </a:moveTo>
                <a:lnTo>
                  <a:pt x="0" y="0"/>
                </a:lnTo>
                <a:lnTo>
                  <a:pt x="0" y="829052"/>
                </a:lnTo>
                <a:lnTo>
                  <a:pt x="7802880" y="829052"/>
                </a:lnTo>
                <a:lnTo>
                  <a:pt x="7802880" y="0"/>
                </a:lnTo>
                <a:close/>
              </a:path>
            </a:pathLst>
          </a:custGeom>
          <a:solidFill>
            <a:srgbClr val="3A3838"/>
          </a:solidFill>
        </p:spPr>
        <p:txBody>
          <a:bodyPr wrap="square" lIns="0" tIns="0" rIns="0" bIns="0" rtlCol="0"/>
          <a:lstStyle/>
          <a:p>
            <a:endParaRPr/>
          </a:p>
        </p:txBody>
      </p:sp>
      <p:sp>
        <p:nvSpPr>
          <p:cNvPr id="4" name="object 4"/>
          <p:cNvSpPr txBox="1"/>
          <p:nvPr/>
        </p:nvSpPr>
        <p:spPr>
          <a:xfrm>
            <a:off x="916790" y="1793112"/>
            <a:ext cx="10003790" cy="3641725"/>
          </a:xfrm>
          <a:prstGeom prst="rect">
            <a:avLst/>
          </a:prstGeom>
        </p:spPr>
        <p:txBody>
          <a:bodyPr vert="horz" wrap="square" lIns="0" tIns="12700" rIns="0" bIns="0" rtlCol="0">
            <a:spAutoFit/>
          </a:bodyPr>
          <a:lstStyle/>
          <a:p>
            <a:pPr marL="12700">
              <a:lnSpc>
                <a:spcPct val="100000"/>
              </a:lnSpc>
              <a:spcBef>
                <a:spcPts val="100"/>
              </a:spcBef>
            </a:pPr>
            <a:r>
              <a:rPr sz="2800" spc="-10" dirty="0">
                <a:latin typeface="Calibri"/>
                <a:cs typeface="Calibri"/>
              </a:rPr>
              <a:t>Purpose:</a:t>
            </a:r>
            <a:endParaRPr sz="2800" dirty="0">
              <a:latin typeface="Calibri"/>
              <a:cs typeface="Calibri"/>
            </a:endParaRPr>
          </a:p>
          <a:p>
            <a:pPr marL="927100" indent="-457200">
              <a:lnSpc>
                <a:spcPct val="100000"/>
              </a:lnSpc>
              <a:spcBef>
                <a:spcPts val="2065"/>
              </a:spcBef>
              <a:buClr>
                <a:srgbClr val="C00000"/>
              </a:buClr>
              <a:buAutoNum type="arabicPeriod"/>
              <a:tabLst>
                <a:tab pos="927100" algn="l"/>
              </a:tabLst>
            </a:pPr>
            <a:r>
              <a:rPr sz="2800" spc="-10" dirty="0">
                <a:latin typeface="Calibri"/>
                <a:cs typeface="Calibri"/>
              </a:rPr>
              <a:t>Remember</a:t>
            </a:r>
            <a:r>
              <a:rPr sz="2800" spc="-110" dirty="0">
                <a:latin typeface="Times New Roman"/>
                <a:cs typeface="Times New Roman"/>
              </a:rPr>
              <a:t> </a:t>
            </a:r>
            <a:r>
              <a:rPr sz="2800" dirty="0">
                <a:latin typeface="Calibri"/>
                <a:cs typeface="Calibri"/>
              </a:rPr>
              <a:t>values</a:t>
            </a:r>
            <a:r>
              <a:rPr sz="2800" spc="-105" dirty="0">
                <a:latin typeface="Times New Roman"/>
                <a:cs typeface="Times New Roman"/>
              </a:rPr>
              <a:t> </a:t>
            </a:r>
            <a:r>
              <a:rPr sz="2800" spc="-10" dirty="0">
                <a:latin typeface="Calibri"/>
                <a:cs typeface="Calibri"/>
              </a:rPr>
              <a:t>internally</a:t>
            </a:r>
            <a:r>
              <a:rPr sz="2800" spc="-125" dirty="0">
                <a:latin typeface="Times New Roman"/>
                <a:cs typeface="Times New Roman"/>
              </a:rPr>
              <a:t> </a:t>
            </a:r>
            <a:r>
              <a:rPr sz="2800" dirty="0">
                <a:latin typeface="Calibri"/>
                <a:cs typeface="Calibri"/>
              </a:rPr>
              <a:t>when</a:t>
            </a:r>
            <a:r>
              <a:rPr sz="2800" spc="-100" dirty="0">
                <a:latin typeface="Times New Roman"/>
                <a:cs typeface="Times New Roman"/>
              </a:rPr>
              <a:t> </a:t>
            </a:r>
            <a:r>
              <a:rPr sz="2800" dirty="0">
                <a:latin typeface="Calibri"/>
                <a:cs typeface="Calibri"/>
              </a:rPr>
              <a:t>the</a:t>
            </a:r>
            <a:r>
              <a:rPr sz="2800" spc="-100" dirty="0">
                <a:latin typeface="Times New Roman"/>
                <a:cs typeface="Times New Roman"/>
              </a:rPr>
              <a:t> </a:t>
            </a:r>
            <a:r>
              <a:rPr sz="2800" spc="-10" dirty="0">
                <a:latin typeface="Calibri"/>
                <a:cs typeface="Calibri"/>
              </a:rPr>
              <a:t>component</a:t>
            </a:r>
            <a:r>
              <a:rPr sz="2800" spc="-85" dirty="0">
                <a:latin typeface="Times New Roman"/>
                <a:cs typeface="Times New Roman"/>
              </a:rPr>
              <a:t> </a:t>
            </a:r>
            <a:r>
              <a:rPr sz="2800" spc="-25" dirty="0">
                <a:latin typeface="Calibri"/>
                <a:cs typeface="Calibri"/>
              </a:rPr>
              <a:t>re-</a:t>
            </a:r>
            <a:r>
              <a:rPr sz="2800" spc="-10" dirty="0">
                <a:latin typeface="Calibri"/>
                <a:cs typeface="Calibri"/>
              </a:rPr>
              <a:t>renders</a:t>
            </a:r>
            <a:endParaRPr sz="2800" dirty="0">
              <a:latin typeface="Calibri"/>
              <a:cs typeface="Calibri"/>
            </a:endParaRPr>
          </a:p>
          <a:p>
            <a:pPr marL="927100" indent="-457200">
              <a:lnSpc>
                <a:spcPct val="100000"/>
              </a:lnSpc>
              <a:spcBef>
                <a:spcPts val="2065"/>
              </a:spcBef>
              <a:buClr>
                <a:srgbClr val="C00000"/>
              </a:buClr>
              <a:buAutoNum type="arabicPeriod"/>
              <a:tabLst>
                <a:tab pos="927100" algn="l"/>
              </a:tabLst>
            </a:pPr>
            <a:r>
              <a:rPr sz="2800" spc="-60" dirty="0">
                <a:latin typeface="Calibri"/>
                <a:cs typeface="Calibri"/>
              </a:rPr>
              <a:t>Tell</a:t>
            </a:r>
            <a:r>
              <a:rPr sz="2800" spc="-114" dirty="0">
                <a:latin typeface="Times New Roman"/>
                <a:cs typeface="Times New Roman"/>
              </a:rPr>
              <a:t> </a:t>
            </a:r>
            <a:r>
              <a:rPr sz="2800" dirty="0">
                <a:latin typeface="Calibri"/>
                <a:cs typeface="Calibri"/>
              </a:rPr>
              <a:t>React</a:t>
            </a:r>
            <a:r>
              <a:rPr sz="2800" spc="-130" dirty="0">
                <a:latin typeface="Times New Roman"/>
                <a:cs typeface="Times New Roman"/>
              </a:rPr>
              <a:t> </a:t>
            </a:r>
            <a:r>
              <a:rPr sz="2800" dirty="0">
                <a:latin typeface="Calibri"/>
                <a:cs typeface="Calibri"/>
              </a:rPr>
              <a:t>to</a:t>
            </a:r>
            <a:r>
              <a:rPr sz="2800" spc="-105" dirty="0">
                <a:latin typeface="Times New Roman"/>
                <a:cs typeface="Times New Roman"/>
              </a:rPr>
              <a:t> </a:t>
            </a:r>
            <a:r>
              <a:rPr sz="2800" spc="-25" dirty="0">
                <a:latin typeface="Calibri"/>
                <a:cs typeface="Calibri"/>
              </a:rPr>
              <a:t>re-</a:t>
            </a:r>
            <a:r>
              <a:rPr sz="2800" dirty="0">
                <a:latin typeface="Calibri"/>
                <a:cs typeface="Calibri"/>
              </a:rPr>
              <a:t>render</a:t>
            </a:r>
            <a:r>
              <a:rPr sz="2800" spc="-114" dirty="0">
                <a:latin typeface="Times New Roman"/>
                <a:cs typeface="Times New Roman"/>
              </a:rPr>
              <a:t> </a:t>
            </a:r>
            <a:r>
              <a:rPr sz="2800" dirty="0">
                <a:latin typeface="Calibri"/>
                <a:cs typeface="Calibri"/>
              </a:rPr>
              <a:t>the</a:t>
            </a:r>
            <a:r>
              <a:rPr sz="2800" spc="-114" dirty="0">
                <a:latin typeface="Times New Roman"/>
                <a:cs typeface="Times New Roman"/>
              </a:rPr>
              <a:t> </a:t>
            </a:r>
            <a:r>
              <a:rPr sz="2800" spc="-10" dirty="0">
                <a:latin typeface="Calibri"/>
                <a:cs typeface="Calibri"/>
              </a:rPr>
              <a:t>component</a:t>
            </a:r>
            <a:r>
              <a:rPr sz="2800" spc="-95" dirty="0">
                <a:latin typeface="Times New Roman"/>
                <a:cs typeface="Times New Roman"/>
              </a:rPr>
              <a:t> </a:t>
            </a:r>
            <a:r>
              <a:rPr sz="2800" dirty="0">
                <a:latin typeface="Calibri"/>
                <a:cs typeface="Calibri"/>
              </a:rPr>
              <a:t>when</a:t>
            </a:r>
            <a:r>
              <a:rPr sz="2800" spc="-114" dirty="0">
                <a:latin typeface="Times New Roman"/>
                <a:cs typeface="Times New Roman"/>
              </a:rPr>
              <a:t> </a:t>
            </a:r>
            <a:r>
              <a:rPr sz="2800" dirty="0">
                <a:latin typeface="Calibri"/>
                <a:cs typeface="Calibri"/>
              </a:rPr>
              <a:t>the</a:t>
            </a:r>
            <a:r>
              <a:rPr sz="2800" spc="-105" dirty="0">
                <a:latin typeface="Times New Roman"/>
                <a:cs typeface="Times New Roman"/>
              </a:rPr>
              <a:t> </a:t>
            </a:r>
            <a:r>
              <a:rPr sz="2800" dirty="0">
                <a:latin typeface="Calibri"/>
                <a:cs typeface="Calibri"/>
              </a:rPr>
              <a:t>value</a:t>
            </a:r>
            <a:r>
              <a:rPr sz="2800" spc="-120" dirty="0">
                <a:latin typeface="Times New Roman"/>
                <a:cs typeface="Times New Roman"/>
              </a:rPr>
              <a:t> </a:t>
            </a:r>
            <a:r>
              <a:rPr sz="2800" spc="-10" dirty="0">
                <a:latin typeface="Calibri"/>
                <a:cs typeface="Calibri"/>
              </a:rPr>
              <a:t>changes</a:t>
            </a:r>
            <a:endParaRPr sz="2800" dirty="0">
              <a:latin typeface="Calibri"/>
              <a:cs typeface="Calibri"/>
            </a:endParaRPr>
          </a:p>
          <a:p>
            <a:pPr marL="12700">
              <a:lnSpc>
                <a:spcPct val="100000"/>
              </a:lnSpc>
              <a:spcBef>
                <a:spcPts val="3260"/>
              </a:spcBef>
            </a:pPr>
            <a:r>
              <a:rPr sz="2800" spc="-10" dirty="0">
                <a:latin typeface="Calibri"/>
                <a:cs typeface="Calibri"/>
              </a:rPr>
              <a:t>Syntax:</a:t>
            </a:r>
            <a:endParaRPr sz="2800" dirty="0">
              <a:latin typeface="Calibri"/>
              <a:cs typeface="Calibri"/>
            </a:endParaRPr>
          </a:p>
          <a:p>
            <a:pPr>
              <a:lnSpc>
                <a:spcPct val="100000"/>
              </a:lnSpc>
              <a:spcBef>
                <a:spcPts val="1825"/>
              </a:spcBef>
            </a:pPr>
            <a:endParaRPr sz="2800" dirty="0">
              <a:latin typeface="Calibri"/>
              <a:cs typeface="Calibri"/>
            </a:endParaRPr>
          </a:p>
          <a:p>
            <a:pPr marL="354965" algn="ctr">
              <a:lnSpc>
                <a:spcPct val="100000"/>
              </a:lnSpc>
              <a:tabLst>
                <a:tab pos="1193165" algn="l"/>
                <a:tab pos="2031364" algn="l"/>
                <a:tab pos="3149600" algn="l"/>
                <a:tab pos="3429000" algn="l"/>
              </a:tabLst>
            </a:pPr>
            <a:r>
              <a:rPr sz="2000" spc="-10" dirty="0">
                <a:solidFill>
                  <a:srgbClr val="559BD6"/>
                </a:solidFill>
                <a:latin typeface="Consolas"/>
                <a:cs typeface="Consolas"/>
              </a:rPr>
              <a:t>const</a:t>
            </a:r>
            <a:r>
              <a:rPr sz="2000" dirty="0">
                <a:solidFill>
                  <a:srgbClr val="559BD6"/>
                </a:solidFill>
                <a:latin typeface="Times New Roman"/>
                <a:cs typeface="Times New Roman"/>
              </a:rPr>
              <a:t>	</a:t>
            </a:r>
            <a:r>
              <a:rPr sz="2000" spc="-20" dirty="0">
                <a:solidFill>
                  <a:srgbClr val="D3D3D3"/>
                </a:solidFill>
                <a:latin typeface="Consolas"/>
                <a:cs typeface="Consolas"/>
              </a:rPr>
              <a:t>[</a:t>
            </a:r>
            <a:r>
              <a:rPr sz="2000" spc="-20" dirty="0">
                <a:solidFill>
                  <a:srgbClr val="9BDCFE"/>
                </a:solidFill>
                <a:latin typeface="Consolas"/>
                <a:cs typeface="Consolas"/>
              </a:rPr>
              <a:t>val</a:t>
            </a:r>
            <a:r>
              <a:rPr sz="2000" spc="-20" dirty="0">
                <a:solidFill>
                  <a:srgbClr val="D3D3D3"/>
                </a:solidFill>
                <a:latin typeface="Consolas"/>
                <a:cs typeface="Consolas"/>
              </a:rPr>
              <a:t>,</a:t>
            </a:r>
            <a:r>
              <a:rPr sz="2000" dirty="0">
                <a:solidFill>
                  <a:srgbClr val="D3D3D3"/>
                </a:solidFill>
                <a:latin typeface="Times New Roman"/>
                <a:cs typeface="Times New Roman"/>
              </a:rPr>
              <a:t>	</a:t>
            </a:r>
            <a:r>
              <a:rPr sz="2000" spc="-10" dirty="0">
                <a:solidFill>
                  <a:srgbClr val="9BDCFE"/>
                </a:solidFill>
                <a:latin typeface="Consolas"/>
                <a:cs typeface="Consolas"/>
              </a:rPr>
              <a:t>setVal</a:t>
            </a:r>
            <a:r>
              <a:rPr sz="2000" spc="-10" dirty="0">
                <a:solidFill>
                  <a:srgbClr val="D3D3D3"/>
                </a:solidFill>
                <a:latin typeface="Consolas"/>
                <a:cs typeface="Consolas"/>
              </a:rPr>
              <a:t>]</a:t>
            </a:r>
            <a:r>
              <a:rPr sz="2000" dirty="0">
                <a:solidFill>
                  <a:srgbClr val="D3D3D3"/>
                </a:solidFill>
                <a:latin typeface="Times New Roman"/>
                <a:cs typeface="Times New Roman"/>
              </a:rPr>
              <a:t>	</a:t>
            </a:r>
            <a:r>
              <a:rPr sz="2000" spc="-50" dirty="0">
                <a:solidFill>
                  <a:srgbClr val="D3D3D3"/>
                </a:solidFill>
                <a:latin typeface="Consolas"/>
                <a:cs typeface="Consolas"/>
              </a:rPr>
              <a:t>=</a:t>
            </a:r>
            <a:r>
              <a:rPr sz="2000" dirty="0">
                <a:solidFill>
                  <a:srgbClr val="D3D3D3"/>
                </a:solidFill>
                <a:latin typeface="Times New Roman"/>
                <a:cs typeface="Times New Roman"/>
              </a:rPr>
              <a:t>	</a:t>
            </a:r>
            <a:r>
              <a:rPr sz="2000" spc="-10" dirty="0">
                <a:solidFill>
                  <a:srgbClr val="DCDCAA"/>
                </a:solidFill>
                <a:latin typeface="Consolas"/>
                <a:cs typeface="Consolas"/>
              </a:rPr>
              <a:t>useState</a:t>
            </a:r>
            <a:r>
              <a:rPr sz="2000" spc="-10" dirty="0">
                <a:solidFill>
                  <a:srgbClr val="D3D3D3"/>
                </a:solidFill>
                <a:latin typeface="Consolas"/>
                <a:cs typeface="Consolas"/>
              </a:rPr>
              <a:t>(</a:t>
            </a:r>
            <a:r>
              <a:rPr sz="2000" spc="-10" dirty="0">
                <a:solidFill>
                  <a:srgbClr val="B5CEA7"/>
                </a:solidFill>
                <a:latin typeface="Consolas"/>
                <a:cs typeface="Consolas"/>
              </a:rPr>
              <a:t>100</a:t>
            </a:r>
            <a:r>
              <a:rPr sz="2000" spc="-10" dirty="0">
                <a:solidFill>
                  <a:srgbClr val="D3D3D3"/>
                </a:solidFill>
                <a:latin typeface="Consolas"/>
                <a:cs typeface="Consolas"/>
              </a:rPr>
              <a:t>);</a:t>
            </a:r>
            <a:endParaRPr sz="2000" dirty="0">
              <a:latin typeface="Consolas"/>
              <a:cs typeface="Consolas"/>
            </a:endParaRPr>
          </a:p>
        </p:txBody>
      </p:sp>
      <p:sp>
        <p:nvSpPr>
          <p:cNvPr id="5" name="object 5"/>
          <p:cNvSpPr txBox="1"/>
          <p:nvPr/>
        </p:nvSpPr>
        <p:spPr>
          <a:xfrm>
            <a:off x="3124961" y="6008142"/>
            <a:ext cx="1833245" cy="330200"/>
          </a:xfrm>
          <a:prstGeom prst="rect">
            <a:avLst/>
          </a:prstGeom>
        </p:spPr>
        <p:txBody>
          <a:bodyPr vert="horz" wrap="square" lIns="0" tIns="12065" rIns="0" bIns="0" rtlCol="0">
            <a:spAutoFit/>
          </a:bodyPr>
          <a:lstStyle/>
          <a:p>
            <a:pPr marL="12700">
              <a:lnSpc>
                <a:spcPct val="100000"/>
              </a:lnSpc>
              <a:spcBef>
                <a:spcPts val="95"/>
              </a:spcBef>
            </a:pPr>
            <a:r>
              <a:rPr sz="2000" dirty="0">
                <a:latin typeface="Calibri"/>
                <a:cs typeface="Calibri"/>
              </a:rPr>
              <a:t>The</a:t>
            </a:r>
            <a:r>
              <a:rPr sz="2000" spc="-85" dirty="0">
                <a:latin typeface="Times New Roman"/>
                <a:cs typeface="Times New Roman"/>
              </a:rPr>
              <a:t> </a:t>
            </a:r>
            <a:r>
              <a:rPr sz="2000" spc="-10" dirty="0">
                <a:latin typeface="Calibri"/>
                <a:cs typeface="Calibri"/>
              </a:rPr>
              <a:t>current</a:t>
            </a:r>
            <a:r>
              <a:rPr sz="2000" spc="-75" dirty="0">
                <a:latin typeface="Times New Roman"/>
                <a:cs typeface="Times New Roman"/>
              </a:rPr>
              <a:t> </a:t>
            </a:r>
            <a:r>
              <a:rPr sz="2000" spc="-10" dirty="0">
                <a:latin typeface="Calibri"/>
                <a:cs typeface="Calibri"/>
              </a:rPr>
              <a:t>value</a:t>
            </a:r>
            <a:endParaRPr sz="2000">
              <a:latin typeface="Calibri"/>
              <a:cs typeface="Calibri"/>
            </a:endParaRPr>
          </a:p>
        </p:txBody>
      </p:sp>
      <p:grpSp>
        <p:nvGrpSpPr>
          <p:cNvPr id="6" name="object 6"/>
          <p:cNvGrpSpPr/>
          <p:nvPr/>
        </p:nvGrpSpPr>
        <p:grpSpPr>
          <a:xfrm>
            <a:off x="4490466" y="5511165"/>
            <a:ext cx="4097020" cy="493395"/>
            <a:chOff x="4490466" y="5511165"/>
            <a:chExt cx="4097020" cy="493395"/>
          </a:xfrm>
        </p:grpSpPr>
        <p:sp>
          <p:nvSpPr>
            <p:cNvPr id="7" name="object 7"/>
            <p:cNvSpPr/>
            <p:nvPr/>
          </p:nvSpPr>
          <p:spPr>
            <a:xfrm>
              <a:off x="4503039" y="5614461"/>
              <a:ext cx="179070" cy="377190"/>
            </a:xfrm>
            <a:custGeom>
              <a:avLst/>
              <a:gdLst/>
              <a:ahLst/>
              <a:cxnLst/>
              <a:rect l="l" t="t" r="r" b="b"/>
              <a:pathLst>
                <a:path w="179070" h="377189">
                  <a:moveTo>
                    <a:pt x="0" y="377085"/>
                  </a:moveTo>
                  <a:lnTo>
                    <a:pt x="178638" y="0"/>
                  </a:lnTo>
                </a:path>
              </a:pathLst>
            </a:custGeom>
            <a:ln w="25146">
              <a:solidFill>
                <a:srgbClr val="FF0000"/>
              </a:solidFill>
            </a:ln>
          </p:spPr>
          <p:txBody>
            <a:bodyPr wrap="square" lIns="0" tIns="0" rIns="0" bIns="0" rtlCol="0"/>
            <a:lstStyle/>
            <a:p>
              <a:endParaRPr/>
            </a:p>
          </p:txBody>
        </p:sp>
        <p:sp>
          <p:nvSpPr>
            <p:cNvPr id="8" name="object 8"/>
            <p:cNvSpPr/>
            <p:nvPr/>
          </p:nvSpPr>
          <p:spPr>
            <a:xfrm>
              <a:off x="4618863" y="5511165"/>
              <a:ext cx="114935" cy="142240"/>
            </a:xfrm>
            <a:custGeom>
              <a:avLst/>
              <a:gdLst/>
              <a:ahLst/>
              <a:cxnLst/>
              <a:rect l="l" t="t" r="r" b="b"/>
              <a:pathLst>
                <a:path w="114935" h="142239">
                  <a:moveTo>
                    <a:pt x="111747" y="0"/>
                  </a:moveTo>
                  <a:lnTo>
                    <a:pt x="0" y="87590"/>
                  </a:lnTo>
                  <a:lnTo>
                    <a:pt x="114769" y="141956"/>
                  </a:lnTo>
                  <a:lnTo>
                    <a:pt x="111747" y="0"/>
                  </a:lnTo>
                  <a:close/>
                </a:path>
              </a:pathLst>
            </a:custGeom>
            <a:solidFill>
              <a:srgbClr val="FF0000"/>
            </a:solidFill>
          </p:spPr>
          <p:txBody>
            <a:bodyPr wrap="square" lIns="0" tIns="0" rIns="0" bIns="0" rtlCol="0"/>
            <a:lstStyle/>
            <a:p>
              <a:endParaRPr/>
            </a:p>
          </p:txBody>
        </p:sp>
        <p:sp>
          <p:nvSpPr>
            <p:cNvPr id="9" name="object 9"/>
            <p:cNvSpPr/>
            <p:nvPr/>
          </p:nvSpPr>
          <p:spPr>
            <a:xfrm>
              <a:off x="5765660" y="5614178"/>
              <a:ext cx="181610" cy="377825"/>
            </a:xfrm>
            <a:custGeom>
              <a:avLst/>
              <a:gdLst/>
              <a:ahLst/>
              <a:cxnLst/>
              <a:rect l="l" t="t" r="r" b="b"/>
              <a:pathLst>
                <a:path w="181610" h="377825">
                  <a:moveTo>
                    <a:pt x="181394" y="377369"/>
                  </a:moveTo>
                  <a:lnTo>
                    <a:pt x="0" y="0"/>
                  </a:lnTo>
                </a:path>
              </a:pathLst>
            </a:custGeom>
            <a:ln w="25146">
              <a:solidFill>
                <a:srgbClr val="FF0000"/>
              </a:solidFill>
            </a:ln>
          </p:spPr>
          <p:txBody>
            <a:bodyPr wrap="square" lIns="0" tIns="0" rIns="0" bIns="0" rtlCol="0"/>
            <a:lstStyle/>
            <a:p>
              <a:endParaRPr/>
            </a:p>
          </p:txBody>
        </p:sp>
        <p:sp>
          <p:nvSpPr>
            <p:cNvPr id="10" name="object 10"/>
            <p:cNvSpPr/>
            <p:nvPr/>
          </p:nvSpPr>
          <p:spPr>
            <a:xfrm>
              <a:off x="5713920" y="5511165"/>
              <a:ext cx="114935" cy="142240"/>
            </a:xfrm>
            <a:custGeom>
              <a:avLst/>
              <a:gdLst/>
              <a:ahLst/>
              <a:cxnLst/>
              <a:rect l="l" t="t" r="r" b="b"/>
              <a:pathLst>
                <a:path w="114935" h="142239">
                  <a:moveTo>
                    <a:pt x="2222" y="0"/>
                  </a:moveTo>
                  <a:lnTo>
                    <a:pt x="0" y="141972"/>
                  </a:lnTo>
                  <a:lnTo>
                    <a:pt x="114477" y="86955"/>
                  </a:lnTo>
                  <a:lnTo>
                    <a:pt x="2222" y="0"/>
                  </a:lnTo>
                  <a:close/>
                </a:path>
              </a:pathLst>
            </a:custGeom>
            <a:solidFill>
              <a:srgbClr val="FF0000"/>
            </a:solidFill>
          </p:spPr>
          <p:txBody>
            <a:bodyPr wrap="square" lIns="0" tIns="0" rIns="0" bIns="0" rtlCol="0"/>
            <a:lstStyle/>
            <a:p>
              <a:endParaRPr/>
            </a:p>
          </p:txBody>
        </p:sp>
        <p:sp>
          <p:nvSpPr>
            <p:cNvPr id="11" name="object 11"/>
            <p:cNvSpPr/>
            <p:nvPr/>
          </p:nvSpPr>
          <p:spPr>
            <a:xfrm>
              <a:off x="8341944" y="5608835"/>
              <a:ext cx="233045" cy="382905"/>
            </a:xfrm>
            <a:custGeom>
              <a:avLst/>
              <a:gdLst/>
              <a:ahLst/>
              <a:cxnLst/>
              <a:rect l="l" t="t" r="r" b="b"/>
              <a:pathLst>
                <a:path w="233045" h="382904">
                  <a:moveTo>
                    <a:pt x="232689" y="382711"/>
                  </a:moveTo>
                  <a:lnTo>
                    <a:pt x="0" y="0"/>
                  </a:lnTo>
                </a:path>
              </a:pathLst>
            </a:custGeom>
            <a:ln w="25146">
              <a:solidFill>
                <a:srgbClr val="FF0000"/>
              </a:solidFill>
            </a:ln>
          </p:spPr>
          <p:txBody>
            <a:bodyPr wrap="square" lIns="0" tIns="0" rIns="0" bIns="0" rtlCol="0"/>
            <a:lstStyle/>
            <a:p>
              <a:endParaRPr/>
            </a:p>
          </p:txBody>
        </p:sp>
        <p:sp>
          <p:nvSpPr>
            <p:cNvPr id="12" name="object 12"/>
            <p:cNvSpPr/>
            <p:nvPr/>
          </p:nvSpPr>
          <p:spPr>
            <a:xfrm>
              <a:off x="8282559" y="5511165"/>
              <a:ext cx="120650" cy="141605"/>
            </a:xfrm>
            <a:custGeom>
              <a:avLst/>
              <a:gdLst/>
              <a:ahLst/>
              <a:cxnLst/>
              <a:rect l="l" t="t" r="r" b="b"/>
              <a:pathLst>
                <a:path w="120650" h="141604">
                  <a:moveTo>
                    <a:pt x="0" y="0"/>
                  </a:moveTo>
                  <a:lnTo>
                    <a:pt x="11709" y="141505"/>
                  </a:lnTo>
                  <a:lnTo>
                    <a:pt x="120243" y="75526"/>
                  </a:lnTo>
                  <a:lnTo>
                    <a:pt x="0" y="0"/>
                  </a:lnTo>
                  <a:close/>
                </a:path>
              </a:pathLst>
            </a:custGeom>
            <a:solidFill>
              <a:srgbClr val="FF0000"/>
            </a:solidFill>
          </p:spPr>
          <p:txBody>
            <a:bodyPr wrap="square" lIns="0" tIns="0" rIns="0" bIns="0" rtlCol="0"/>
            <a:lstStyle/>
            <a:p>
              <a:endParaRPr/>
            </a:p>
          </p:txBody>
        </p:sp>
      </p:grpSp>
      <p:sp>
        <p:nvSpPr>
          <p:cNvPr id="13" name="object 13"/>
          <p:cNvSpPr txBox="1"/>
          <p:nvPr/>
        </p:nvSpPr>
        <p:spPr>
          <a:xfrm>
            <a:off x="5489638" y="6008261"/>
            <a:ext cx="2031364" cy="635000"/>
          </a:xfrm>
          <a:prstGeom prst="rect">
            <a:avLst/>
          </a:prstGeom>
        </p:spPr>
        <p:txBody>
          <a:bodyPr vert="horz" wrap="square" lIns="0" tIns="12065" rIns="0" bIns="0" rtlCol="0">
            <a:spAutoFit/>
          </a:bodyPr>
          <a:lstStyle/>
          <a:p>
            <a:pPr marL="140335" marR="5080" indent="-128270">
              <a:lnSpc>
                <a:spcPct val="100000"/>
              </a:lnSpc>
              <a:spcBef>
                <a:spcPts val="95"/>
              </a:spcBef>
            </a:pPr>
            <a:r>
              <a:rPr sz="2000" dirty="0">
                <a:latin typeface="Calibri"/>
                <a:cs typeface="Calibri"/>
              </a:rPr>
              <a:t>A</a:t>
            </a:r>
            <a:r>
              <a:rPr sz="2000" spc="-95" dirty="0">
                <a:latin typeface="Times New Roman"/>
                <a:cs typeface="Times New Roman"/>
              </a:rPr>
              <a:t> </a:t>
            </a:r>
            <a:r>
              <a:rPr sz="2000" spc="-10" dirty="0">
                <a:latin typeface="Calibri"/>
                <a:cs typeface="Calibri"/>
              </a:rPr>
              <a:t>setter</a:t>
            </a:r>
            <a:r>
              <a:rPr sz="2000" spc="-70" dirty="0">
                <a:latin typeface="Times New Roman"/>
                <a:cs typeface="Times New Roman"/>
              </a:rPr>
              <a:t> </a:t>
            </a:r>
            <a:r>
              <a:rPr sz="2000" dirty="0">
                <a:latin typeface="Calibri"/>
                <a:cs typeface="Calibri"/>
              </a:rPr>
              <a:t>function</a:t>
            </a:r>
            <a:r>
              <a:rPr sz="2000" spc="-90" dirty="0">
                <a:latin typeface="Times New Roman"/>
                <a:cs typeface="Times New Roman"/>
              </a:rPr>
              <a:t> </a:t>
            </a:r>
            <a:r>
              <a:rPr sz="2000" spc="-25" dirty="0">
                <a:latin typeface="Calibri"/>
                <a:cs typeface="Calibri"/>
              </a:rPr>
              <a:t>to</a:t>
            </a:r>
            <a:r>
              <a:rPr sz="2000" spc="-25" dirty="0">
                <a:latin typeface="Times New Roman"/>
                <a:cs typeface="Times New Roman"/>
              </a:rPr>
              <a:t> </a:t>
            </a:r>
            <a:r>
              <a:rPr sz="2000" dirty="0">
                <a:latin typeface="Calibri"/>
                <a:cs typeface="Calibri"/>
              </a:rPr>
              <a:t>change</a:t>
            </a:r>
            <a:r>
              <a:rPr sz="2000" spc="-95" dirty="0">
                <a:latin typeface="Times New Roman"/>
                <a:cs typeface="Times New Roman"/>
              </a:rPr>
              <a:t> </a:t>
            </a:r>
            <a:r>
              <a:rPr sz="2000" dirty="0">
                <a:latin typeface="Calibri"/>
                <a:cs typeface="Calibri"/>
              </a:rPr>
              <a:t>the</a:t>
            </a:r>
            <a:r>
              <a:rPr sz="2000" spc="-95" dirty="0">
                <a:latin typeface="Times New Roman"/>
                <a:cs typeface="Times New Roman"/>
              </a:rPr>
              <a:t> </a:t>
            </a:r>
            <a:r>
              <a:rPr sz="2000" spc="-20" dirty="0">
                <a:latin typeface="Calibri"/>
                <a:cs typeface="Calibri"/>
              </a:rPr>
              <a:t>value</a:t>
            </a:r>
            <a:endParaRPr sz="2000">
              <a:latin typeface="Calibri"/>
              <a:cs typeface="Calibri"/>
            </a:endParaRPr>
          </a:p>
        </p:txBody>
      </p:sp>
      <p:sp>
        <p:nvSpPr>
          <p:cNvPr id="14" name="object 14"/>
          <p:cNvSpPr txBox="1"/>
          <p:nvPr/>
        </p:nvSpPr>
        <p:spPr>
          <a:xfrm>
            <a:off x="7940637" y="6008261"/>
            <a:ext cx="1266825" cy="635000"/>
          </a:xfrm>
          <a:prstGeom prst="rect">
            <a:avLst/>
          </a:prstGeom>
        </p:spPr>
        <p:txBody>
          <a:bodyPr vert="horz" wrap="square" lIns="0" tIns="12065" rIns="0" bIns="0" rtlCol="0">
            <a:spAutoFit/>
          </a:bodyPr>
          <a:lstStyle/>
          <a:p>
            <a:pPr marL="12700" marR="5080" indent="113664">
              <a:lnSpc>
                <a:spcPct val="100000"/>
              </a:lnSpc>
              <a:spcBef>
                <a:spcPts val="95"/>
              </a:spcBef>
            </a:pPr>
            <a:r>
              <a:rPr sz="2000" dirty="0">
                <a:latin typeface="Calibri"/>
                <a:cs typeface="Calibri"/>
              </a:rPr>
              <a:t>The</a:t>
            </a:r>
            <a:r>
              <a:rPr sz="2000" spc="-85" dirty="0">
                <a:latin typeface="Times New Roman"/>
                <a:cs typeface="Times New Roman"/>
              </a:rPr>
              <a:t> </a:t>
            </a:r>
            <a:r>
              <a:rPr sz="2000" spc="-10" dirty="0">
                <a:latin typeface="Calibri"/>
                <a:cs typeface="Calibri"/>
              </a:rPr>
              <a:t>initial</a:t>
            </a:r>
            <a:r>
              <a:rPr sz="2000" spc="-10" dirty="0">
                <a:latin typeface="Times New Roman"/>
                <a:cs typeface="Times New Roman"/>
              </a:rPr>
              <a:t> </a:t>
            </a:r>
            <a:r>
              <a:rPr sz="2000" dirty="0">
                <a:latin typeface="Calibri"/>
                <a:cs typeface="Calibri"/>
              </a:rPr>
              <a:t>value</a:t>
            </a:r>
            <a:r>
              <a:rPr sz="2000" spc="-95" dirty="0">
                <a:latin typeface="Times New Roman"/>
                <a:cs typeface="Times New Roman"/>
              </a:rPr>
              <a:t> </a:t>
            </a:r>
            <a:r>
              <a:rPr sz="2000" dirty="0">
                <a:latin typeface="Calibri"/>
                <a:cs typeface="Calibri"/>
              </a:rPr>
              <a:t>to</a:t>
            </a:r>
            <a:r>
              <a:rPr sz="2000" spc="-100" dirty="0">
                <a:latin typeface="Times New Roman"/>
                <a:cs typeface="Times New Roman"/>
              </a:rPr>
              <a:t> </a:t>
            </a:r>
            <a:r>
              <a:rPr sz="2000" spc="-25" dirty="0">
                <a:latin typeface="Calibri"/>
                <a:cs typeface="Calibri"/>
              </a:rPr>
              <a:t>use</a:t>
            </a:r>
            <a:endParaRPr sz="2000">
              <a:latin typeface="Calibri"/>
              <a:cs typeface="Calibri"/>
            </a:endParaRPr>
          </a:p>
        </p:txBody>
      </p:sp>
      <p:pic>
        <p:nvPicPr>
          <p:cNvPr id="15" name="Logo black">
            <a:extLst>
              <a:ext uri="{FF2B5EF4-FFF2-40B4-BE49-F238E27FC236}">
                <a16:creationId xmlns:a16="http://schemas.microsoft.com/office/drawing/2014/main" id="{6940FCE4-66EF-8FA1-4623-364641471F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3346" y="6294893"/>
            <a:ext cx="784800" cy="21184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25400">
              <a:lnSpc>
                <a:spcPct val="100000"/>
              </a:lnSpc>
              <a:spcBef>
                <a:spcPts val="95"/>
              </a:spcBef>
            </a:pPr>
            <a:r>
              <a:rPr spc="-20" dirty="0"/>
              <a:t>Predicting</a:t>
            </a:r>
            <a:r>
              <a:rPr spc="-185" dirty="0">
                <a:latin typeface="Times New Roman"/>
                <a:cs typeface="Times New Roman"/>
              </a:rPr>
              <a:t> </a:t>
            </a:r>
            <a:r>
              <a:rPr spc="-20" dirty="0"/>
              <a:t>component</a:t>
            </a:r>
            <a:r>
              <a:rPr spc="-185" dirty="0">
                <a:latin typeface="Times New Roman"/>
                <a:cs typeface="Times New Roman"/>
              </a:rPr>
              <a:t> </a:t>
            </a:r>
            <a:r>
              <a:rPr spc="-25" dirty="0"/>
              <a:t>re-</a:t>
            </a:r>
            <a:r>
              <a:rPr spc="-10" dirty="0"/>
              <a:t>rendering</a:t>
            </a:r>
          </a:p>
        </p:txBody>
      </p:sp>
      <p:sp>
        <p:nvSpPr>
          <p:cNvPr id="3" name="object 3"/>
          <p:cNvSpPr txBox="1"/>
          <p:nvPr/>
        </p:nvSpPr>
        <p:spPr>
          <a:xfrm>
            <a:off x="916939" y="1783969"/>
            <a:ext cx="6668770" cy="2888615"/>
          </a:xfrm>
          <a:prstGeom prst="rect">
            <a:avLst/>
          </a:prstGeom>
        </p:spPr>
        <p:txBody>
          <a:bodyPr vert="horz" wrap="square" lIns="0" tIns="12065" rIns="0" bIns="0" rtlCol="0">
            <a:spAutoFit/>
          </a:bodyPr>
          <a:lstStyle/>
          <a:p>
            <a:pPr marL="12700">
              <a:lnSpc>
                <a:spcPct val="100000"/>
              </a:lnSpc>
              <a:spcBef>
                <a:spcPts val="95"/>
              </a:spcBef>
            </a:pPr>
            <a:r>
              <a:rPr sz="3200" dirty="0">
                <a:latin typeface="Calibri"/>
                <a:cs typeface="Calibri"/>
              </a:rPr>
              <a:t>A</a:t>
            </a:r>
            <a:r>
              <a:rPr sz="3200" spc="-145" dirty="0">
                <a:latin typeface="Times New Roman"/>
                <a:cs typeface="Times New Roman"/>
              </a:rPr>
              <a:t> </a:t>
            </a:r>
            <a:r>
              <a:rPr sz="3200" spc="-10" dirty="0">
                <a:latin typeface="Calibri"/>
                <a:cs typeface="Calibri"/>
              </a:rPr>
              <a:t>component</a:t>
            </a:r>
            <a:r>
              <a:rPr sz="3200" spc="-105" dirty="0">
                <a:latin typeface="Times New Roman"/>
                <a:cs typeface="Times New Roman"/>
              </a:rPr>
              <a:t> </a:t>
            </a:r>
            <a:r>
              <a:rPr sz="3200" dirty="0">
                <a:latin typeface="Calibri"/>
                <a:cs typeface="Calibri"/>
              </a:rPr>
              <a:t>will</a:t>
            </a:r>
            <a:r>
              <a:rPr sz="3200" spc="-125" dirty="0">
                <a:latin typeface="Times New Roman"/>
                <a:cs typeface="Times New Roman"/>
              </a:rPr>
              <a:t> </a:t>
            </a:r>
            <a:r>
              <a:rPr sz="3200" dirty="0">
                <a:latin typeface="Calibri"/>
                <a:cs typeface="Calibri"/>
              </a:rPr>
              <a:t>only</a:t>
            </a:r>
            <a:r>
              <a:rPr sz="3200" spc="-120" dirty="0">
                <a:latin typeface="Times New Roman"/>
                <a:cs typeface="Times New Roman"/>
              </a:rPr>
              <a:t> </a:t>
            </a:r>
            <a:r>
              <a:rPr sz="3200" spc="-30" dirty="0">
                <a:latin typeface="Calibri"/>
                <a:cs typeface="Calibri"/>
              </a:rPr>
              <a:t>re-</a:t>
            </a:r>
            <a:r>
              <a:rPr sz="3200" dirty="0">
                <a:latin typeface="Calibri"/>
                <a:cs typeface="Calibri"/>
              </a:rPr>
              <a:t>render</a:t>
            </a:r>
            <a:r>
              <a:rPr sz="3200" spc="-150" dirty="0">
                <a:latin typeface="Times New Roman"/>
                <a:cs typeface="Times New Roman"/>
              </a:rPr>
              <a:t> </a:t>
            </a:r>
            <a:r>
              <a:rPr sz="3200" spc="-10" dirty="0">
                <a:latin typeface="Calibri"/>
                <a:cs typeface="Calibri"/>
              </a:rPr>
              <a:t>when…</a:t>
            </a:r>
            <a:endParaRPr sz="3200" dirty="0">
              <a:latin typeface="Calibri"/>
              <a:cs typeface="Calibri"/>
            </a:endParaRPr>
          </a:p>
          <a:p>
            <a:pPr>
              <a:lnSpc>
                <a:spcPct val="100000"/>
              </a:lnSpc>
              <a:spcBef>
                <a:spcPts val="590"/>
              </a:spcBef>
            </a:pPr>
            <a:endParaRPr sz="3200" dirty="0">
              <a:latin typeface="Calibri"/>
              <a:cs typeface="Calibri"/>
            </a:endParaRPr>
          </a:p>
          <a:p>
            <a:pPr marL="926465" indent="-456565">
              <a:lnSpc>
                <a:spcPct val="100000"/>
              </a:lnSpc>
              <a:spcBef>
                <a:spcPts val="5"/>
              </a:spcBef>
              <a:buClr>
                <a:srgbClr val="C00000"/>
              </a:buClr>
              <a:buAutoNum type="arabicPeriod"/>
              <a:tabLst>
                <a:tab pos="926465" algn="l"/>
              </a:tabLst>
            </a:pPr>
            <a:r>
              <a:rPr sz="2800" dirty="0">
                <a:latin typeface="Calibri"/>
                <a:cs typeface="Calibri"/>
              </a:rPr>
              <a:t>A</a:t>
            </a:r>
            <a:r>
              <a:rPr sz="2800" spc="-100" dirty="0">
                <a:latin typeface="Times New Roman"/>
                <a:cs typeface="Times New Roman"/>
              </a:rPr>
              <a:t> </a:t>
            </a:r>
            <a:r>
              <a:rPr sz="2800" dirty="0">
                <a:latin typeface="Calibri"/>
                <a:cs typeface="Calibri"/>
              </a:rPr>
              <a:t>value</a:t>
            </a:r>
            <a:r>
              <a:rPr sz="2800" spc="-114" dirty="0">
                <a:latin typeface="Times New Roman"/>
                <a:cs typeface="Times New Roman"/>
              </a:rPr>
              <a:t> </a:t>
            </a:r>
            <a:r>
              <a:rPr sz="2800" dirty="0">
                <a:latin typeface="Calibri"/>
                <a:cs typeface="Calibri"/>
              </a:rPr>
              <a:t>inside</a:t>
            </a:r>
            <a:r>
              <a:rPr sz="2800" spc="-105" dirty="0">
                <a:latin typeface="Times New Roman"/>
                <a:cs typeface="Times New Roman"/>
              </a:rPr>
              <a:t> </a:t>
            </a:r>
            <a:r>
              <a:rPr sz="2800" b="1" dirty="0">
                <a:latin typeface="Consolas"/>
                <a:cs typeface="Consolas"/>
              </a:rPr>
              <a:t>props</a:t>
            </a:r>
            <a:r>
              <a:rPr sz="2800" spc="-110" dirty="0">
                <a:latin typeface="Times New Roman"/>
                <a:cs typeface="Times New Roman"/>
              </a:rPr>
              <a:t> </a:t>
            </a:r>
            <a:r>
              <a:rPr sz="2800" spc="-10" dirty="0">
                <a:latin typeface="Calibri"/>
                <a:cs typeface="Calibri"/>
              </a:rPr>
              <a:t>changes</a:t>
            </a:r>
            <a:endParaRPr sz="2800" dirty="0">
              <a:latin typeface="Calibri"/>
              <a:cs typeface="Calibri"/>
            </a:endParaRPr>
          </a:p>
          <a:p>
            <a:pPr marL="1997075">
              <a:lnSpc>
                <a:spcPct val="100000"/>
              </a:lnSpc>
              <a:spcBef>
                <a:spcPts val="2315"/>
              </a:spcBef>
            </a:pPr>
            <a:r>
              <a:rPr sz="2800" b="1" dirty="0">
                <a:solidFill>
                  <a:srgbClr val="C55A11"/>
                </a:solidFill>
                <a:latin typeface="Calibri"/>
                <a:cs typeface="Calibri"/>
              </a:rPr>
              <a:t>–</a:t>
            </a:r>
            <a:r>
              <a:rPr sz="2800" spc="-75" dirty="0">
                <a:solidFill>
                  <a:srgbClr val="C55A11"/>
                </a:solidFill>
                <a:latin typeface="Times New Roman"/>
                <a:cs typeface="Times New Roman"/>
              </a:rPr>
              <a:t> </a:t>
            </a:r>
            <a:r>
              <a:rPr sz="2800" b="1" dirty="0">
                <a:solidFill>
                  <a:srgbClr val="C55A11"/>
                </a:solidFill>
                <a:latin typeface="Calibri"/>
                <a:cs typeface="Calibri"/>
              </a:rPr>
              <a:t>or</a:t>
            </a:r>
            <a:r>
              <a:rPr sz="2800" spc="-80" dirty="0">
                <a:solidFill>
                  <a:srgbClr val="C55A11"/>
                </a:solidFill>
                <a:latin typeface="Times New Roman"/>
                <a:cs typeface="Times New Roman"/>
              </a:rPr>
              <a:t> </a:t>
            </a:r>
            <a:r>
              <a:rPr sz="2800" b="1" spc="-50" dirty="0">
                <a:solidFill>
                  <a:srgbClr val="C55A11"/>
                </a:solidFill>
                <a:latin typeface="Calibri"/>
                <a:cs typeface="Calibri"/>
              </a:rPr>
              <a:t>–</a:t>
            </a:r>
            <a:endParaRPr sz="2800" dirty="0">
              <a:latin typeface="Calibri"/>
              <a:cs typeface="Calibri"/>
            </a:endParaRPr>
          </a:p>
          <a:p>
            <a:pPr marL="926465" indent="-456565">
              <a:lnSpc>
                <a:spcPct val="100000"/>
              </a:lnSpc>
              <a:spcBef>
                <a:spcPts val="1810"/>
              </a:spcBef>
              <a:buClr>
                <a:srgbClr val="C00000"/>
              </a:buClr>
              <a:buAutoNum type="arabicPeriod" startAt="2"/>
              <a:tabLst>
                <a:tab pos="926465" algn="l"/>
              </a:tabLst>
            </a:pPr>
            <a:r>
              <a:rPr sz="2800" dirty="0">
                <a:latin typeface="Calibri"/>
                <a:cs typeface="Calibri"/>
              </a:rPr>
              <a:t>A</a:t>
            </a:r>
            <a:r>
              <a:rPr sz="2800" spc="-90" dirty="0">
                <a:latin typeface="Times New Roman"/>
                <a:cs typeface="Times New Roman"/>
              </a:rPr>
              <a:t> </a:t>
            </a:r>
            <a:r>
              <a:rPr sz="2800" b="1" dirty="0">
                <a:latin typeface="Consolas"/>
                <a:cs typeface="Consolas"/>
              </a:rPr>
              <a:t>useState</a:t>
            </a:r>
            <a:r>
              <a:rPr sz="2800" spc="-114" dirty="0">
                <a:latin typeface="Times New Roman"/>
                <a:cs typeface="Times New Roman"/>
              </a:rPr>
              <a:t> </a:t>
            </a:r>
            <a:r>
              <a:rPr sz="2800" spc="-10" dirty="0">
                <a:latin typeface="Calibri"/>
                <a:cs typeface="Calibri"/>
              </a:rPr>
              <a:t>setter</a:t>
            </a:r>
            <a:r>
              <a:rPr sz="2800" spc="-85" dirty="0">
                <a:latin typeface="Times New Roman"/>
                <a:cs typeface="Times New Roman"/>
              </a:rPr>
              <a:t> </a:t>
            </a:r>
            <a:r>
              <a:rPr sz="2800" dirty="0">
                <a:latin typeface="Calibri"/>
                <a:cs typeface="Calibri"/>
              </a:rPr>
              <a:t>is</a:t>
            </a:r>
            <a:r>
              <a:rPr sz="2800" spc="-90" dirty="0">
                <a:latin typeface="Times New Roman"/>
                <a:cs typeface="Times New Roman"/>
              </a:rPr>
              <a:t> </a:t>
            </a:r>
            <a:r>
              <a:rPr sz="2800" spc="-10" dirty="0">
                <a:latin typeface="Calibri"/>
                <a:cs typeface="Calibri"/>
              </a:rPr>
              <a:t>called</a:t>
            </a:r>
            <a:endParaRPr sz="2800" dirty="0">
              <a:latin typeface="Calibri"/>
              <a:cs typeface="Calibri"/>
            </a:endParaRPr>
          </a:p>
        </p:txBody>
      </p:sp>
      <p:pic>
        <p:nvPicPr>
          <p:cNvPr id="4" name="object 4"/>
          <p:cNvPicPr/>
          <p:nvPr/>
        </p:nvPicPr>
        <p:blipFill>
          <a:blip r:embed="rId2" cstate="print"/>
          <a:stretch>
            <a:fillRect/>
          </a:stretch>
        </p:blipFill>
        <p:spPr>
          <a:xfrm>
            <a:off x="7579131" y="4091749"/>
            <a:ext cx="3875341" cy="2196317"/>
          </a:xfrm>
          <a:prstGeom prst="rect">
            <a:avLst/>
          </a:prstGeom>
        </p:spPr>
      </p:pic>
      <p:pic>
        <p:nvPicPr>
          <p:cNvPr id="5" name="Logo black">
            <a:extLst>
              <a:ext uri="{FF2B5EF4-FFF2-40B4-BE49-F238E27FC236}">
                <a16:creationId xmlns:a16="http://schemas.microsoft.com/office/drawing/2014/main" id="{B82E158C-E17D-3C5D-7B25-49BE00589D2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3346" y="6294893"/>
            <a:ext cx="784800" cy="21184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25400">
              <a:lnSpc>
                <a:spcPct val="100000"/>
              </a:lnSpc>
              <a:spcBef>
                <a:spcPts val="95"/>
              </a:spcBef>
            </a:pPr>
            <a:r>
              <a:rPr dirty="0"/>
              <a:t>Second</a:t>
            </a:r>
            <a:r>
              <a:rPr spc="-240" dirty="0">
                <a:latin typeface="Times New Roman"/>
                <a:cs typeface="Times New Roman"/>
              </a:rPr>
              <a:t> </a:t>
            </a:r>
            <a:r>
              <a:rPr dirty="0"/>
              <a:t>React</a:t>
            </a:r>
            <a:r>
              <a:rPr spc="-245" dirty="0">
                <a:latin typeface="Times New Roman"/>
                <a:cs typeface="Times New Roman"/>
              </a:rPr>
              <a:t> </a:t>
            </a:r>
            <a:r>
              <a:rPr dirty="0"/>
              <a:t>hook:</a:t>
            </a:r>
            <a:r>
              <a:rPr spc="-250" dirty="0">
                <a:latin typeface="Times New Roman"/>
                <a:cs typeface="Times New Roman"/>
              </a:rPr>
              <a:t> </a:t>
            </a:r>
            <a:r>
              <a:rPr sz="4000" spc="-10" dirty="0">
                <a:solidFill>
                  <a:srgbClr val="C00000"/>
                </a:solidFill>
                <a:latin typeface="Consolas"/>
                <a:cs typeface="Consolas"/>
              </a:rPr>
              <a:t>useEffect</a:t>
            </a:r>
            <a:endParaRPr sz="4000">
              <a:latin typeface="Consolas"/>
              <a:cs typeface="Consolas"/>
            </a:endParaRPr>
          </a:p>
        </p:txBody>
      </p:sp>
      <p:sp>
        <p:nvSpPr>
          <p:cNvPr id="3" name="object 3"/>
          <p:cNvSpPr/>
          <p:nvPr/>
        </p:nvSpPr>
        <p:spPr>
          <a:xfrm>
            <a:off x="1530096" y="4191760"/>
            <a:ext cx="8975090" cy="1502410"/>
          </a:xfrm>
          <a:custGeom>
            <a:avLst/>
            <a:gdLst/>
            <a:ahLst/>
            <a:cxnLst/>
            <a:rect l="l" t="t" r="r" b="b"/>
            <a:pathLst>
              <a:path w="8975090" h="1502410">
                <a:moveTo>
                  <a:pt x="8974836" y="0"/>
                </a:moveTo>
                <a:lnTo>
                  <a:pt x="0" y="0"/>
                </a:lnTo>
                <a:lnTo>
                  <a:pt x="0" y="1501902"/>
                </a:lnTo>
                <a:lnTo>
                  <a:pt x="8974836" y="1501902"/>
                </a:lnTo>
                <a:lnTo>
                  <a:pt x="8974836" y="0"/>
                </a:lnTo>
                <a:close/>
              </a:path>
            </a:pathLst>
          </a:custGeom>
          <a:solidFill>
            <a:srgbClr val="3A3838"/>
          </a:solidFill>
        </p:spPr>
        <p:txBody>
          <a:bodyPr wrap="square" lIns="0" tIns="0" rIns="0" bIns="0" rtlCol="0"/>
          <a:lstStyle/>
          <a:p>
            <a:endParaRPr/>
          </a:p>
        </p:txBody>
      </p:sp>
      <p:sp>
        <p:nvSpPr>
          <p:cNvPr id="4" name="object 4"/>
          <p:cNvSpPr txBox="1"/>
          <p:nvPr/>
        </p:nvSpPr>
        <p:spPr>
          <a:xfrm>
            <a:off x="916939" y="1793112"/>
            <a:ext cx="9472930" cy="3604895"/>
          </a:xfrm>
          <a:prstGeom prst="rect">
            <a:avLst/>
          </a:prstGeom>
        </p:spPr>
        <p:txBody>
          <a:bodyPr vert="horz" wrap="square" lIns="0" tIns="12700" rIns="0" bIns="0" rtlCol="0">
            <a:spAutoFit/>
          </a:bodyPr>
          <a:lstStyle/>
          <a:p>
            <a:pPr marL="12700">
              <a:lnSpc>
                <a:spcPct val="100000"/>
              </a:lnSpc>
              <a:spcBef>
                <a:spcPts val="100"/>
              </a:spcBef>
            </a:pPr>
            <a:r>
              <a:rPr sz="2800" spc="-10" dirty="0">
                <a:latin typeface="Calibri"/>
                <a:cs typeface="Calibri"/>
              </a:rPr>
              <a:t>Purpose:</a:t>
            </a:r>
            <a:endParaRPr sz="2800">
              <a:latin typeface="Calibri"/>
              <a:cs typeface="Calibri"/>
            </a:endParaRPr>
          </a:p>
          <a:p>
            <a:pPr marL="469900">
              <a:lnSpc>
                <a:spcPct val="100000"/>
              </a:lnSpc>
              <a:spcBef>
                <a:spcPts val="2065"/>
              </a:spcBef>
            </a:pPr>
            <a:r>
              <a:rPr sz="2800" dirty="0">
                <a:latin typeface="Calibri"/>
                <a:cs typeface="Calibri"/>
              </a:rPr>
              <a:t>Act</a:t>
            </a:r>
            <a:r>
              <a:rPr sz="2800" spc="-110" dirty="0">
                <a:latin typeface="Times New Roman"/>
                <a:cs typeface="Times New Roman"/>
              </a:rPr>
              <a:t> </a:t>
            </a:r>
            <a:r>
              <a:rPr sz="2800" dirty="0">
                <a:latin typeface="Calibri"/>
                <a:cs typeface="Calibri"/>
              </a:rPr>
              <a:t>as</a:t>
            </a:r>
            <a:r>
              <a:rPr sz="2800" spc="-120" dirty="0">
                <a:latin typeface="Times New Roman"/>
                <a:cs typeface="Times New Roman"/>
              </a:rPr>
              <a:t> </a:t>
            </a:r>
            <a:r>
              <a:rPr sz="2800" dirty="0">
                <a:latin typeface="Calibri"/>
                <a:cs typeface="Calibri"/>
              </a:rPr>
              <a:t>an</a:t>
            </a:r>
            <a:r>
              <a:rPr sz="2800" spc="-120" dirty="0">
                <a:latin typeface="Times New Roman"/>
                <a:cs typeface="Times New Roman"/>
              </a:rPr>
              <a:t> </a:t>
            </a:r>
            <a:r>
              <a:rPr sz="2800" b="1" dirty="0">
                <a:solidFill>
                  <a:srgbClr val="538135"/>
                </a:solidFill>
                <a:latin typeface="Calibri"/>
                <a:cs typeface="Calibri"/>
              </a:rPr>
              <a:t>observer</a:t>
            </a:r>
            <a:r>
              <a:rPr sz="2800" dirty="0">
                <a:latin typeface="Calibri"/>
                <a:cs typeface="Calibri"/>
              </a:rPr>
              <a:t>,</a:t>
            </a:r>
            <a:r>
              <a:rPr sz="2800" spc="-125" dirty="0">
                <a:latin typeface="Times New Roman"/>
                <a:cs typeface="Times New Roman"/>
              </a:rPr>
              <a:t> </a:t>
            </a:r>
            <a:r>
              <a:rPr sz="2800" dirty="0">
                <a:latin typeface="Calibri"/>
                <a:cs typeface="Calibri"/>
              </a:rPr>
              <a:t>running</a:t>
            </a:r>
            <a:r>
              <a:rPr sz="2800" spc="-114" dirty="0">
                <a:latin typeface="Times New Roman"/>
                <a:cs typeface="Times New Roman"/>
              </a:rPr>
              <a:t> </a:t>
            </a:r>
            <a:r>
              <a:rPr sz="2800" dirty="0">
                <a:latin typeface="Calibri"/>
                <a:cs typeface="Calibri"/>
              </a:rPr>
              <a:t>code</a:t>
            </a:r>
            <a:r>
              <a:rPr sz="2800" spc="-110" dirty="0">
                <a:latin typeface="Times New Roman"/>
                <a:cs typeface="Times New Roman"/>
              </a:rPr>
              <a:t> </a:t>
            </a:r>
            <a:r>
              <a:rPr sz="2800" dirty="0">
                <a:latin typeface="Calibri"/>
                <a:cs typeface="Calibri"/>
              </a:rPr>
              <a:t>in</a:t>
            </a:r>
            <a:r>
              <a:rPr sz="2800" spc="-125" dirty="0">
                <a:latin typeface="Times New Roman"/>
                <a:cs typeface="Times New Roman"/>
              </a:rPr>
              <a:t> </a:t>
            </a:r>
            <a:r>
              <a:rPr sz="2800" dirty="0">
                <a:latin typeface="Calibri"/>
                <a:cs typeface="Calibri"/>
              </a:rPr>
              <a:t>response</a:t>
            </a:r>
            <a:r>
              <a:rPr sz="2800" spc="-114" dirty="0">
                <a:latin typeface="Times New Roman"/>
                <a:cs typeface="Times New Roman"/>
              </a:rPr>
              <a:t> </a:t>
            </a:r>
            <a:r>
              <a:rPr sz="2800" dirty="0">
                <a:latin typeface="Calibri"/>
                <a:cs typeface="Calibri"/>
              </a:rPr>
              <a:t>to</a:t>
            </a:r>
            <a:r>
              <a:rPr sz="2800" spc="-125" dirty="0">
                <a:latin typeface="Times New Roman"/>
                <a:cs typeface="Times New Roman"/>
              </a:rPr>
              <a:t> </a:t>
            </a:r>
            <a:r>
              <a:rPr sz="2800" dirty="0">
                <a:latin typeface="Calibri"/>
                <a:cs typeface="Calibri"/>
              </a:rPr>
              <a:t>value</a:t>
            </a:r>
            <a:r>
              <a:rPr sz="2800" spc="-130" dirty="0">
                <a:latin typeface="Times New Roman"/>
                <a:cs typeface="Times New Roman"/>
              </a:rPr>
              <a:t> </a:t>
            </a:r>
            <a:r>
              <a:rPr sz="2800" spc="-10" dirty="0">
                <a:latin typeface="Calibri"/>
                <a:cs typeface="Calibri"/>
              </a:rPr>
              <a:t>changes</a:t>
            </a:r>
            <a:endParaRPr sz="2800">
              <a:latin typeface="Calibri"/>
              <a:cs typeface="Calibri"/>
            </a:endParaRPr>
          </a:p>
          <a:p>
            <a:pPr marL="12700">
              <a:lnSpc>
                <a:spcPct val="100000"/>
              </a:lnSpc>
              <a:spcBef>
                <a:spcPts val="3265"/>
              </a:spcBef>
            </a:pPr>
            <a:r>
              <a:rPr sz="2800" spc="-10" dirty="0">
                <a:latin typeface="Calibri"/>
                <a:cs typeface="Calibri"/>
              </a:rPr>
              <a:t>Syntax:</a:t>
            </a:r>
            <a:endParaRPr sz="2800">
              <a:latin typeface="Calibri"/>
              <a:cs typeface="Calibri"/>
            </a:endParaRPr>
          </a:p>
          <a:p>
            <a:pPr>
              <a:lnSpc>
                <a:spcPct val="100000"/>
              </a:lnSpc>
              <a:spcBef>
                <a:spcPts val="2155"/>
              </a:spcBef>
            </a:pPr>
            <a:endParaRPr sz="2800">
              <a:latin typeface="Calibri"/>
              <a:cs typeface="Calibri"/>
            </a:endParaRPr>
          </a:p>
          <a:p>
            <a:pPr marL="887094">
              <a:lnSpc>
                <a:spcPct val="100000"/>
              </a:lnSpc>
              <a:tabLst>
                <a:tab pos="2703195" algn="l"/>
                <a:tab pos="3122930" algn="l"/>
              </a:tabLst>
            </a:pPr>
            <a:r>
              <a:rPr sz="2000" spc="-10" dirty="0">
                <a:solidFill>
                  <a:srgbClr val="DCDCAA"/>
                </a:solidFill>
                <a:latin typeface="Consolas"/>
                <a:cs typeface="Consolas"/>
              </a:rPr>
              <a:t>useEffect</a:t>
            </a:r>
            <a:r>
              <a:rPr sz="2000" spc="-10" dirty="0">
                <a:solidFill>
                  <a:srgbClr val="D3D3D3"/>
                </a:solidFill>
                <a:latin typeface="Consolas"/>
                <a:cs typeface="Consolas"/>
              </a:rPr>
              <a:t>(()</a:t>
            </a:r>
            <a:r>
              <a:rPr sz="2000" dirty="0">
                <a:solidFill>
                  <a:srgbClr val="D3D3D3"/>
                </a:solidFill>
                <a:latin typeface="Times New Roman"/>
                <a:cs typeface="Times New Roman"/>
              </a:rPr>
              <a:t>	</a:t>
            </a:r>
            <a:r>
              <a:rPr sz="2000" spc="-25" dirty="0">
                <a:solidFill>
                  <a:srgbClr val="559BD6"/>
                </a:solidFill>
                <a:latin typeface="Consolas"/>
                <a:cs typeface="Consolas"/>
              </a:rPr>
              <a:t>=&gt;</a:t>
            </a:r>
            <a:r>
              <a:rPr sz="2000" dirty="0">
                <a:solidFill>
                  <a:srgbClr val="559BD6"/>
                </a:solidFill>
                <a:latin typeface="Times New Roman"/>
                <a:cs typeface="Times New Roman"/>
              </a:rPr>
              <a:t>	</a:t>
            </a:r>
            <a:r>
              <a:rPr sz="2000" spc="-50" dirty="0">
                <a:solidFill>
                  <a:srgbClr val="D3D3D3"/>
                </a:solidFill>
                <a:latin typeface="Consolas"/>
                <a:cs typeface="Consolas"/>
              </a:rPr>
              <a:t>{</a:t>
            </a:r>
            <a:endParaRPr sz="2000">
              <a:latin typeface="Consolas"/>
              <a:cs typeface="Consolas"/>
            </a:endParaRPr>
          </a:p>
          <a:p>
            <a:pPr marL="1165860">
              <a:lnSpc>
                <a:spcPct val="100000"/>
              </a:lnSpc>
              <a:tabLst>
                <a:tab pos="4100829" algn="l"/>
                <a:tab pos="4660265" algn="l"/>
                <a:tab pos="5918200" algn="l"/>
                <a:tab pos="6477635" algn="l"/>
                <a:tab pos="7454900" algn="l"/>
              </a:tabLst>
            </a:pPr>
            <a:r>
              <a:rPr sz="2000" spc="-10" dirty="0">
                <a:solidFill>
                  <a:srgbClr val="4EC8AF"/>
                </a:solidFill>
                <a:latin typeface="Consolas"/>
                <a:cs typeface="Consolas"/>
              </a:rPr>
              <a:t>console</a:t>
            </a:r>
            <a:r>
              <a:rPr sz="2000" spc="-10" dirty="0">
                <a:solidFill>
                  <a:srgbClr val="D3D3D3"/>
                </a:solidFill>
                <a:latin typeface="Consolas"/>
                <a:cs typeface="Consolas"/>
              </a:rPr>
              <a:t>.</a:t>
            </a:r>
            <a:r>
              <a:rPr sz="2000" spc="-10" dirty="0">
                <a:solidFill>
                  <a:srgbClr val="DCDCAA"/>
                </a:solidFill>
                <a:latin typeface="Consolas"/>
                <a:cs typeface="Consolas"/>
              </a:rPr>
              <a:t>log</a:t>
            </a:r>
            <a:r>
              <a:rPr sz="2000" spc="-10" dirty="0">
                <a:solidFill>
                  <a:srgbClr val="D3D3D3"/>
                </a:solidFill>
                <a:latin typeface="Consolas"/>
                <a:cs typeface="Consolas"/>
              </a:rPr>
              <a:t>(</a:t>
            </a:r>
            <a:r>
              <a:rPr sz="2000" spc="-10" dirty="0">
                <a:solidFill>
                  <a:srgbClr val="CE9078"/>
                </a:solidFill>
                <a:latin typeface="Consolas"/>
                <a:cs typeface="Consolas"/>
              </a:rPr>
              <a:t>`myValue</a:t>
            </a:r>
            <a:r>
              <a:rPr sz="2000" dirty="0">
                <a:solidFill>
                  <a:srgbClr val="CE9078"/>
                </a:solidFill>
                <a:latin typeface="Times New Roman"/>
                <a:cs typeface="Times New Roman"/>
              </a:rPr>
              <a:t>	</a:t>
            </a:r>
            <a:r>
              <a:rPr sz="2000" spc="-25" dirty="0">
                <a:solidFill>
                  <a:srgbClr val="CE9078"/>
                </a:solidFill>
                <a:latin typeface="Consolas"/>
                <a:cs typeface="Consolas"/>
              </a:rPr>
              <a:t>was</a:t>
            </a:r>
            <a:r>
              <a:rPr sz="2000" dirty="0">
                <a:solidFill>
                  <a:srgbClr val="CE9078"/>
                </a:solidFill>
                <a:latin typeface="Times New Roman"/>
                <a:cs typeface="Times New Roman"/>
              </a:rPr>
              <a:t>	</a:t>
            </a:r>
            <a:r>
              <a:rPr sz="2000" spc="-10" dirty="0">
                <a:solidFill>
                  <a:srgbClr val="CE9078"/>
                </a:solidFill>
                <a:latin typeface="Consolas"/>
                <a:cs typeface="Consolas"/>
              </a:rPr>
              <a:t>changed!</a:t>
            </a:r>
            <a:r>
              <a:rPr sz="2000" dirty="0">
                <a:solidFill>
                  <a:srgbClr val="CE9078"/>
                </a:solidFill>
                <a:latin typeface="Times New Roman"/>
                <a:cs typeface="Times New Roman"/>
              </a:rPr>
              <a:t>	</a:t>
            </a:r>
            <a:r>
              <a:rPr sz="2000" spc="-25" dirty="0">
                <a:solidFill>
                  <a:srgbClr val="CE9078"/>
                </a:solidFill>
                <a:latin typeface="Consolas"/>
                <a:cs typeface="Consolas"/>
              </a:rPr>
              <a:t>New</a:t>
            </a:r>
            <a:r>
              <a:rPr sz="2000" dirty="0">
                <a:solidFill>
                  <a:srgbClr val="CE9078"/>
                </a:solidFill>
                <a:latin typeface="Times New Roman"/>
                <a:cs typeface="Times New Roman"/>
              </a:rPr>
              <a:t>	</a:t>
            </a:r>
            <a:r>
              <a:rPr sz="2000" spc="-10" dirty="0">
                <a:solidFill>
                  <a:srgbClr val="CE9078"/>
                </a:solidFill>
                <a:latin typeface="Consolas"/>
                <a:cs typeface="Consolas"/>
              </a:rPr>
              <a:t>value:</a:t>
            </a:r>
            <a:r>
              <a:rPr sz="2000" dirty="0">
                <a:solidFill>
                  <a:srgbClr val="CE9078"/>
                </a:solidFill>
                <a:latin typeface="Times New Roman"/>
                <a:cs typeface="Times New Roman"/>
              </a:rPr>
              <a:t>	</a:t>
            </a:r>
            <a:r>
              <a:rPr sz="2000" spc="-10" dirty="0">
                <a:solidFill>
                  <a:srgbClr val="559BD6"/>
                </a:solidFill>
                <a:latin typeface="Consolas"/>
                <a:cs typeface="Consolas"/>
              </a:rPr>
              <a:t>${</a:t>
            </a:r>
            <a:r>
              <a:rPr sz="2000" spc="-10" dirty="0">
                <a:solidFill>
                  <a:srgbClr val="9BDCFE"/>
                </a:solidFill>
                <a:latin typeface="Consolas"/>
                <a:cs typeface="Consolas"/>
              </a:rPr>
              <a:t>myValue</a:t>
            </a:r>
            <a:r>
              <a:rPr sz="2000" spc="-10" dirty="0">
                <a:solidFill>
                  <a:srgbClr val="559BD6"/>
                </a:solidFill>
                <a:latin typeface="Consolas"/>
                <a:cs typeface="Consolas"/>
              </a:rPr>
              <a:t>}</a:t>
            </a:r>
            <a:r>
              <a:rPr sz="2000" spc="-10" dirty="0">
                <a:solidFill>
                  <a:srgbClr val="CE9078"/>
                </a:solidFill>
                <a:latin typeface="Consolas"/>
                <a:cs typeface="Consolas"/>
              </a:rPr>
              <a:t>`</a:t>
            </a:r>
            <a:r>
              <a:rPr sz="2000" spc="-10" dirty="0">
                <a:solidFill>
                  <a:srgbClr val="D3D3D3"/>
                </a:solidFill>
                <a:latin typeface="Consolas"/>
                <a:cs typeface="Consolas"/>
              </a:rPr>
              <a:t>);</a:t>
            </a:r>
            <a:endParaRPr sz="2000">
              <a:latin typeface="Consolas"/>
              <a:cs typeface="Consolas"/>
            </a:endParaRPr>
          </a:p>
          <a:p>
            <a:pPr marL="887730">
              <a:lnSpc>
                <a:spcPct val="100000"/>
              </a:lnSpc>
              <a:tabLst>
                <a:tab pos="1305560" algn="l"/>
              </a:tabLst>
            </a:pPr>
            <a:r>
              <a:rPr sz="2000" spc="-25" dirty="0">
                <a:solidFill>
                  <a:srgbClr val="D3D3D3"/>
                </a:solidFill>
                <a:latin typeface="Consolas"/>
                <a:cs typeface="Consolas"/>
              </a:rPr>
              <a:t>},</a:t>
            </a:r>
            <a:r>
              <a:rPr sz="2000" dirty="0">
                <a:solidFill>
                  <a:srgbClr val="D3D3D3"/>
                </a:solidFill>
                <a:latin typeface="Times New Roman"/>
                <a:cs typeface="Times New Roman"/>
              </a:rPr>
              <a:t>	</a:t>
            </a:r>
            <a:r>
              <a:rPr sz="2000" spc="-10" dirty="0">
                <a:solidFill>
                  <a:srgbClr val="D3D3D3"/>
                </a:solidFill>
                <a:latin typeface="Consolas"/>
                <a:cs typeface="Consolas"/>
              </a:rPr>
              <a:t>[</a:t>
            </a:r>
            <a:r>
              <a:rPr sz="2000" spc="-10" dirty="0">
                <a:solidFill>
                  <a:srgbClr val="9BDCFE"/>
                </a:solidFill>
                <a:latin typeface="Consolas"/>
                <a:cs typeface="Consolas"/>
              </a:rPr>
              <a:t>myValue</a:t>
            </a:r>
            <a:r>
              <a:rPr sz="2000" spc="-10" dirty="0">
                <a:solidFill>
                  <a:srgbClr val="D3D3D3"/>
                </a:solidFill>
                <a:latin typeface="Consolas"/>
                <a:cs typeface="Consolas"/>
              </a:rPr>
              <a:t>]);</a:t>
            </a:r>
            <a:endParaRPr sz="2000">
              <a:latin typeface="Consolas"/>
              <a:cs typeface="Consolas"/>
            </a:endParaRPr>
          </a:p>
        </p:txBody>
      </p:sp>
      <p:sp>
        <p:nvSpPr>
          <p:cNvPr id="5" name="object 5"/>
          <p:cNvSpPr txBox="1"/>
          <p:nvPr/>
        </p:nvSpPr>
        <p:spPr>
          <a:xfrm>
            <a:off x="1279664" y="6008280"/>
            <a:ext cx="3418204" cy="635000"/>
          </a:xfrm>
          <a:prstGeom prst="rect">
            <a:avLst/>
          </a:prstGeom>
        </p:spPr>
        <p:txBody>
          <a:bodyPr vert="horz" wrap="square" lIns="0" tIns="12065" rIns="0" bIns="0" rtlCol="0">
            <a:spAutoFit/>
          </a:bodyPr>
          <a:lstStyle/>
          <a:p>
            <a:pPr marL="151130" marR="5080" indent="-139065">
              <a:lnSpc>
                <a:spcPct val="100000"/>
              </a:lnSpc>
              <a:spcBef>
                <a:spcPts val="95"/>
              </a:spcBef>
            </a:pPr>
            <a:r>
              <a:rPr sz="2000" dirty="0">
                <a:latin typeface="Calibri"/>
                <a:cs typeface="Calibri"/>
              </a:rPr>
              <a:t>A</a:t>
            </a:r>
            <a:r>
              <a:rPr sz="2000" spc="-90" dirty="0">
                <a:latin typeface="Times New Roman"/>
                <a:cs typeface="Times New Roman"/>
              </a:rPr>
              <a:t> </a:t>
            </a:r>
            <a:r>
              <a:rPr sz="2000" dirty="0">
                <a:latin typeface="Calibri"/>
                <a:cs typeface="Calibri"/>
              </a:rPr>
              <a:t>list</a:t>
            </a:r>
            <a:r>
              <a:rPr sz="2000" spc="-65" dirty="0">
                <a:latin typeface="Times New Roman"/>
                <a:cs typeface="Times New Roman"/>
              </a:rPr>
              <a:t> </a:t>
            </a:r>
            <a:r>
              <a:rPr sz="2000" dirty="0">
                <a:latin typeface="Calibri"/>
                <a:cs typeface="Calibri"/>
              </a:rPr>
              <a:t>of</a:t>
            </a:r>
            <a:r>
              <a:rPr sz="2000" spc="-95" dirty="0">
                <a:latin typeface="Times New Roman"/>
                <a:cs typeface="Times New Roman"/>
              </a:rPr>
              <a:t> </a:t>
            </a:r>
            <a:r>
              <a:rPr sz="2000" dirty="0">
                <a:latin typeface="Calibri"/>
                <a:cs typeface="Calibri"/>
              </a:rPr>
              <a:t>values</a:t>
            </a:r>
            <a:r>
              <a:rPr sz="2000" spc="-75" dirty="0">
                <a:latin typeface="Times New Roman"/>
                <a:cs typeface="Times New Roman"/>
              </a:rPr>
              <a:t> </a:t>
            </a:r>
            <a:r>
              <a:rPr sz="2000" dirty="0">
                <a:latin typeface="Calibri"/>
                <a:cs typeface="Calibri"/>
              </a:rPr>
              <a:t>such</a:t>
            </a:r>
            <a:r>
              <a:rPr sz="2000" spc="-85" dirty="0">
                <a:latin typeface="Times New Roman"/>
                <a:cs typeface="Times New Roman"/>
              </a:rPr>
              <a:t> </a:t>
            </a:r>
            <a:r>
              <a:rPr sz="2000" dirty="0">
                <a:latin typeface="Calibri"/>
                <a:cs typeface="Calibri"/>
              </a:rPr>
              <a:t>that</a:t>
            </a:r>
            <a:r>
              <a:rPr sz="2000" spc="-80" dirty="0">
                <a:latin typeface="Times New Roman"/>
                <a:cs typeface="Times New Roman"/>
              </a:rPr>
              <a:t> </a:t>
            </a:r>
            <a:r>
              <a:rPr sz="2000" spc="-10" dirty="0">
                <a:latin typeface="Calibri"/>
                <a:cs typeface="Calibri"/>
              </a:rPr>
              <a:t>changes</a:t>
            </a:r>
            <a:r>
              <a:rPr sz="2000" spc="-10" dirty="0">
                <a:latin typeface="Times New Roman"/>
                <a:cs typeface="Times New Roman"/>
              </a:rPr>
              <a:t> </a:t>
            </a:r>
            <a:r>
              <a:rPr sz="2000" dirty="0">
                <a:latin typeface="Calibri"/>
                <a:cs typeface="Calibri"/>
              </a:rPr>
              <a:t>should</a:t>
            </a:r>
            <a:r>
              <a:rPr sz="2000" spc="-90" dirty="0">
                <a:latin typeface="Times New Roman"/>
                <a:cs typeface="Times New Roman"/>
              </a:rPr>
              <a:t> </a:t>
            </a:r>
            <a:r>
              <a:rPr sz="2000" dirty="0">
                <a:latin typeface="Calibri"/>
                <a:cs typeface="Calibri"/>
              </a:rPr>
              <a:t>trigger</a:t>
            </a:r>
            <a:r>
              <a:rPr sz="2000" spc="-75" dirty="0">
                <a:latin typeface="Times New Roman"/>
                <a:cs typeface="Times New Roman"/>
              </a:rPr>
              <a:t> </a:t>
            </a:r>
            <a:r>
              <a:rPr sz="2000" dirty="0">
                <a:latin typeface="Calibri"/>
                <a:cs typeface="Calibri"/>
              </a:rPr>
              <a:t>this</a:t>
            </a:r>
            <a:r>
              <a:rPr sz="2000" spc="-80" dirty="0">
                <a:latin typeface="Times New Roman"/>
                <a:cs typeface="Times New Roman"/>
              </a:rPr>
              <a:t> </a:t>
            </a:r>
            <a:r>
              <a:rPr sz="2000" dirty="0">
                <a:latin typeface="Calibri"/>
                <a:cs typeface="Calibri"/>
              </a:rPr>
              <a:t>code</a:t>
            </a:r>
            <a:r>
              <a:rPr sz="2000" spc="-90" dirty="0">
                <a:latin typeface="Times New Roman"/>
                <a:cs typeface="Times New Roman"/>
              </a:rPr>
              <a:t> </a:t>
            </a:r>
            <a:r>
              <a:rPr sz="2000" dirty="0">
                <a:latin typeface="Calibri"/>
                <a:cs typeface="Calibri"/>
              </a:rPr>
              <a:t>to</a:t>
            </a:r>
            <a:r>
              <a:rPr sz="2000" spc="-95" dirty="0">
                <a:latin typeface="Times New Roman"/>
                <a:cs typeface="Times New Roman"/>
              </a:rPr>
              <a:t> </a:t>
            </a:r>
            <a:r>
              <a:rPr sz="2000" spc="-25" dirty="0">
                <a:latin typeface="Calibri"/>
                <a:cs typeface="Calibri"/>
              </a:rPr>
              <a:t>run</a:t>
            </a:r>
            <a:endParaRPr sz="2000">
              <a:latin typeface="Calibri"/>
              <a:cs typeface="Calibri"/>
            </a:endParaRPr>
          </a:p>
        </p:txBody>
      </p:sp>
      <p:grpSp>
        <p:nvGrpSpPr>
          <p:cNvPr id="6" name="object 6"/>
          <p:cNvGrpSpPr/>
          <p:nvPr/>
        </p:nvGrpSpPr>
        <p:grpSpPr>
          <a:xfrm>
            <a:off x="2579370" y="5135498"/>
            <a:ext cx="5849620" cy="868680"/>
            <a:chOff x="2579370" y="5135498"/>
            <a:chExt cx="5849620" cy="868680"/>
          </a:xfrm>
        </p:grpSpPr>
        <p:sp>
          <p:nvSpPr>
            <p:cNvPr id="7" name="object 7"/>
            <p:cNvSpPr/>
            <p:nvPr/>
          </p:nvSpPr>
          <p:spPr>
            <a:xfrm>
              <a:off x="2591943" y="5614461"/>
              <a:ext cx="179070" cy="377190"/>
            </a:xfrm>
            <a:custGeom>
              <a:avLst/>
              <a:gdLst/>
              <a:ahLst/>
              <a:cxnLst/>
              <a:rect l="l" t="t" r="r" b="b"/>
              <a:pathLst>
                <a:path w="179069" h="377189">
                  <a:moveTo>
                    <a:pt x="0" y="377085"/>
                  </a:moveTo>
                  <a:lnTo>
                    <a:pt x="178638" y="0"/>
                  </a:lnTo>
                </a:path>
              </a:pathLst>
            </a:custGeom>
            <a:ln w="25146">
              <a:solidFill>
                <a:srgbClr val="FF0000"/>
              </a:solidFill>
            </a:ln>
          </p:spPr>
          <p:txBody>
            <a:bodyPr wrap="square" lIns="0" tIns="0" rIns="0" bIns="0" rtlCol="0"/>
            <a:lstStyle/>
            <a:p>
              <a:endParaRPr/>
            </a:p>
          </p:txBody>
        </p:sp>
        <p:sp>
          <p:nvSpPr>
            <p:cNvPr id="8" name="object 8"/>
            <p:cNvSpPr/>
            <p:nvPr/>
          </p:nvSpPr>
          <p:spPr>
            <a:xfrm>
              <a:off x="2707767" y="5511164"/>
              <a:ext cx="114935" cy="142240"/>
            </a:xfrm>
            <a:custGeom>
              <a:avLst/>
              <a:gdLst/>
              <a:ahLst/>
              <a:cxnLst/>
              <a:rect l="l" t="t" r="r" b="b"/>
              <a:pathLst>
                <a:path w="114935" h="142239">
                  <a:moveTo>
                    <a:pt x="111747" y="0"/>
                  </a:moveTo>
                  <a:lnTo>
                    <a:pt x="0" y="87590"/>
                  </a:lnTo>
                  <a:lnTo>
                    <a:pt x="114769" y="141956"/>
                  </a:lnTo>
                  <a:lnTo>
                    <a:pt x="111747" y="0"/>
                  </a:lnTo>
                  <a:close/>
                </a:path>
              </a:pathLst>
            </a:custGeom>
            <a:solidFill>
              <a:srgbClr val="FF0000"/>
            </a:solidFill>
          </p:spPr>
          <p:txBody>
            <a:bodyPr wrap="square" lIns="0" tIns="0" rIns="0" bIns="0" rtlCol="0"/>
            <a:lstStyle/>
            <a:p>
              <a:endParaRPr/>
            </a:p>
          </p:txBody>
        </p:sp>
        <p:sp>
          <p:nvSpPr>
            <p:cNvPr id="9" name="object 9"/>
            <p:cNvSpPr/>
            <p:nvPr/>
          </p:nvSpPr>
          <p:spPr>
            <a:xfrm>
              <a:off x="7503731" y="5209870"/>
              <a:ext cx="912494" cy="781685"/>
            </a:xfrm>
            <a:custGeom>
              <a:avLst/>
              <a:gdLst/>
              <a:ahLst/>
              <a:cxnLst/>
              <a:rect l="l" t="t" r="r" b="b"/>
              <a:pathLst>
                <a:path w="912495" h="781685">
                  <a:moveTo>
                    <a:pt x="912190" y="781448"/>
                  </a:moveTo>
                  <a:lnTo>
                    <a:pt x="0" y="0"/>
                  </a:lnTo>
                </a:path>
              </a:pathLst>
            </a:custGeom>
            <a:ln w="25146">
              <a:solidFill>
                <a:srgbClr val="FF0000"/>
              </a:solidFill>
            </a:ln>
          </p:spPr>
          <p:txBody>
            <a:bodyPr wrap="square" lIns="0" tIns="0" rIns="0" bIns="0" rtlCol="0"/>
            <a:lstStyle/>
            <a:p>
              <a:endParaRPr/>
            </a:p>
          </p:txBody>
        </p:sp>
        <p:sp>
          <p:nvSpPr>
            <p:cNvPr id="10" name="object 10"/>
            <p:cNvSpPr/>
            <p:nvPr/>
          </p:nvSpPr>
          <p:spPr>
            <a:xfrm>
              <a:off x="7416927" y="5135498"/>
              <a:ext cx="137795" cy="131445"/>
            </a:xfrm>
            <a:custGeom>
              <a:avLst/>
              <a:gdLst/>
              <a:ahLst/>
              <a:cxnLst/>
              <a:rect l="l" t="t" r="r" b="b"/>
              <a:pathLst>
                <a:path w="137795" h="131445">
                  <a:moveTo>
                    <a:pt x="0" y="0"/>
                  </a:moveTo>
                  <a:lnTo>
                    <a:pt x="55130" y="130848"/>
                  </a:lnTo>
                  <a:lnTo>
                    <a:pt x="137756" y="34404"/>
                  </a:lnTo>
                  <a:lnTo>
                    <a:pt x="0" y="0"/>
                  </a:lnTo>
                  <a:close/>
                </a:path>
              </a:pathLst>
            </a:custGeom>
            <a:solidFill>
              <a:srgbClr val="FF0000"/>
            </a:solidFill>
          </p:spPr>
          <p:txBody>
            <a:bodyPr wrap="square" lIns="0" tIns="0" rIns="0" bIns="0" rtlCol="0"/>
            <a:lstStyle/>
            <a:p>
              <a:endParaRPr/>
            </a:p>
          </p:txBody>
        </p:sp>
      </p:grpSp>
      <p:sp>
        <p:nvSpPr>
          <p:cNvPr id="11" name="object 11"/>
          <p:cNvSpPr txBox="1"/>
          <p:nvPr/>
        </p:nvSpPr>
        <p:spPr>
          <a:xfrm>
            <a:off x="7273429" y="6008261"/>
            <a:ext cx="2284095" cy="635000"/>
          </a:xfrm>
          <a:prstGeom prst="rect">
            <a:avLst/>
          </a:prstGeom>
        </p:spPr>
        <p:txBody>
          <a:bodyPr vert="horz" wrap="square" lIns="0" tIns="12065" rIns="0" bIns="0" rtlCol="0">
            <a:spAutoFit/>
          </a:bodyPr>
          <a:lstStyle/>
          <a:p>
            <a:pPr marL="417195" marR="5080" indent="-405130">
              <a:lnSpc>
                <a:spcPct val="100000"/>
              </a:lnSpc>
              <a:spcBef>
                <a:spcPts val="95"/>
              </a:spcBef>
            </a:pPr>
            <a:r>
              <a:rPr sz="2000" dirty="0">
                <a:latin typeface="Calibri"/>
                <a:cs typeface="Calibri"/>
              </a:rPr>
              <a:t>The</a:t>
            </a:r>
            <a:r>
              <a:rPr sz="2000" spc="-85" dirty="0">
                <a:latin typeface="Times New Roman"/>
                <a:cs typeface="Times New Roman"/>
              </a:rPr>
              <a:t> </a:t>
            </a:r>
            <a:r>
              <a:rPr sz="2000" dirty="0">
                <a:latin typeface="Calibri"/>
                <a:cs typeface="Calibri"/>
              </a:rPr>
              <a:t>code</a:t>
            </a:r>
            <a:r>
              <a:rPr sz="2000" spc="-85" dirty="0">
                <a:latin typeface="Times New Roman"/>
                <a:cs typeface="Times New Roman"/>
              </a:rPr>
              <a:t> </a:t>
            </a:r>
            <a:r>
              <a:rPr sz="2000" dirty="0">
                <a:latin typeface="Calibri"/>
                <a:cs typeface="Calibri"/>
              </a:rPr>
              <a:t>to</a:t>
            </a:r>
            <a:r>
              <a:rPr sz="2000" spc="-90" dirty="0">
                <a:latin typeface="Times New Roman"/>
                <a:cs typeface="Times New Roman"/>
              </a:rPr>
              <a:t> </a:t>
            </a:r>
            <a:r>
              <a:rPr sz="2000" dirty="0">
                <a:latin typeface="Calibri"/>
                <a:cs typeface="Calibri"/>
              </a:rPr>
              <a:t>run</a:t>
            </a:r>
            <a:r>
              <a:rPr sz="2000" spc="-85" dirty="0">
                <a:latin typeface="Times New Roman"/>
                <a:cs typeface="Times New Roman"/>
              </a:rPr>
              <a:t> </a:t>
            </a:r>
            <a:r>
              <a:rPr sz="2000" spc="-20" dirty="0">
                <a:latin typeface="Calibri"/>
                <a:cs typeface="Calibri"/>
              </a:rPr>
              <a:t>when</a:t>
            </a:r>
            <a:r>
              <a:rPr sz="2000" spc="-20" dirty="0">
                <a:latin typeface="Times New Roman"/>
                <a:cs typeface="Times New Roman"/>
              </a:rPr>
              <a:t> </a:t>
            </a:r>
            <a:r>
              <a:rPr sz="2000" dirty="0">
                <a:latin typeface="Calibri"/>
                <a:cs typeface="Calibri"/>
              </a:rPr>
              <a:t>values</a:t>
            </a:r>
            <a:r>
              <a:rPr sz="2000" spc="-120" dirty="0">
                <a:latin typeface="Times New Roman"/>
                <a:cs typeface="Times New Roman"/>
              </a:rPr>
              <a:t> </a:t>
            </a:r>
            <a:r>
              <a:rPr sz="2000" spc="-10" dirty="0">
                <a:latin typeface="Calibri"/>
                <a:cs typeface="Calibri"/>
              </a:rPr>
              <a:t>change</a:t>
            </a:r>
            <a:endParaRPr sz="2000">
              <a:latin typeface="Calibri"/>
              <a:cs typeface="Calibri"/>
            </a:endParaRPr>
          </a:p>
        </p:txBody>
      </p:sp>
      <p:pic>
        <p:nvPicPr>
          <p:cNvPr id="12" name="Logo black">
            <a:extLst>
              <a:ext uri="{FF2B5EF4-FFF2-40B4-BE49-F238E27FC236}">
                <a16:creationId xmlns:a16="http://schemas.microsoft.com/office/drawing/2014/main" id="{2941391F-BDF2-653C-797B-C9B88B3C5B7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3346" y="6294893"/>
            <a:ext cx="784800" cy="21184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5">
            <a:extLst>
              <a:ext uri="{FF2B5EF4-FFF2-40B4-BE49-F238E27FC236}">
                <a16:creationId xmlns:a16="http://schemas.microsoft.com/office/drawing/2014/main" id="{15493877-B117-4B8B-A82E-2E262A5BA9E8}"/>
              </a:ext>
            </a:extLst>
          </p:cNvPr>
          <p:cNvSpPr>
            <a:spLocks noGrp="1"/>
          </p:cNvSpPr>
          <p:nvPr>
            <p:ph type="ctrTitle"/>
          </p:nvPr>
        </p:nvSpPr>
        <p:spPr>
          <a:xfrm>
            <a:off x="414697" y="990601"/>
            <a:ext cx="4462103" cy="709612"/>
          </a:xfrm>
        </p:spPr>
        <p:txBody>
          <a:bodyPr/>
          <a:lstStyle/>
          <a:p>
            <a:r>
              <a:rPr lang="da-DK" dirty="0"/>
              <a:t>Simple </a:t>
            </a:r>
            <a:r>
              <a:rPr lang="da-DK" dirty="0" err="1"/>
              <a:t>example</a:t>
            </a:r>
            <a:endParaRPr lang="da-DK" dirty="0"/>
          </a:p>
        </p:txBody>
      </p:sp>
      <p:sp>
        <p:nvSpPr>
          <p:cNvPr id="7" name="Pladsholder til indhold 6">
            <a:extLst>
              <a:ext uri="{FF2B5EF4-FFF2-40B4-BE49-F238E27FC236}">
                <a16:creationId xmlns:a16="http://schemas.microsoft.com/office/drawing/2014/main" id="{6895446F-29C4-FE45-2914-5A58690B0A73}"/>
              </a:ext>
            </a:extLst>
          </p:cNvPr>
          <p:cNvSpPr>
            <a:spLocks noGrp="1"/>
          </p:cNvSpPr>
          <p:nvPr>
            <p:ph sz="quarter" idx="13"/>
          </p:nvPr>
        </p:nvSpPr>
        <p:spPr/>
        <p:txBody>
          <a:bodyPr/>
          <a:lstStyle/>
          <a:p>
            <a:endParaRPr lang="da-DK" dirty="0"/>
          </a:p>
        </p:txBody>
      </p:sp>
      <p:sp>
        <p:nvSpPr>
          <p:cNvPr id="9" name="Tekstfelt 8">
            <a:extLst>
              <a:ext uri="{FF2B5EF4-FFF2-40B4-BE49-F238E27FC236}">
                <a16:creationId xmlns:a16="http://schemas.microsoft.com/office/drawing/2014/main" id="{2FA8082A-5AB4-363A-528E-1FAA6C8B5420}"/>
              </a:ext>
            </a:extLst>
          </p:cNvPr>
          <p:cNvSpPr txBox="1"/>
          <p:nvPr/>
        </p:nvSpPr>
        <p:spPr>
          <a:xfrm>
            <a:off x="5181600" y="-64264"/>
            <a:ext cx="8533447" cy="6986528"/>
          </a:xfrm>
          <a:prstGeom prst="rect">
            <a:avLst/>
          </a:prstGeom>
          <a:solidFill>
            <a:schemeClr val="tx1">
              <a:lumMod val="85000"/>
              <a:lumOff val="15000"/>
            </a:schemeClr>
          </a:solidFill>
        </p:spPr>
        <p:txBody>
          <a:bodyPr wrap="square">
            <a:spAutoFit/>
          </a:bodyPr>
          <a:lstStyle/>
          <a:p>
            <a:r>
              <a:rPr lang="da-DK" sz="1600" b="0" dirty="0">
                <a:solidFill>
                  <a:srgbClr val="C586C0"/>
                </a:solidFill>
                <a:effectLst/>
                <a:latin typeface="Menlo" panose="020B0609030804020204" pitchFamily="49" charset="0"/>
              </a:rPr>
              <a:t>import</a:t>
            </a:r>
            <a:r>
              <a:rPr lang="da-DK" sz="1600" b="0" dirty="0">
                <a:solidFill>
                  <a:srgbClr val="CCCCCC"/>
                </a:solidFill>
                <a:effectLst/>
                <a:latin typeface="Menlo" panose="020B0609030804020204" pitchFamily="49" charset="0"/>
              </a:rPr>
              <a:t> </a:t>
            </a:r>
            <a:r>
              <a:rPr lang="da-DK" sz="1600" b="0" dirty="0" err="1">
                <a:solidFill>
                  <a:srgbClr val="9CDCFE"/>
                </a:solidFill>
                <a:effectLst/>
                <a:latin typeface="Menlo" panose="020B0609030804020204" pitchFamily="49" charset="0"/>
              </a:rPr>
              <a:t>React</a:t>
            </a:r>
            <a:r>
              <a:rPr lang="da-DK" sz="1600" b="0" dirty="0">
                <a:solidFill>
                  <a:srgbClr val="CCCCCC"/>
                </a:solidFill>
                <a:effectLst/>
                <a:latin typeface="Menlo" panose="020B0609030804020204" pitchFamily="49" charset="0"/>
              </a:rPr>
              <a:t>, { </a:t>
            </a:r>
            <a:r>
              <a:rPr lang="da-DK" sz="1600" b="0" dirty="0" err="1">
                <a:solidFill>
                  <a:srgbClr val="9CDCFE"/>
                </a:solidFill>
                <a:effectLst/>
                <a:latin typeface="Menlo" panose="020B0609030804020204" pitchFamily="49" charset="0"/>
              </a:rPr>
              <a:t>useState</a:t>
            </a:r>
            <a:r>
              <a:rPr lang="da-DK" sz="1600" b="0" dirty="0">
                <a:solidFill>
                  <a:srgbClr val="CCCCCC"/>
                </a:solidFill>
                <a:effectLst/>
                <a:latin typeface="Menlo" panose="020B0609030804020204" pitchFamily="49" charset="0"/>
              </a:rPr>
              <a:t>, </a:t>
            </a:r>
            <a:r>
              <a:rPr lang="da-DK" sz="1600" b="0" dirty="0" err="1">
                <a:solidFill>
                  <a:srgbClr val="9CDCFE"/>
                </a:solidFill>
                <a:effectLst/>
                <a:latin typeface="Menlo" panose="020B0609030804020204" pitchFamily="49" charset="0"/>
              </a:rPr>
              <a:t>useEffect</a:t>
            </a:r>
            <a:r>
              <a:rPr lang="da-DK" sz="1600" b="0" dirty="0">
                <a:solidFill>
                  <a:srgbClr val="CCCCCC"/>
                </a:solidFill>
                <a:effectLst/>
                <a:latin typeface="Menlo" panose="020B0609030804020204" pitchFamily="49" charset="0"/>
              </a:rPr>
              <a:t> } </a:t>
            </a:r>
            <a:r>
              <a:rPr lang="da-DK" sz="1600" b="0" dirty="0">
                <a:solidFill>
                  <a:srgbClr val="C586C0"/>
                </a:solidFill>
                <a:effectLst/>
                <a:latin typeface="Menlo" panose="020B0609030804020204" pitchFamily="49" charset="0"/>
              </a:rPr>
              <a:t>from</a:t>
            </a:r>
            <a:r>
              <a:rPr lang="da-DK" sz="1600" b="0" dirty="0">
                <a:solidFill>
                  <a:srgbClr val="CCCCCC"/>
                </a:solidFill>
                <a:effectLst/>
                <a:latin typeface="Menlo" panose="020B0609030804020204" pitchFamily="49" charset="0"/>
              </a:rPr>
              <a:t> </a:t>
            </a:r>
            <a:r>
              <a:rPr lang="da-DK" sz="1600" b="0" dirty="0">
                <a:solidFill>
                  <a:srgbClr val="CE9178"/>
                </a:solidFill>
                <a:effectLst/>
                <a:latin typeface="Menlo" panose="020B0609030804020204" pitchFamily="49" charset="0"/>
              </a:rPr>
              <a:t>'</a:t>
            </a:r>
            <a:r>
              <a:rPr lang="da-DK" sz="1600" b="0" dirty="0" err="1">
                <a:solidFill>
                  <a:srgbClr val="CE9178"/>
                </a:solidFill>
                <a:effectLst/>
                <a:latin typeface="Menlo" panose="020B0609030804020204" pitchFamily="49" charset="0"/>
              </a:rPr>
              <a:t>react</a:t>
            </a:r>
            <a:r>
              <a:rPr lang="da-DK" sz="1600" b="0" dirty="0">
                <a:solidFill>
                  <a:srgbClr val="CE9178"/>
                </a:solidFill>
                <a:effectLst/>
                <a:latin typeface="Menlo" panose="020B0609030804020204" pitchFamily="49" charset="0"/>
              </a:rPr>
              <a:t>'</a:t>
            </a:r>
            <a:r>
              <a:rPr lang="da-DK" sz="1600" b="0" dirty="0">
                <a:solidFill>
                  <a:srgbClr val="CCCCCC"/>
                </a:solidFill>
                <a:effectLst/>
                <a:latin typeface="Menlo" panose="020B0609030804020204" pitchFamily="49" charset="0"/>
              </a:rPr>
              <a:t>;</a:t>
            </a:r>
          </a:p>
          <a:p>
            <a:br>
              <a:rPr lang="da-DK" sz="1600" b="0" dirty="0">
                <a:solidFill>
                  <a:srgbClr val="CCCCCC"/>
                </a:solidFill>
                <a:effectLst/>
                <a:latin typeface="Menlo" panose="020B0609030804020204" pitchFamily="49" charset="0"/>
              </a:rPr>
            </a:br>
            <a:r>
              <a:rPr lang="da-DK" sz="1600" b="0" dirty="0" err="1">
                <a:solidFill>
                  <a:srgbClr val="569CD6"/>
                </a:solidFill>
                <a:effectLst/>
                <a:latin typeface="Menlo" panose="020B0609030804020204" pitchFamily="49" charset="0"/>
              </a:rPr>
              <a:t>function</a:t>
            </a:r>
            <a:r>
              <a:rPr lang="da-DK" sz="1600" b="0" dirty="0">
                <a:solidFill>
                  <a:srgbClr val="CCCCCC"/>
                </a:solidFill>
                <a:effectLst/>
                <a:latin typeface="Menlo" panose="020B0609030804020204" pitchFamily="49" charset="0"/>
              </a:rPr>
              <a:t> </a:t>
            </a:r>
            <a:r>
              <a:rPr lang="da-DK" sz="1600" b="0" dirty="0" err="1">
                <a:solidFill>
                  <a:srgbClr val="DCDCAA"/>
                </a:solidFill>
                <a:effectLst/>
                <a:latin typeface="Menlo" panose="020B0609030804020204" pitchFamily="49" charset="0"/>
              </a:rPr>
              <a:t>MyComponent</a:t>
            </a:r>
            <a:r>
              <a:rPr lang="da-DK" sz="1600" b="0" dirty="0">
                <a:solidFill>
                  <a:srgbClr val="CCCCCC"/>
                </a:solidFill>
                <a:effectLst/>
                <a:latin typeface="Menlo" panose="020B0609030804020204" pitchFamily="49" charset="0"/>
              </a:rPr>
              <a:t>() {</a:t>
            </a:r>
          </a:p>
          <a:p>
            <a:r>
              <a:rPr lang="da-DK" sz="1600" b="0" dirty="0">
                <a:solidFill>
                  <a:srgbClr val="6A9955"/>
                </a:solidFill>
                <a:effectLst/>
                <a:latin typeface="Menlo" panose="020B0609030804020204" pitchFamily="49" charset="0"/>
              </a:rPr>
              <a:t>  // Step 1: </a:t>
            </a:r>
            <a:r>
              <a:rPr lang="da-DK" sz="1600" b="0" dirty="0" err="1">
                <a:solidFill>
                  <a:srgbClr val="6A9955"/>
                </a:solidFill>
                <a:effectLst/>
                <a:latin typeface="Menlo" panose="020B0609030804020204" pitchFamily="49" charset="0"/>
              </a:rPr>
              <a:t>Initialize</a:t>
            </a:r>
            <a:r>
              <a:rPr lang="da-DK" sz="1600" b="0" dirty="0">
                <a:solidFill>
                  <a:srgbClr val="6A9955"/>
                </a:solidFill>
                <a:effectLst/>
                <a:latin typeface="Menlo" panose="020B0609030804020204" pitchFamily="49" charset="0"/>
              </a:rPr>
              <a:t> x with a </a:t>
            </a:r>
            <a:r>
              <a:rPr lang="da-DK" sz="1600" b="0" dirty="0" err="1">
                <a:solidFill>
                  <a:srgbClr val="6A9955"/>
                </a:solidFill>
                <a:effectLst/>
                <a:latin typeface="Menlo" panose="020B0609030804020204" pitchFamily="49" charset="0"/>
              </a:rPr>
              <a:t>value</a:t>
            </a:r>
            <a:r>
              <a:rPr lang="da-DK" sz="1600" b="0" dirty="0">
                <a:solidFill>
                  <a:srgbClr val="6A9955"/>
                </a:solidFill>
                <a:effectLst/>
                <a:latin typeface="Menlo" panose="020B0609030804020204" pitchFamily="49" charset="0"/>
              </a:rPr>
              <a:t> of 5</a:t>
            </a:r>
            <a:endParaRPr lang="da-DK" sz="1600" b="0" dirty="0">
              <a:solidFill>
                <a:srgbClr val="CCCCCC"/>
              </a:solidFill>
              <a:effectLst/>
              <a:latin typeface="Menlo" panose="020B0609030804020204" pitchFamily="49" charset="0"/>
            </a:endParaRPr>
          </a:p>
          <a:p>
            <a:r>
              <a:rPr lang="da-DK" sz="1600" b="0" dirty="0">
                <a:solidFill>
                  <a:srgbClr val="569CD6"/>
                </a:solidFill>
                <a:effectLst/>
                <a:latin typeface="Menlo" panose="020B0609030804020204" pitchFamily="49" charset="0"/>
              </a:rPr>
              <a:t>  </a:t>
            </a:r>
            <a:r>
              <a:rPr lang="da-DK" sz="1600" b="0" dirty="0" err="1">
                <a:solidFill>
                  <a:srgbClr val="569CD6"/>
                </a:solidFill>
                <a:effectLst/>
                <a:latin typeface="Menlo" panose="020B0609030804020204" pitchFamily="49" charset="0"/>
              </a:rPr>
              <a:t>const</a:t>
            </a:r>
            <a:r>
              <a:rPr lang="da-DK" sz="1600" b="0" dirty="0">
                <a:solidFill>
                  <a:srgbClr val="CCCCCC"/>
                </a:solidFill>
                <a:effectLst/>
                <a:latin typeface="Menlo" panose="020B0609030804020204" pitchFamily="49" charset="0"/>
              </a:rPr>
              <a:t> [</a:t>
            </a:r>
            <a:r>
              <a:rPr lang="da-DK" sz="1600" b="0" dirty="0">
                <a:solidFill>
                  <a:srgbClr val="4FC1FF"/>
                </a:solidFill>
                <a:effectLst/>
                <a:latin typeface="Menlo" panose="020B0609030804020204" pitchFamily="49" charset="0"/>
              </a:rPr>
              <a:t>x</a:t>
            </a:r>
            <a:r>
              <a:rPr lang="da-DK" sz="1600" b="0" dirty="0">
                <a:solidFill>
                  <a:srgbClr val="CCCCCC"/>
                </a:solidFill>
                <a:effectLst/>
                <a:latin typeface="Menlo" panose="020B0609030804020204" pitchFamily="49" charset="0"/>
              </a:rPr>
              <a:t>, </a:t>
            </a:r>
            <a:r>
              <a:rPr lang="da-DK" sz="1600" b="0" dirty="0" err="1">
                <a:solidFill>
                  <a:srgbClr val="4FC1FF"/>
                </a:solidFill>
                <a:effectLst/>
                <a:latin typeface="Menlo" panose="020B0609030804020204" pitchFamily="49" charset="0"/>
              </a:rPr>
              <a:t>setX</a:t>
            </a:r>
            <a:r>
              <a:rPr lang="da-DK" sz="1600" b="0" dirty="0">
                <a:solidFill>
                  <a:srgbClr val="CCCCCC"/>
                </a:solidFill>
                <a:effectLst/>
                <a:latin typeface="Menlo" panose="020B0609030804020204" pitchFamily="49" charset="0"/>
              </a:rPr>
              <a:t>] </a:t>
            </a:r>
            <a:r>
              <a:rPr lang="da-DK" sz="1600" b="0" dirty="0">
                <a:solidFill>
                  <a:srgbClr val="D4D4D4"/>
                </a:solidFill>
                <a:effectLst/>
                <a:latin typeface="Menlo" panose="020B0609030804020204" pitchFamily="49" charset="0"/>
              </a:rPr>
              <a:t>=</a:t>
            </a:r>
            <a:r>
              <a:rPr lang="da-DK" sz="1600" b="0" dirty="0">
                <a:solidFill>
                  <a:srgbClr val="CCCCCC"/>
                </a:solidFill>
                <a:effectLst/>
                <a:latin typeface="Menlo" panose="020B0609030804020204" pitchFamily="49" charset="0"/>
              </a:rPr>
              <a:t> </a:t>
            </a:r>
            <a:r>
              <a:rPr lang="da-DK" sz="1600" b="0" dirty="0" err="1">
                <a:solidFill>
                  <a:srgbClr val="DCDCAA"/>
                </a:solidFill>
                <a:effectLst/>
                <a:latin typeface="Menlo" panose="020B0609030804020204" pitchFamily="49" charset="0"/>
              </a:rPr>
              <a:t>useState</a:t>
            </a:r>
            <a:r>
              <a:rPr lang="da-DK" sz="1600" b="0" dirty="0">
                <a:solidFill>
                  <a:srgbClr val="CCCCCC"/>
                </a:solidFill>
                <a:effectLst/>
                <a:latin typeface="Menlo" panose="020B0609030804020204" pitchFamily="49" charset="0"/>
              </a:rPr>
              <a:t>(</a:t>
            </a:r>
            <a:r>
              <a:rPr lang="da-DK" sz="1600" b="0" dirty="0">
                <a:solidFill>
                  <a:srgbClr val="B5CEA8"/>
                </a:solidFill>
                <a:effectLst/>
                <a:latin typeface="Menlo" panose="020B0609030804020204" pitchFamily="49" charset="0"/>
              </a:rPr>
              <a:t>5</a:t>
            </a:r>
            <a:r>
              <a:rPr lang="da-DK" sz="1600" b="0" dirty="0">
                <a:solidFill>
                  <a:srgbClr val="CCCCCC"/>
                </a:solidFill>
                <a:effectLst/>
                <a:latin typeface="Menlo" panose="020B0609030804020204" pitchFamily="49" charset="0"/>
              </a:rPr>
              <a:t>);</a:t>
            </a:r>
          </a:p>
          <a:p>
            <a:br>
              <a:rPr lang="da-DK" sz="1600" b="0" dirty="0">
                <a:solidFill>
                  <a:srgbClr val="CCCCCC"/>
                </a:solidFill>
                <a:effectLst/>
                <a:latin typeface="Menlo" panose="020B0609030804020204" pitchFamily="49" charset="0"/>
              </a:rPr>
            </a:br>
            <a:r>
              <a:rPr lang="da-DK" sz="1600" b="0" dirty="0">
                <a:solidFill>
                  <a:srgbClr val="CCCCCC"/>
                </a:solidFill>
                <a:effectLst/>
                <a:latin typeface="Menlo" panose="020B0609030804020204" pitchFamily="49" charset="0"/>
              </a:rPr>
              <a:t>  </a:t>
            </a:r>
            <a:r>
              <a:rPr lang="da-DK" sz="1600" b="0" dirty="0">
                <a:solidFill>
                  <a:srgbClr val="6A9955"/>
                </a:solidFill>
                <a:effectLst/>
                <a:latin typeface="Menlo" panose="020B0609030804020204" pitchFamily="49" charset="0"/>
              </a:rPr>
              <a:t>// Step 3: </a:t>
            </a:r>
            <a:r>
              <a:rPr lang="da-DK" sz="1600" b="0" dirty="0" err="1">
                <a:solidFill>
                  <a:srgbClr val="6A9955"/>
                </a:solidFill>
                <a:effectLst/>
                <a:latin typeface="Menlo" panose="020B0609030804020204" pitchFamily="49" charset="0"/>
              </a:rPr>
              <a:t>React</a:t>
            </a:r>
            <a:r>
              <a:rPr lang="da-DK" sz="1600" b="0" dirty="0">
                <a:solidFill>
                  <a:srgbClr val="6A9955"/>
                </a:solidFill>
                <a:effectLst/>
                <a:latin typeface="Menlo" panose="020B0609030804020204" pitchFamily="49" charset="0"/>
              </a:rPr>
              <a:t> to </a:t>
            </a:r>
            <a:r>
              <a:rPr lang="da-DK" sz="1600" b="0" dirty="0" err="1">
                <a:solidFill>
                  <a:srgbClr val="6A9955"/>
                </a:solidFill>
                <a:effectLst/>
                <a:latin typeface="Menlo" panose="020B0609030804020204" pitchFamily="49" charset="0"/>
              </a:rPr>
              <a:t>changes</a:t>
            </a:r>
            <a:r>
              <a:rPr lang="da-DK" sz="1600" b="0" dirty="0">
                <a:solidFill>
                  <a:srgbClr val="6A9955"/>
                </a:solidFill>
                <a:effectLst/>
                <a:latin typeface="Menlo" panose="020B0609030804020204" pitchFamily="49" charset="0"/>
              </a:rPr>
              <a:t> in x</a:t>
            </a:r>
            <a:endParaRPr lang="da-DK" sz="1600" b="0" dirty="0">
              <a:solidFill>
                <a:srgbClr val="CCCCCC"/>
              </a:solidFill>
              <a:effectLst/>
              <a:latin typeface="Menlo" panose="020B0609030804020204" pitchFamily="49" charset="0"/>
            </a:endParaRPr>
          </a:p>
          <a:p>
            <a:r>
              <a:rPr lang="da-DK" sz="1600" b="0" dirty="0">
                <a:solidFill>
                  <a:srgbClr val="DCDCAA"/>
                </a:solidFill>
                <a:effectLst/>
                <a:latin typeface="Menlo" panose="020B0609030804020204" pitchFamily="49" charset="0"/>
              </a:rPr>
              <a:t>  </a:t>
            </a:r>
            <a:r>
              <a:rPr lang="da-DK" sz="1600" b="0" dirty="0" err="1">
                <a:solidFill>
                  <a:srgbClr val="DCDCAA"/>
                </a:solidFill>
                <a:effectLst/>
                <a:latin typeface="Menlo" panose="020B0609030804020204" pitchFamily="49" charset="0"/>
              </a:rPr>
              <a:t>useEffect</a:t>
            </a:r>
            <a:r>
              <a:rPr lang="da-DK" sz="1600" b="0" dirty="0">
                <a:solidFill>
                  <a:srgbClr val="CCCCCC"/>
                </a:solidFill>
                <a:effectLst/>
                <a:latin typeface="Menlo" panose="020B0609030804020204" pitchFamily="49" charset="0"/>
              </a:rPr>
              <a:t>(() </a:t>
            </a:r>
            <a:r>
              <a:rPr lang="da-DK" sz="1600" b="0" dirty="0">
                <a:solidFill>
                  <a:srgbClr val="569CD6"/>
                </a:solidFill>
                <a:effectLst/>
                <a:latin typeface="Menlo" panose="020B0609030804020204" pitchFamily="49" charset="0"/>
              </a:rPr>
              <a:t>=&gt;</a:t>
            </a:r>
            <a:r>
              <a:rPr lang="da-DK" sz="1600" b="0" dirty="0">
                <a:solidFill>
                  <a:srgbClr val="CCCCCC"/>
                </a:solidFill>
                <a:effectLst/>
                <a:latin typeface="Menlo" panose="020B0609030804020204" pitchFamily="49" charset="0"/>
              </a:rPr>
              <a:t> {</a:t>
            </a:r>
          </a:p>
          <a:p>
            <a:r>
              <a:rPr lang="da-DK" sz="1600" b="0" dirty="0">
                <a:solidFill>
                  <a:srgbClr val="9CDCFE"/>
                </a:solidFill>
                <a:effectLst/>
                <a:latin typeface="Menlo" panose="020B0609030804020204" pitchFamily="49" charset="0"/>
              </a:rPr>
              <a:t>    </a:t>
            </a:r>
            <a:r>
              <a:rPr lang="da-DK" sz="1600" b="0" dirty="0" err="1">
                <a:solidFill>
                  <a:srgbClr val="9CDCFE"/>
                </a:solidFill>
                <a:effectLst/>
                <a:latin typeface="Menlo" panose="020B0609030804020204" pitchFamily="49" charset="0"/>
              </a:rPr>
              <a:t>console</a:t>
            </a:r>
            <a:r>
              <a:rPr lang="da-DK" sz="1600" b="0" dirty="0" err="1">
                <a:solidFill>
                  <a:srgbClr val="CCCCCC"/>
                </a:solidFill>
                <a:effectLst/>
                <a:latin typeface="Menlo" panose="020B0609030804020204" pitchFamily="49" charset="0"/>
              </a:rPr>
              <a:t>.</a:t>
            </a:r>
            <a:r>
              <a:rPr lang="da-DK" sz="1600" b="0" dirty="0" err="1">
                <a:solidFill>
                  <a:srgbClr val="DCDCAA"/>
                </a:solidFill>
                <a:effectLst/>
                <a:latin typeface="Menlo" panose="020B0609030804020204" pitchFamily="49" charset="0"/>
              </a:rPr>
              <a:t>log</a:t>
            </a:r>
            <a:r>
              <a:rPr lang="da-DK" sz="1600" b="0" dirty="0">
                <a:solidFill>
                  <a:srgbClr val="CCCCCC"/>
                </a:solidFill>
                <a:effectLst/>
                <a:latin typeface="Menlo" panose="020B0609030804020204" pitchFamily="49" charset="0"/>
              </a:rPr>
              <a:t>(</a:t>
            </a:r>
            <a:r>
              <a:rPr lang="da-DK" sz="1600" b="0" dirty="0">
                <a:solidFill>
                  <a:srgbClr val="CE9178"/>
                </a:solidFill>
                <a:effectLst/>
                <a:latin typeface="Menlo" panose="020B0609030804020204" pitchFamily="49" charset="0"/>
              </a:rPr>
              <a:t>`The </a:t>
            </a:r>
            <a:r>
              <a:rPr lang="da-DK" sz="1600" b="0" dirty="0" err="1">
                <a:solidFill>
                  <a:srgbClr val="CE9178"/>
                </a:solidFill>
                <a:effectLst/>
                <a:latin typeface="Menlo" panose="020B0609030804020204" pitchFamily="49" charset="0"/>
              </a:rPr>
              <a:t>value</a:t>
            </a:r>
            <a:r>
              <a:rPr lang="da-DK" sz="1600" b="0" dirty="0">
                <a:solidFill>
                  <a:srgbClr val="CE9178"/>
                </a:solidFill>
                <a:effectLst/>
                <a:latin typeface="Menlo" panose="020B0609030804020204" pitchFamily="49" charset="0"/>
              </a:rPr>
              <a:t> of x is </a:t>
            </a:r>
            <a:r>
              <a:rPr lang="da-DK" sz="1600" b="0" dirty="0" err="1">
                <a:solidFill>
                  <a:srgbClr val="CE9178"/>
                </a:solidFill>
                <a:effectLst/>
                <a:latin typeface="Menlo" panose="020B0609030804020204" pitchFamily="49" charset="0"/>
              </a:rPr>
              <a:t>now</a:t>
            </a:r>
            <a:r>
              <a:rPr lang="da-DK" sz="1600" b="0" dirty="0">
                <a:solidFill>
                  <a:srgbClr val="CE9178"/>
                </a:solidFill>
                <a:effectLst/>
                <a:latin typeface="Menlo" panose="020B0609030804020204" pitchFamily="49" charset="0"/>
              </a:rPr>
              <a:t> </a:t>
            </a:r>
            <a:r>
              <a:rPr lang="da-DK" sz="1600" b="0" dirty="0">
                <a:solidFill>
                  <a:srgbClr val="569CD6"/>
                </a:solidFill>
                <a:effectLst/>
                <a:latin typeface="Menlo" panose="020B0609030804020204" pitchFamily="49" charset="0"/>
              </a:rPr>
              <a:t>${</a:t>
            </a:r>
            <a:r>
              <a:rPr lang="da-DK" sz="1600" b="0" dirty="0">
                <a:solidFill>
                  <a:srgbClr val="4FC1FF"/>
                </a:solidFill>
                <a:effectLst/>
                <a:latin typeface="Menlo" panose="020B0609030804020204" pitchFamily="49" charset="0"/>
              </a:rPr>
              <a:t>x</a:t>
            </a:r>
            <a:r>
              <a:rPr lang="da-DK" sz="1600" b="0" dirty="0">
                <a:solidFill>
                  <a:srgbClr val="569CD6"/>
                </a:solidFill>
                <a:effectLst/>
                <a:latin typeface="Menlo" panose="020B0609030804020204" pitchFamily="49" charset="0"/>
              </a:rPr>
              <a:t>}</a:t>
            </a:r>
            <a:r>
              <a:rPr lang="da-DK" sz="1600" b="0" dirty="0">
                <a:solidFill>
                  <a:srgbClr val="CE9178"/>
                </a:solidFill>
                <a:effectLst/>
                <a:latin typeface="Menlo" panose="020B0609030804020204" pitchFamily="49" charset="0"/>
              </a:rPr>
              <a:t>`</a:t>
            </a:r>
            <a:r>
              <a:rPr lang="da-DK" sz="1600" b="0" dirty="0">
                <a:solidFill>
                  <a:srgbClr val="CCCCCC"/>
                </a:solidFill>
                <a:effectLst/>
                <a:latin typeface="Menlo" panose="020B0609030804020204" pitchFamily="49" charset="0"/>
              </a:rPr>
              <a:t>);</a:t>
            </a:r>
          </a:p>
          <a:p>
            <a:r>
              <a:rPr lang="da-DK" sz="1600" b="0" dirty="0">
                <a:solidFill>
                  <a:srgbClr val="6A9955"/>
                </a:solidFill>
                <a:effectLst/>
                <a:latin typeface="Menlo" panose="020B0609030804020204" pitchFamily="49" charset="0"/>
              </a:rPr>
              <a:t>    // This </a:t>
            </a:r>
            <a:r>
              <a:rPr lang="da-DK" sz="1600" b="0" dirty="0" err="1">
                <a:solidFill>
                  <a:srgbClr val="6A9955"/>
                </a:solidFill>
                <a:effectLst/>
                <a:latin typeface="Menlo" panose="020B0609030804020204" pitchFamily="49" charset="0"/>
              </a:rPr>
              <a:t>code</a:t>
            </a:r>
            <a:r>
              <a:rPr lang="da-DK" sz="1600" b="0" dirty="0">
                <a:solidFill>
                  <a:srgbClr val="6A9955"/>
                </a:solidFill>
                <a:effectLst/>
                <a:latin typeface="Menlo" panose="020B0609030804020204" pitchFamily="49" charset="0"/>
              </a:rPr>
              <a:t> </a:t>
            </a:r>
            <a:r>
              <a:rPr lang="da-DK" sz="1600" b="0" dirty="0" err="1">
                <a:solidFill>
                  <a:srgbClr val="6A9955"/>
                </a:solidFill>
                <a:effectLst/>
                <a:latin typeface="Menlo" panose="020B0609030804020204" pitchFamily="49" charset="0"/>
              </a:rPr>
              <a:t>will</a:t>
            </a:r>
            <a:r>
              <a:rPr lang="da-DK" sz="1600" b="0" dirty="0">
                <a:solidFill>
                  <a:srgbClr val="6A9955"/>
                </a:solidFill>
                <a:effectLst/>
                <a:latin typeface="Menlo" panose="020B0609030804020204" pitchFamily="49" charset="0"/>
              </a:rPr>
              <a:t> run </a:t>
            </a:r>
            <a:r>
              <a:rPr lang="da-DK" sz="1600" b="0" dirty="0" err="1">
                <a:solidFill>
                  <a:srgbClr val="6A9955"/>
                </a:solidFill>
                <a:effectLst/>
                <a:latin typeface="Menlo" panose="020B0609030804020204" pitchFamily="49" charset="0"/>
              </a:rPr>
              <a:t>whenever</a:t>
            </a:r>
            <a:r>
              <a:rPr lang="da-DK" sz="1600" b="0" dirty="0">
                <a:solidFill>
                  <a:srgbClr val="6A9955"/>
                </a:solidFill>
                <a:effectLst/>
                <a:latin typeface="Menlo" panose="020B0609030804020204" pitchFamily="49" charset="0"/>
              </a:rPr>
              <a:t> 'x' </a:t>
            </a:r>
            <a:r>
              <a:rPr lang="da-DK" sz="1600" b="0" dirty="0" err="1">
                <a:solidFill>
                  <a:srgbClr val="6A9955"/>
                </a:solidFill>
                <a:effectLst/>
                <a:latin typeface="Menlo" panose="020B0609030804020204" pitchFamily="49" charset="0"/>
              </a:rPr>
              <a:t>changes</a:t>
            </a:r>
            <a:endParaRPr lang="da-DK" sz="1600" b="0" dirty="0">
              <a:solidFill>
                <a:srgbClr val="CCCCCC"/>
              </a:solidFill>
              <a:effectLst/>
              <a:latin typeface="Menlo" panose="020B0609030804020204" pitchFamily="49" charset="0"/>
            </a:endParaRPr>
          </a:p>
          <a:p>
            <a:r>
              <a:rPr lang="da-DK" sz="1600" b="0" dirty="0">
                <a:solidFill>
                  <a:srgbClr val="CCCCCC"/>
                </a:solidFill>
                <a:effectLst/>
                <a:latin typeface="Menlo" panose="020B0609030804020204" pitchFamily="49" charset="0"/>
              </a:rPr>
              <a:t>  }, [</a:t>
            </a:r>
            <a:r>
              <a:rPr lang="da-DK" sz="1600" b="0" dirty="0">
                <a:solidFill>
                  <a:srgbClr val="4FC1FF"/>
                </a:solidFill>
                <a:effectLst/>
                <a:latin typeface="Menlo" panose="020B0609030804020204" pitchFamily="49" charset="0"/>
              </a:rPr>
              <a:t>x</a:t>
            </a:r>
            <a:r>
              <a:rPr lang="da-DK" sz="1600" b="0" dirty="0">
                <a:solidFill>
                  <a:srgbClr val="CCCCCC"/>
                </a:solidFill>
                <a:effectLst/>
                <a:latin typeface="Menlo" panose="020B0609030804020204" pitchFamily="49" charset="0"/>
              </a:rPr>
              <a:t>]); </a:t>
            </a:r>
            <a:r>
              <a:rPr lang="da-DK" sz="1600" b="0" dirty="0">
                <a:solidFill>
                  <a:srgbClr val="6A9955"/>
                </a:solidFill>
                <a:effectLst/>
                <a:latin typeface="Menlo" panose="020B0609030804020204" pitchFamily="49" charset="0"/>
              </a:rPr>
              <a:t>// The </a:t>
            </a:r>
            <a:r>
              <a:rPr lang="da-DK" sz="1600" b="0" dirty="0" err="1">
                <a:solidFill>
                  <a:srgbClr val="6A9955"/>
                </a:solidFill>
                <a:effectLst/>
                <a:latin typeface="Menlo" panose="020B0609030804020204" pitchFamily="49" charset="0"/>
              </a:rPr>
              <a:t>dependency</a:t>
            </a:r>
            <a:r>
              <a:rPr lang="da-DK" sz="1600" b="0" dirty="0">
                <a:solidFill>
                  <a:srgbClr val="6A9955"/>
                </a:solidFill>
                <a:effectLst/>
                <a:latin typeface="Menlo" panose="020B0609030804020204" pitchFamily="49" charset="0"/>
              </a:rPr>
              <a:t> array</a:t>
            </a:r>
            <a:endParaRPr lang="da-DK" sz="1600" b="0" dirty="0">
              <a:solidFill>
                <a:srgbClr val="CCCCCC"/>
              </a:solidFill>
              <a:effectLst/>
              <a:latin typeface="Menlo" panose="020B0609030804020204" pitchFamily="49" charset="0"/>
            </a:endParaRPr>
          </a:p>
          <a:p>
            <a:br>
              <a:rPr lang="da-DK" sz="1600" b="0" dirty="0">
                <a:solidFill>
                  <a:srgbClr val="CCCCCC"/>
                </a:solidFill>
                <a:effectLst/>
                <a:latin typeface="Menlo" panose="020B0609030804020204" pitchFamily="49" charset="0"/>
              </a:rPr>
            </a:br>
            <a:r>
              <a:rPr lang="da-DK" sz="1600" b="0" dirty="0">
                <a:solidFill>
                  <a:srgbClr val="CCCCCC"/>
                </a:solidFill>
                <a:effectLst/>
                <a:latin typeface="Menlo" panose="020B0609030804020204" pitchFamily="49" charset="0"/>
              </a:rPr>
              <a:t>  </a:t>
            </a:r>
            <a:r>
              <a:rPr lang="da-DK" sz="1600" b="0" dirty="0">
                <a:solidFill>
                  <a:srgbClr val="6A9955"/>
                </a:solidFill>
                <a:effectLst/>
                <a:latin typeface="Menlo" panose="020B0609030804020204" pitchFamily="49" charset="0"/>
              </a:rPr>
              <a:t>// A </a:t>
            </a:r>
            <a:r>
              <a:rPr lang="da-DK" sz="1600" b="0" dirty="0" err="1">
                <a:solidFill>
                  <a:srgbClr val="6A9955"/>
                </a:solidFill>
                <a:effectLst/>
                <a:latin typeface="Menlo" panose="020B0609030804020204" pitchFamily="49" charset="0"/>
              </a:rPr>
              <a:t>function</a:t>
            </a:r>
            <a:r>
              <a:rPr lang="da-DK" sz="1600" b="0" dirty="0">
                <a:solidFill>
                  <a:srgbClr val="6A9955"/>
                </a:solidFill>
                <a:effectLst/>
                <a:latin typeface="Menlo" panose="020B0609030804020204" pitchFamily="49" charset="0"/>
              </a:rPr>
              <a:t> to </a:t>
            </a:r>
            <a:r>
              <a:rPr lang="da-DK" sz="1600" b="0" dirty="0" err="1">
                <a:solidFill>
                  <a:srgbClr val="6A9955"/>
                </a:solidFill>
                <a:effectLst/>
                <a:latin typeface="Menlo" panose="020B0609030804020204" pitchFamily="49" charset="0"/>
              </a:rPr>
              <a:t>update</a:t>
            </a:r>
            <a:r>
              <a:rPr lang="da-DK" sz="1600" b="0" dirty="0">
                <a:solidFill>
                  <a:srgbClr val="6A9955"/>
                </a:solidFill>
                <a:effectLst/>
                <a:latin typeface="Menlo" panose="020B0609030804020204" pitchFamily="49" charset="0"/>
              </a:rPr>
              <a:t> x</a:t>
            </a:r>
            <a:endParaRPr lang="da-DK" sz="1600" b="0" dirty="0">
              <a:solidFill>
                <a:srgbClr val="CCCCCC"/>
              </a:solidFill>
              <a:effectLst/>
              <a:latin typeface="Menlo" panose="020B0609030804020204" pitchFamily="49" charset="0"/>
            </a:endParaRPr>
          </a:p>
          <a:p>
            <a:r>
              <a:rPr lang="da-DK" sz="1600" b="0" dirty="0">
                <a:solidFill>
                  <a:srgbClr val="569CD6"/>
                </a:solidFill>
                <a:effectLst/>
                <a:latin typeface="Menlo" panose="020B0609030804020204" pitchFamily="49" charset="0"/>
              </a:rPr>
              <a:t>  </a:t>
            </a:r>
            <a:r>
              <a:rPr lang="da-DK" sz="1600" b="0" dirty="0" err="1">
                <a:solidFill>
                  <a:srgbClr val="569CD6"/>
                </a:solidFill>
                <a:effectLst/>
                <a:latin typeface="Menlo" panose="020B0609030804020204" pitchFamily="49" charset="0"/>
              </a:rPr>
              <a:t>const</a:t>
            </a:r>
            <a:r>
              <a:rPr lang="da-DK" sz="1600" b="0" dirty="0">
                <a:solidFill>
                  <a:srgbClr val="CCCCCC"/>
                </a:solidFill>
                <a:effectLst/>
                <a:latin typeface="Menlo" panose="020B0609030804020204" pitchFamily="49" charset="0"/>
              </a:rPr>
              <a:t> </a:t>
            </a:r>
            <a:r>
              <a:rPr lang="da-DK" sz="1600" b="0" dirty="0" err="1">
                <a:solidFill>
                  <a:srgbClr val="DCDCAA"/>
                </a:solidFill>
                <a:effectLst/>
                <a:latin typeface="Menlo" panose="020B0609030804020204" pitchFamily="49" charset="0"/>
              </a:rPr>
              <a:t>updateX</a:t>
            </a:r>
            <a:r>
              <a:rPr lang="da-DK" sz="1600" b="0" dirty="0">
                <a:solidFill>
                  <a:srgbClr val="CCCCCC"/>
                </a:solidFill>
                <a:effectLst/>
                <a:latin typeface="Menlo" panose="020B0609030804020204" pitchFamily="49" charset="0"/>
              </a:rPr>
              <a:t> </a:t>
            </a:r>
            <a:r>
              <a:rPr lang="da-DK" sz="1600" b="0" dirty="0">
                <a:solidFill>
                  <a:srgbClr val="D4D4D4"/>
                </a:solidFill>
                <a:effectLst/>
                <a:latin typeface="Menlo" panose="020B0609030804020204" pitchFamily="49" charset="0"/>
              </a:rPr>
              <a:t>=</a:t>
            </a:r>
            <a:r>
              <a:rPr lang="da-DK" sz="1600" b="0" dirty="0">
                <a:solidFill>
                  <a:srgbClr val="CCCCCC"/>
                </a:solidFill>
                <a:effectLst/>
                <a:latin typeface="Menlo" panose="020B0609030804020204" pitchFamily="49" charset="0"/>
              </a:rPr>
              <a:t> () </a:t>
            </a:r>
            <a:r>
              <a:rPr lang="da-DK" sz="1600" b="0" dirty="0">
                <a:solidFill>
                  <a:srgbClr val="569CD6"/>
                </a:solidFill>
                <a:effectLst/>
                <a:latin typeface="Menlo" panose="020B0609030804020204" pitchFamily="49" charset="0"/>
              </a:rPr>
              <a:t>=&gt;</a:t>
            </a:r>
            <a:r>
              <a:rPr lang="da-DK" sz="1600" b="0" dirty="0">
                <a:solidFill>
                  <a:srgbClr val="CCCCCC"/>
                </a:solidFill>
                <a:effectLst/>
                <a:latin typeface="Menlo" panose="020B0609030804020204" pitchFamily="49" charset="0"/>
              </a:rPr>
              <a:t> {</a:t>
            </a:r>
          </a:p>
          <a:p>
            <a:r>
              <a:rPr lang="da-DK" sz="1600" b="0" dirty="0">
                <a:solidFill>
                  <a:srgbClr val="6A9955"/>
                </a:solidFill>
                <a:effectLst/>
                <a:latin typeface="Menlo" panose="020B0609030804020204" pitchFamily="49" charset="0"/>
              </a:rPr>
              <a:t>    // Step 2: Update x to 6</a:t>
            </a:r>
            <a:endParaRPr lang="da-DK" sz="1600" b="0" dirty="0">
              <a:solidFill>
                <a:srgbClr val="CCCCCC"/>
              </a:solidFill>
              <a:effectLst/>
              <a:latin typeface="Menlo" panose="020B0609030804020204" pitchFamily="49" charset="0"/>
            </a:endParaRPr>
          </a:p>
          <a:p>
            <a:r>
              <a:rPr lang="da-DK" sz="1600" b="0" dirty="0">
                <a:solidFill>
                  <a:srgbClr val="DCDCAA"/>
                </a:solidFill>
                <a:effectLst/>
                <a:latin typeface="Menlo" panose="020B0609030804020204" pitchFamily="49" charset="0"/>
              </a:rPr>
              <a:t>    </a:t>
            </a:r>
            <a:r>
              <a:rPr lang="da-DK" sz="1600" b="0" dirty="0" err="1">
                <a:solidFill>
                  <a:srgbClr val="DCDCAA"/>
                </a:solidFill>
                <a:effectLst/>
                <a:latin typeface="Menlo" panose="020B0609030804020204" pitchFamily="49" charset="0"/>
              </a:rPr>
              <a:t>setX</a:t>
            </a:r>
            <a:r>
              <a:rPr lang="da-DK" sz="1600" b="0" dirty="0">
                <a:solidFill>
                  <a:srgbClr val="CCCCCC"/>
                </a:solidFill>
                <a:effectLst/>
                <a:latin typeface="Menlo" panose="020B0609030804020204" pitchFamily="49" charset="0"/>
              </a:rPr>
              <a:t>(</a:t>
            </a:r>
            <a:r>
              <a:rPr lang="da-DK" sz="1600" b="0" dirty="0">
                <a:solidFill>
                  <a:srgbClr val="B5CEA8"/>
                </a:solidFill>
                <a:effectLst/>
                <a:latin typeface="Menlo" panose="020B0609030804020204" pitchFamily="49" charset="0"/>
              </a:rPr>
              <a:t>6</a:t>
            </a:r>
            <a:r>
              <a:rPr lang="da-DK" sz="1600" b="0" dirty="0">
                <a:solidFill>
                  <a:srgbClr val="CCCCCC"/>
                </a:solidFill>
                <a:effectLst/>
                <a:latin typeface="Menlo" panose="020B0609030804020204" pitchFamily="49" charset="0"/>
              </a:rPr>
              <a:t>);</a:t>
            </a:r>
          </a:p>
          <a:p>
            <a:r>
              <a:rPr lang="da-DK" sz="1600" b="0" dirty="0">
                <a:solidFill>
                  <a:srgbClr val="CCCCCC"/>
                </a:solidFill>
                <a:effectLst/>
                <a:latin typeface="Menlo" panose="020B0609030804020204" pitchFamily="49" charset="0"/>
              </a:rPr>
              <a:t>  };</a:t>
            </a:r>
          </a:p>
          <a:p>
            <a:br>
              <a:rPr lang="da-DK" sz="1600" b="0" dirty="0">
                <a:solidFill>
                  <a:srgbClr val="CCCCCC"/>
                </a:solidFill>
                <a:effectLst/>
                <a:latin typeface="Menlo" panose="020B0609030804020204" pitchFamily="49" charset="0"/>
              </a:rPr>
            </a:br>
            <a:r>
              <a:rPr lang="da-DK" sz="1600" b="0" dirty="0">
                <a:solidFill>
                  <a:srgbClr val="CCCCCC"/>
                </a:solidFill>
                <a:effectLst/>
                <a:latin typeface="Menlo" panose="020B0609030804020204" pitchFamily="49" charset="0"/>
              </a:rPr>
              <a:t>  </a:t>
            </a:r>
            <a:r>
              <a:rPr lang="da-DK" sz="1600" b="0" dirty="0">
                <a:solidFill>
                  <a:srgbClr val="C586C0"/>
                </a:solidFill>
                <a:effectLst/>
                <a:latin typeface="Menlo" panose="020B0609030804020204" pitchFamily="49" charset="0"/>
              </a:rPr>
              <a:t>return</a:t>
            </a:r>
            <a:r>
              <a:rPr lang="da-DK" sz="1600" b="0" dirty="0">
                <a:solidFill>
                  <a:srgbClr val="CCCCCC"/>
                </a:solidFill>
                <a:effectLst/>
                <a:latin typeface="Menlo" panose="020B0609030804020204" pitchFamily="49" charset="0"/>
              </a:rPr>
              <a:t> (</a:t>
            </a:r>
          </a:p>
          <a:p>
            <a:r>
              <a:rPr lang="da-DK" sz="1600" b="0" dirty="0">
                <a:solidFill>
                  <a:srgbClr val="808080"/>
                </a:solidFill>
                <a:effectLst/>
                <a:latin typeface="Menlo" panose="020B0609030804020204" pitchFamily="49" charset="0"/>
              </a:rPr>
              <a:t>    &lt;</a:t>
            </a:r>
            <a:r>
              <a:rPr lang="da-DK" sz="1600" b="0" dirty="0">
                <a:solidFill>
                  <a:srgbClr val="569CD6"/>
                </a:solidFill>
                <a:effectLst/>
                <a:latin typeface="Menlo" panose="020B0609030804020204" pitchFamily="49" charset="0"/>
              </a:rPr>
              <a:t>div</a:t>
            </a:r>
            <a:r>
              <a:rPr lang="da-DK" sz="1600" b="0" dirty="0">
                <a:solidFill>
                  <a:srgbClr val="808080"/>
                </a:solidFill>
                <a:effectLst/>
                <a:latin typeface="Menlo" panose="020B0609030804020204" pitchFamily="49" charset="0"/>
              </a:rPr>
              <a:t>&gt;</a:t>
            </a:r>
            <a:endParaRPr lang="da-DK" sz="1600" b="0" dirty="0">
              <a:solidFill>
                <a:srgbClr val="CCCCCC"/>
              </a:solidFill>
              <a:effectLst/>
              <a:latin typeface="Menlo" panose="020B0609030804020204" pitchFamily="49" charset="0"/>
            </a:endParaRPr>
          </a:p>
          <a:p>
            <a:r>
              <a:rPr lang="da-DK" sz="1600" b="0" dirty="0">
                <a:solidFill>
                  <a:srgbClr val="808080"/>
                </a:solidFill>
                <a:effectLst/>
                <a:latin typeface="Menlo" panose="020B0609030804020204" pitchFamily="49" charset="0"/>
              </a:rPr>
              <a:t>      &lt;</a:t>
            </a:r>
            <a:r>
              <a:rPr lang="da-DK" sz="1600" b="0" dirty="0">
                <a:solidFill>
                  <a:srgbClr val="569CD6"/>
                </a:solidFill>
                <a:effectLst/>
                <a:latin typeface="Menlo" panose="020B0609030804020204" pitchFamily="49" charset="0"/>
              </a:rPr>
              <a:t>p</a:t>
            </a:r>
            <a:r>
              <a:rPr lang="da-DK" sz="1600" b="0" dirty="0">
                <a:solidFill>
                  <a:srgbClr val="808080"/>
                </a:solidFill>
                <a:effectLst/>
                <a:latin typeface="Menlo" panose="020B0609030804020204" pitchFamily="49" charset="0"/>
              </a:rPr>
              <a:t>&gt;</a:t>
            </a:r>
            <a:r>
              <a:rPr lang="da-DK" sz="1600" b="0" dirty="0">
                <a:solidFill>
                  <a:srgbClr val="CCCCCC"/>
                </a:solidFill>
                <a:effectLst/>
                <a:latin typeface="Menlo" panose="020B0609030804020204" pitchFamily="49" charset="0"/>
              </a:rPr>
              <a:t>The </a:t>
            </a:r>
            <a:r>
              <a:rPr lang="da-DK" sz="1600" b="0" dirty="0" err="1">
                <a:solidFill>
                  <a:srgbClr val="CCCCCC"/>
                </a:solidFill>
                <a:effectLst/>
                <a:latin typeface="Menlo" panose="020B0609030804020204" pitchFamily="49" charset="0"/>
              </a:rPr>
              <a:t>value</a:t>
            </a:r>
            <a:r>
              <a:rPr lang="da-DK" sz="1600" b="0" dirty="0">
                <a:solidFill>
                  <a:srgbClr val="CCCCCC"/>
                </a:solidFill>
                <a:effectLst/>
                <a:latin typeface="Menlo" panose="020B0609030804020204" pitchFamily="49" charset="0"/>
              </a:rPr>
              <a:t> of x is: </a:t>
            </a:r>
            <a:r>
              <a:rPr lang="da-DK" sz="1600" b="0" dirty="0">
                <a:solidFill>
                  <a:srgbClr val="569CD6"/>
                </a:solidFill>
                <a:effectLst/>
                <a:latin typeface="Menlo" panose="020B0609030804020204" pitchFamily="49" charset="0"/>
              </a:rPr>
              <a:t>{</a:t>
            </a:r>
            <a:r>
              <a:rPr lang="da-DK" sz="1600" b="0" dirty="0">
                <a:solidFill>
                  <a:srgbClr val="4FC1FF"/>
                </a:solidFill>
                <a:effectLst/>
                <a:latin typeface="Menlo" panose="020B0609030804020204" pitchFamily="49" charset="0"/>
              </a:rPr>
              <a:t>x</a:t>
            </a:r>
            <a:r>
              <a:rPr lang="da-DK" sz="1600" b="0" dirty="0">
                <a:solidFill>
                  <a:srgbClr val="569CD6"/>
                </a:solidFill>
                <a:effectLst/>
                <a:latin typeface="Menlo" panose="020B0609030804020204" pitchFamily="49" charset="0"/>
              </a:rPr>
              <a:t>}</a:t>
            </a:r>
            <a:r>
              <a:rPr lang="da-DK" sz="1600" b="0" dirty="0">
                <a:solidFill>
                  <a:srgbClr val="808080"/>
                </a:solidFill>
                <a:effectLst/>
                <a:latin typeface="Menlo" panose="020B0609030804020204" pitchFamily="49" charset="0"/>
              </a:rPr>
              <a:t>&lt;/</a:t>
            </a:r>
            <a:r>
              <a:rPr lang="da-DK" sz="1600" b="0" dirty="0">
                <a:solidFill>
                  <a:srgbClr val="569CD6"/>
                </a:solidFill>
                <a:effectLst/>
                <a:latin typeface="Menlo" panose="020B0609030804020204" pitchFamily="49" charset="0"/>
              </a:rPr>
              <a:t>p</a:t>
            </a:r>
            <a:r>
              <a:rPr lang="da-DK" sz="1600" b="0" dirty="0">
                <a:solidFill>
                  <a:srgbClr val="808080"/>
                </a:solidFill>
                <a:effectLst/>
                <a:latin typeface="Menlo" panose="020B0609030804020204" pitchFamily="49" charset="0"/>
              </a:rPr>
              <a:t>&gt;</a:t>
            </a:r>
            <a:endParaRPr lang="da-DK" sz="1600" b="0" dirty="0">
              <a:solidFill>
                <a:srgbClr val="CCCCCC"/>
              </a:solidFill>
              <a:effectLst/>
              <a:latin typeface="Menlo" panose="020B0609030804020204" pitchFamily="49" charset="0"/>
            </a:endParaRPr>
          </a:p>
          <a:p>
            <a:r>
              <a:rPr lang="da-DK" sz="1600" b="0" dirty="0">
                <a:solidFill>
                  <a:srgbClr val="808080"/>
                </a:solidFill>
                <a:effectLst/>
                <a:latin typeface="Menlo" panose="020B0609030804020204" pitchFamily="49" charset="0"/>
              </a:rPr>
              <a:t>      &lt;</a:t>
            </a:r>
            <a:r>
              <a:rPr lang="da-DK" sz="1600" b="0" dirty="0" err="1">
                <a:solidFill>
                  <a:srgbClr val="569CD6"/>
                </a:solidFill>
                <a:effectLst/>
                <a:latin typeface="Menlo" panose="020B0609030804020204" pitchFamily="49" charset="0"/>
              </a:rPr>
              <a:t>button</a:t>
            </a:r>
            <a:r>
              <a:rPr lang="da-DK" sz="1600" b="0" dirty="0">
                <a:solidFill>
                  <a:srgbClr val="CCCCCC"/>
                </a:solidFill>
                <a:effectLst/>
                <a:latin typeface="Menlo" panose="020B0609030804020204" pitchFamily="49" charset="0"/>
              </a:rPr>
              <a:t> </a:t>
            </a:r>
            <a:r>
              <a:rPr lang="da-DK" sz="1600" b="0" dirty="0" err="1">
                <a:solidFill>
                  <a:srgbClr val="9CDCFE"/>
                </a:solidFill>
                <a:effectLst/>
                <a:latin typeface="Menlo" panose="020B0609030804020204" pitchFamily="49" charset="0"/>
              </a:rPr>
              <a:t>onClick</a:t>
            </a:r>
            <a:r>
              <a:rPr lang="da-DK" sz="1600" b="0" dirty="0">
                <a:solidFill>
                  <a:srgbClr val="D4D4D4"/>
                </a:solidFill>
                <a:effectLst/>
                <a:latin typeface="Menlo" panose="020B0609030804020204" pitchFamily="49" charset="0"/>
              </a:rPr>
              <a:t>=</a:t>
            </a:r>
            <a:r>
              <a:rPr lang="da-DK" sz="1600" b="0" dirty="0">
                <a:solidFill>
                  <a:srgbClr val="569CD6"/>
                </a:solidFill>
                <a:effectLst/>
                <a:latin typeface="Menlo" panose="020B0609030804020204" pitchFamily="49" charset="0"/>
              </a:rPr>
              <a:t>{</a:t>
            </a:r>
            <a:r>
              <a:rPr lang="da-DK" sz="1600" b="0" dirty="0" err="1">
                <a:solidFill>
                  <a:srgbClr val="DCDCAA"/>
                </a:solidFill>
                <a:effectLst/>
                <a:latin typeface="Menlo" panose="020B0609030804020204" pitchFamily="49" charset="0"/>
              </a:rPr>
              <a:t>updateX</a:t>
            </a:r>
            <a:r>
              <a:rPr lang="da-DK" sz="1600" b="0" dirty="0">
                <a:solidFill>
                  <a:srgbClr val="569CD6"/>
                </a:solidFill>
                <a:effectLst/>
                <a:latin typeface="Menlo" panose="020B0609030804020204" pitchFamily="49" charset="0"/>
              </a:rPr>
              <a:t>}</a:t>
            </a:r>
            <a:r>
              <a:rPr lang="da-DK" sz="1600" b="0" dirty="0">
                <a:solidFill>
                  <a:srgbClr val="808080"/>
                </a:solidFill>
                <a:effectLst/>
                <a:latin typeface="Menlo" panose="020B0609030804020204" pitchFamily="49" charset="0"/>
              </a:rPr>
              <a:t>&gt;</a:t>
            </a:r>
            <a:r>
              <a:rPr lang="da-DK" sz="1600" b="0" dirty="0">
                <a:solidFill>
                  <a:srgbClr val="CCCCCC"/>
                </a:solidFill>
                <a:effectLst/>
                <a:latin typeface="Menlo" panose="020B0609030804020204" pitchFamily="49" charset="0"/>
              </a:rPr>
              <a:t>Change x to 6</a:t>
            </a:r>
            <a:r>
              <a:rPr lang="da-DK" sz="1600" b="0" dirty="0">
                <a:solidFill>
                  <a:srgbClr val="808080"/>
                </a:solidFill>
                <a:effectLst/>
                <a:latin typeface="Menlo" panose="020B0609030804020204" pitchFamily="49" charset="0"/>
              </a:rPr>
              <a:t>&lt;/</a:t>
            </a:r>
            <a:r>
              <a:rPr lang="da-DK" sz="1600" b="0" dirty="0" err="1">
                <a:solidFill>
                  <a:srgbClr val="569CD6"/>
                </a:solidFill>
                <a:effectLst/>
                <a:latin typeface="Menlo" panose="020B0609030804020204" pitchFamily="49" charset="0"/>
              </a:rPr>
              <a:t>button</a:t>
            </a:r>
            <a:r>
              <a:rPr lang="da-DK" sz="1600" b="0" dirty="0">
                <a:solidFill>
                  <a:srgbClr val="808080"/>
                </a:solidFill>
                <a:effectLst/>
                <a:latin typeface="Menlo" panose="020B0609030804020204" pitchFamily="49" charset="0"/>
              </a:rPr>
              <a:t>&gt;</a:t>
            </a:r>
            <a:endParaRPr lang="da-DK" sz="1600" b="0" dirty="0">
              <a:solidFill>
                <a:srgbClr val="CCCCCC"/>
              </a:solidFill>
              <a:effectLst/>
              <a:latin typeface="Menlo" panose="020B0609030804020204" pitchFamily="49" charset="0"/>
            </a:endParaRPr>
          </a:p>
          <a:p>
            <a:r>
              <a:rPr lang="da-DK" sz="1600" b="0" dirty="0">
                <a:solidFill>
                  <a:srgbClr val="808080"/>
                </a:solidFill>
                <a:effectLst/>
                <a:latin typeface="Menlo" panose="020B0609030804020204" pitchFamily="49" charset="0"/>
              </a:rPr>
              <a:t>    &lt;/</a:t>
            </a:r>
            <a:r>
              <a:rPr lang="da-DK" sz="1600" b="0" dirty="0">
                <a:solidFill>
                  <a:srgbClr val="569CD6"/>
                </a:solidFill>
                <a:effectLst/>
                <a:latin typeface="Menlo" panose="020B0609030804020204" pitchFamily="49" charset="0"/>
              </a:rPr>
              <a:t>div</a:t>
            </a:r>
            <a:r>
              <a:rPr lang="da-DK" sz="1600" b="0" dirty="0">
                <a:solidFill>
                  <a:srgbClr val="808080"/>
                </a:solidFill>
                <a:effectLst/>
                <a:latin typeface="Menlo" panose="020B0609030804020204" pitchFamily="49" charset="0"/>
              </a:rPr>
              <a:t>&gt;</a:t>
            </a:r>
            <a:endParaRPr lang="da-DK" sz="1600" b="0" dirty="0">
              <a:solidFill>
                <a:srgbClr val="CCCCCC"/>
              </a:solidFill>
              <a:effectLst/>
              <a:latin typeface="Menlo" panose="020B0609030804020204" pitchFamily="49" charset="0"/>
            </a:endParaRPr>
          </a:p>
          <a:p>
            <a:r>
              <a:rPr lang="da-DK" sz="1600" b="0" dirty="0">
                <a:solidFill>
                  <a:srgbClr val="CCCCCC"/>
                </a:solidFill>
                <a:effectLst/>
                <a:latin typeface="Menlo" panose="020B0609030804020204" pitchFamily="49" charset="0"/>
              </a:rPr>
              <a:t>  );</a:t>
            </a:r>
          </a:p>
          <a:p>
            <a:r>
              <a:rPr lang="da-DK" sz="1600" b="0" dirty="0">
                <a:solidFill>
                  <a:srgbClr val="CCCCCC"/>
                </a:solidFill>
                <a:effectLst/>
                <a:latin typeface="Menlo" panose="020B0609030804020204" pitchFamily="49" charset="0"/>
              </a:rPr>
              <a:t>}</a:t>
            </a:r>
          </a:p>
          <a:p>
            <a:br>
              <a:rPr lang="da-DK" sz="1600" b="0" dirty="0">
                <a:solidFill>
                  <a:srgbClr val="CCCCCC"/>
                </a:solidFill>
                <a:effectLst/>
                <a:latin typeface="Menlo" panose="020B0609030804020204" pitchFamily="49" charset="0"/>
              </a:rPr>
            </a:br>
            <a:r>
              <a:rPr lang="da-DK" sz="1600" b="0" dirty="0" err="1">
                <a:solidFill>
                  <a:srgbClr val="C586C0"/>
                </a:solidFill>
                <a:effectLst/>
                <a:latin typeface="Menlo" panose="020B0609030804020204" pitchFamily="49" charset="0"/>
              </a:rPr>
              <a:t>export</a:t>
            </a:r>
            <a:r>
              <a:rPr lang="da-DK" sz="1600" b="0" dirty="0">
                <a:solidFill>
                  <a:srgbClr val="CCCCCC"/>
                </a:solidFill>
                <a:effectLst/>
                <a:latin typeface="Menlo" panose="020B0609030804020204" pitchFamily="49" charset="0"/>
              </a:rPr>
              <a:t> </a:t>
            </a:r>
            <a:r>
              <a:rPr lang="da-DK" sz="1600" b="0" dirty="0">
                <a:solidFill>
                  <a:srgbClr val="C586C0"/>
                </a:solidFill>
                <a:effectLst/>
                <a:latin typeface="Menlo" panose="020B0609030804020204" pitchFamily="49" charset="0"/>
              </a:rPr>
              <a:t>default</a:t>
            </a:r>
            <a:r>
              <a:rPr lang="da-DK" sz="1600" b="0" dirty="0">
                <a:solidFill>
                  <a:srgbClr val="CCCCCC"/>
                </a:solidFill>
                <a:effectLst/>
                <a:latin typeface="Menlo" panose="020B0609030804020204" pitchFamily="49" charset="0"/>
              </a:rPr>
              <a:t> </a:t>
            </a:r>
            <a:r>
              <a:rPr lang="da-DK" sz="1600" b="0" dirty="0" err="1">
                <a:solidFill>
                  <a:srgbClr val="DCDCAA"/>
                </a:solidFill>
                <a:effectLst/>
                <a:latin typeface="Menlo" panose="020B0609030804020204" pitchFamily="49" charset="0"/>
              </a:rPr>
              <a:t>MyComponent</a:t>
            </a:r>
            <a:r>
              <a:rPr lang="da-DK" sz="1600" b="0" dirty="0">
                <a:solidFill>
                  <a:srgbClr val="CCCCCC"/>
                </a:solidFill>
                <a:effectLst/>
                <a:latin typeface="Menlo" panose="020B0609030804020204" pitchFamily="49" charset="0"/>
              </a:rPr>
              <a:t>;</a:t>
            </a:r>
          </a:p>
        </p:txBody>
      </p:sp>
      <p:sp>
        <p:nvSpPr>
          <p:cNvPr id="10" name="object 3">
            <a:extLst>
              <a:ext uri="{FF2B5EF4-FFF2-40B4-BE49-F238E27FC236}">
                <a16:creationId xmlns:a16="http://schemas.microsoft.com/office/drawing/2014/main" id="{949766E9-0900-BD00-E5C5-F9857C8C5E35}"/>
              </a:ext>
            </a:extLst>
          </p:cNvPr>
          <p:cNvSpPr txBox="1"/>
          <p:nvPr/>
        </p:nvSpPr>
        <p:spPr>
          <a:xfrm>
            <a:off x="604345" y="1905531"/>
            <a:ext cx="4267200" cy="3731150"/>
          </a:xfrm>
          <a:prstGeom prst="rect">
            <a:avLst/>
          </a:prstGeom>
        </p:spPr>
        <p:txBody>
          <a:bodyPr vert="horz" wrap="square" lIns="0" tIns="12065" rIns="0" bIns="0" rtlCol="0">
            <a:spAutoFit/>
          </a:bodyPr>
          <a:lstStyle/>
          <a:p>
            <a:pPr marL="12700">
              <a:lnSpc>
                <a:spcPct val="100000"/>
              </a:lnSpc>
              <a:spcBef>
                <a:spcPts val="95"/>
              </a:spcBef>
            </a:pPr>
            <a:r>
              <a:rPr lang="da-DK" sz="2400" dirty="0" err="1">
                <a:latin typeface="Calibri"/>
                <a:cs typeface="Calibri"/>
              </a:rPr>
              <a:t>We</a:t>
            </a:r>
            <a:r>
              <a:rPr lang="da-DK" sz="2400" dirty="0">
                <a:latin typeface="Calibri"/>
                <a:cs typeface="Calibri"/>
              </a:rPr>
              <a:t> </a:t>
            </a:r>
            <a:r>
              <a:rPr lang="da-DK" sz="2400" dirty="0" err="1">
                <a:latin typeface="Calibri"/>
                <a:cs typeface="Calibri"/>
              </a:rPr>
              <a:t>want</a:t>
            </a:r>
            <a:r>
              <a:rPr lang="da-DK" sz="2400" dirty="0">
                <a:latin typeface="Calibri"/>
                <a:cs typeface="Calibri"/>
              </a:rPr>
              <a:t> to show the </a:t>
            </a:r>
            <a:r>
              <a:rPr lang="da-DK" sz="2400" dirty="0" err="1">
                <a:latin typeface="Calibri"/>
                <a:cs typeface="Calibri"/>
              </a:rPr>
              <a:t>value</a:t>
            </a:r>
            <a:r>
              <a:rPr lang="da-DK" sz="2400" dirty="0">
                <a:latin typeface="Calibri"/>
                <a:cs typeface="Calibri"/>
              </a:rPr>
              <a:t> x on screen, but the </a:t>
            </a:r>
            <a:r>
              <a:rPr lang="da-DK" sz="2400" dirty="0" err="1">
                <a:latin typeface="Calibri"/>
                <a:cs typeface="Calibri"/>
              </a:rPr>
              <a:t>shown</a:t>
            </a:r>
            <a:r>
              <a:rPr lang="da-DK" sz="2400" dirty="0">
                <a:latin typeface="Calibri"/>
                <a:cs typeface="Calibri"/>
              </a:rPr>
              <a:t> </a:t>
            </a:r>
            <a:r>
              <a:rPr lang="da-DK" sz="2400" dirty="0" err="1">
                <a:latin typeface="Calibri"/>
                <a:cs typeface="Calibri"/>
              </a:rPr>
              <a:t>value</a:t>
            </a:r>
            <a:r>
              <a:rPr lang="da-DK" sz="2400" dirty="0">
                <a:latin typeface="Calibri"/>
                <a:cs typeface="Calibri"/>
              </a:rPr>
              <a:t> </a:t>
            </a:r>
            <a:r>
              <a:rPr lang="da-DK" sz="2400" dirty="0" err="1">
                <a:latin typeface="Calibri"/>
                <a:cs typeface="Calibri"/>
              </a:rPr>
              <a:t>should</a:t>
            </a:r>
            <a:r>
              <a:rPr lang="da-DK" sz="2400" dirty="0">
                <a:latin typeface="Calibri"/>
                <a:cs typeface="Calibri"/>
              </a:rPr>
              <a:t> </a:t>
            </a:r>
            <a:r>
              <a:rPr lang="da-DK" sz="2400" dirty="0" err="1">
                <a:latin typeface="Calibri"/>
                <a:cs typeface="Calibri"/>
              </a:rPr>
              <a:t>be</a:t>
            </a:r>
            <a:r>
              <a:rPr lang="da-DK" sz="2400" dirty="0">
                <a:latin typeface="Calibri"/>
                <a:cs typeface="Calibri"/>
              </a:rPr>
              <a:t> </a:t>
            </a:r>
            <a:r>
              <a:rPr lang="da-DK" sz="2400" dirty="0" err="1">
                <a:latin typeface="Calibri"/>
                <a:cs typeface="Calibri"/>
              </a:rPr>
              <a:t>updated</a:t>
            </a:r>
            <a:r>
              <a:rPr lang="da-DK" sz="2400" dirty="0">
                <a:latin typeface="Calibri"/>
                <a:cs typeface="Calibri"/>
              </a:rPr>
              <a:t> </a:t>
            </a:r>
            <a:r>
              <a:rPr lang="da-DK" sz="2400" dirty="0" err="1">
                <a:latin typeface="Calibri"/>
                <a:cs typeface="Calibri"/>
              </a:rPr>
              <a:t>wherever</a:t>
            </a:r>
            <a:r>
              <a:rPr lang="da-DK" sz="2400" dirty="0">
                <a:latin typeface="Calibri"/>
                <a:cs typeface="Calibri"/>
              </a:rPr>
              <a:t> it is </a:t>
            </a:r>
            <a:r>
              <a:rPr lang="da-DK" sz="2400" dirty="0" err="1">
                <a:latin typeface="Calibri"/>
                <a:cs typeface="Calibri"/>
              </a:rPr>
              <a:t>shown</a:t>
            </a:r>
            <a:r>
              <a:rPr lang="da-DK" sz="2400" dirty="0">
                <a:latin typeface="Calibri"/>
                <a:cs typeface="Calibri"/>
              </a:rPr>
              <a:t>, </a:t>
            </a:r>
            <a:r>
              <a:rPr lang="da-DK" sz="2400" dirty="0" err="1">
                <a:latin typeface="Calibri"/>
                <a:cs typeface="Calibri"/>
              </a:rPr>
              <a:t>when</a:t>
            </a:r>
            <a:r>
              <a:rPr lang="da-DK" sz="2400" dirty="0">
                <a:latin typeface="Calibri"/>
                <a:cs typeface="Calibri"/>
              </a:rPr>
              <a:t> the variable is </a:t>
            </a:r>
            <a:r>
              <a:rPr lang="da-DK" sz="2400" dirty="0" err="1">
                <a:latin typeface="Calibri"/>
                <a:cs typeface="Calibri"/>
              </a:rPr>
              <a:t>updated</a:t>
            </a:r>
            <a:r>
              <a:rPr lang="da-DK" sz="2400" dirty="0">
                <a:latin typeface="Calibri"/>
                <a:cs typeface="Calibri"/>
              </a:rPr>
              <a:t>.</a:t>
            </a:r>
          </a:p>
          <a:p>
            <a:pPr marL="12700">
              <a:lnSpc>
                <a:spcPct val="100000"/>
              </a:lnSpc>
              <a:spcBef>
                <a:spcPts val="95"/>
              </a:spcBef>
            </a:pPr>
            <a:endParaRPr lang="da-DK" sz="2400" dirty="0">
              <a:latin typeface="Calibri"/>
              <a:cs typeface="Calibri"/>
            </a:endParaRPr>
          </a:p>
          <a:p>
            <a:pPr marL="12700">
              <a:lnSpc>
                <a:spcPct val="100000"/>
              </a:lnSpc>
              <a:spcBef>
                <a:spcPts val="95"/>
              </a:spcBef>
            </a:pPr>
            <a:r>
              <a:rPr lang="da-DK" sz="2400" dirty="0">
                <a:latin typeface="Calibri"/>
                <a:cs typeface="Calibri"/>
              </a:rPr>
              <a:t>To </a:t>
            </a:r>
            <a:r>
              <a:rPr lang="da-DK" sz="2400" dirty="0" err="1">
                <a:latin typeface="Calibri"/>
                <a:cs typeface="Calibri"/>
              </a:rPr>
              <a:t>acheive</a:t>
            </a:r>
            <a:r>
              <a:rPr lang="da-DK" sz="2400" dirty="0">
                <a:latin typeface="Calibri"/>
                <a:cs typeface="Calibri"/>
              </a:rPr>
              <a:t> </a:t>
            </a:r>
            <a:r>
              <a:rPr lang="da-DK" sz="2400" dirty="0" err="1">
                <a:latin typeface="Calibri"/>
                <a:cs typeface="Calibri"/>
              </a:rPr>
              <a:t>this</a:t>
            </a:r>
            <a:r>
              <a:rPr lang="da-DK" sz="2400" dirty="0">
                <a:latin typeface="Calibri"/>
                <a:cs typeface="Calibri"/>
              </a:rPr>
              <a:t>, </a:t>
            </a:r>
            <a:r>
              <a:rPr lang="da-DK" sz="2400" dirty="0" err="1">
                <a:latin typeface="Calibri"/>
                <a:cs typeface="Calibri"/>
              </a:rPr>
              <a:t>we</a:t>
            </a:r>
            <a:r>
              <a:rPr lang="da-DK" sz="2400" dirty="0">
                <a:latin typeface="Calibri"/>
                <a:cs typeface="Calibri"/>
              </a:rPr>
              <a:t> </a:t>
            </a:r>
            <a:r>
              <a:rPr lang="da-DK" sz="2400" dirty="0" err="1">
                <a:latin typeface="Calibri"/>
                <a:cs typeface="Calibri"/>
              </a:rPr>
              <a:t>use</a:t>
            </a:r>
            <a:r>
              <a:rPr lang="da-DK" sz="2400" dirty="0">
                <a:latin typeface="Calibri"/>
                <a:cs typeface="Calibri"/>
              </a:rPr>
              <a:t> "</a:t>
            </a:r>
            <a:r>
              <a:rPr lang="da-DK" sz="2400" dirty="0" err="1">
                <a:latin typeface="Calibri"/>
                <a:cs typeface="Calibri"/>
              </a:rPr>
              <a:t>state</a:t>
            </a:r>
            <a:r>
              <a:rPr lang="da-DK" sz="2400" dirty="0">
                <a:latin typeface="Calibri"/>
                <a:cs typeface="Calibri"/>
              </a:rPr>
              <a:t>" to set and alter the </a:t>
            </a:r>
            <a:r>
              <a:rPr lang="da-DK" sz="2400" dirty="0" err="1">
                <a:latin typeface="Calibri"/>
                <a:cs typeface="Calibri"/>
              </a:rPr>
              <a:t>value</a:t>
            </a:r>
            <a:r>
              <a:rPr lang="da-DK" sz="2400" dirty="0">
                <a:latin typeface="Calibri"/>
                <a:cs typeface="Calibri"/>
              </a:rPr>
              <a:t> of x, so </a:t>
            </a:r>
            <a:r>
              <a:rPr lang="da-DK" sz="2400" dirty="0" err="1">
                <a:latin typeface="Calibri"/>
                <a:cs typeface="Calibri"/>
              </a:rPr>
              <a:t>that</a:t>
            </a:r>
            <a:r>
              <a:rPr lang="da-DK" sz="2400" dirty="0">
                <a:latin typeface="Calibri"/>
                <a:cs typeface="Calibri"/>
              </a:rPr>
              <a:t> </a:t>
            </a:r>
            <a:r>
              <a:rPr lang="da-DK" sz="2400" dirty="0" err="1">
                <a:latin typeface="Calibri"/>
                <a:cs typeface="Calibri"/>
              </a:rPr>
              <a:t>we</a:t>
            </a:r>
            <a:r>
              <a:rPr lang="da-DK" sz="2400" dirty="0">
                <a:latin typeface="Calibri"/>
                <a:cs typeface="Calibri"/>
              </a:rPr>
              <a:t> </a:t>
            </a:r>
            <a:r>
              <a:rPr lang="da-DK" sz="2400" dirty="0" err="1">
                <a:latin typeface="Calibri"/>
                <a:cs typeface="Calibri"/>
              </a:rPr>
              <a:t>can</a:t>
            </a:r>
            <a:r>
              <a:rPr lang="da-DK" sz="2400" dirty="0">
                <a:latin typeface="Calibri"/>
                <a:cs typeface="Calibri"/>
              </a:rPr>
              <a:t> trigger hooks on </a:t>
            </a:r>
            <a:r>
              <a:rPr lang="da-DK" sz="2400" dirty="0" err="1">
                <a:latin typeface="Calibri"/>
                <a:cs typeface="Calibri"/>
              </a:rPr>
              <a:t>state</a:t>
            </a:r>
            <a:r>
              <a:rPr lang="da-DK" sz="2400" dirty="0">
                <a:latin typeface="Calibri"/>
                <a:cs typeface="Calibri"/>
              </a:rPr>
              <a:t> </a:t>
            </a:r>
            <a:r>
              <a:rPr lang="da-DK" sz="2400" dirty="0" err="1">
                <a:latin typeface="Calibri"/>
                <a:cs typeface="Calibri"/>
              </a:rPr>
              <a:t>changes</a:t>
            </a:r>
            <a:r>
              <a:rPr lang="da-DK" sz="2400" dirty="0">
                <a:latin typeface="Calibri"/>
                <a:cs typeface="Calibri"/>
              </a:rPr>
              <a:t>.</a:t>
            </a:r>
            <a:endParaRPr sz="2000" dirty="0">
              <a:latin typeface="Calibri"/>
              <a:cs typeface="Calibri"/>
            </a:endParaRPr>
          </a:p>
        </p:txBody>
      </p:sp>
    </p:spTree>
    <p:extLst>
      <p:ext uri="{BB962C8B-B14F-4D97-AF65-F5344CB8AC3E}">
        <p14:creationId xmlns:p14="http://schemas.microsoft.com/office/powerpoint/2010/main" val="300720471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25400">
              <a:lnSpc>
                <a:spcPct val="100000"/>
              </a:lnSpc>
              <a:spcBef>
                <a:spcPts val="95"/>
              </a:spcBef>
            </a:pPr>
            <a:r>
              <a:rPr dirty="0"/>
              <a:t>Building</a:t>
            </a:r>
            <a:r>
              <a:rPr spc="-210" dirty="0">
                <a:latin typeface="Times New Roman"/>
                <a:cs typeface="Times New Roman"/>
              </a:rPr>
              <a:t> </a:t>
            </a:r>
            <a:r>
              <a:rPr dirty="0"/>
              <a:t>a</a:t>
            </a:r>
            <a:r>
              <a:rPr spc="-204" dirty="0">
                <a:latin typeface="Times New Roman"/>
                <a:cs typeface="Times New Roman"/>
              </a:rPr>
              <a:t> </a:t>
            </a:r>
            <a:r>
              <a:rPr dirty="0"/>
              <a:t>React</a:t>
            </a:r>
            <a:r>
              <a:rPr spc="-204" dirty="0">
                <a:latin typeface="Times New Roman"/>
                <a:cs typeface="Times New Roman"/>
              </a:rPr>
              <a:t> </a:t>
            </a:r>
            <a:r>
              <a:rPr spc="-10" dirty="0"/>
              <a:t>project</a:t>
            </a:r>
          </a:p>
        </p:txBody>
      </p:sp>
      <p:sp>
        <p:nvSpPr>
          <p:cNvPr id="3" name="object 3"/>
          <p:cNvSpPr txBox="1">
            <a:spLocks noGrp="1"/>
          </p:cNvSpPr>
          <p:nvPr>
            <p:ph idx="1"/>
          </p:nvPr>
        </p:nvSpPr>
        <p:spPr>
          <a:prstGeom prst="rect">
            <a:avLst/>
          </a:prstGeom>
        </p:spPr>
        <p:txBody>
          <a:bodyPr vert="horz" wrap="square" lIns="0" tIns="12700" rIns="0" bIns="0" rtlCol="0">
            <a:spAutoFit/>
          </a:bodyPr>
          <a:lstStyle/>
          <a:p>
            <a:pPr marL="469265" indent="-456565">
              <a:lnSpc>
                <a:spcPct val="100000"/>
              </a:lnSpc>
              <a:spcBef>
                <a:spcPts val="100"/>
              </a:spcBef>
              <a:buClr>
                <a:srgbClr val="C00000"/>
              </a:buClr>
              <a:buFont typeface="Arial"/>
              <a:buChar char="•"/>
              <a:tabLst>
                <a:tab pos="469265" algn="l"/>
              </a:tabLst>
            </a:pPr>
            <a:r>
              <a:rPr dirty="0"/>
              <a:t>When</a:t>
            </a:r>
            <a:r>
              <a:rPr spc="-114" dirty="0">
                <a:latin typeface="Times New Roman"/>
                <a:cs typeface="Times New Roman"/>
              </a:rPr>
              <a:t> </a:t>
            </a:r>
            <a:r>
              <a:rPr spc="-20" dirty="0"/>
              <a:t>you’re</a:t>
            </a:r>
            <a:r>
              <a:rPr spc="-120" dirty="0">
                <a:latin typeface="Times New Roman"/>
                <a:cs typeface="Times New Roman"/>
              </a:rPr>
              <a:t> </a:t>
            </a:r>
            <a:r>
              <a:rPr dirty="0"/>
              <a:t>ready</a:t>
            </a:r>
            <a:r>
              <a:rPr spc="-130" dirty="0">
                <a:latin typeface="Times New Roman"/>
                <a:cs typeface="Times New Roman"/>
              </a:rPr>
              <a:t> </a:t>
            </a:r>
            <a:r>
              <a:rPr dirty="0"/>
              <a:t>to</a:t>
            </a:r>
            <a:r>
              <a:rPr spc="-114" dirty="0">
                <a:latin typeface="Times New Roman"/>
                <a:cs typeface="Times New Roman"/>
              </a:rPr>
              <a:t> </a:t>
            </a:r>
            <a:r>
              <a:rPr dirty="0"/>
              <a:t>launch</a:t>
            </a:r>
            <a:r>
              <a:rPr spc="-105" dirty="0">
                <a:latin typeface="Times New Roman"/>
                <a:cs typeface="Times New Roman"/>
              </a:rPr>
              <a:t> </a:t>
            </a:r>
            <a:r>
              <a:rPr dirty="0"/>
              <a:t>your</a:t>
            </a:r>
            <a:r>
              <a:rPr spc="-105" dirty="0">
                <a:latin typeface="Times New Roman"/>
                <a:cs typeface="Times New Roman"/>
              </a:rPr>
              <a:t> </a:t>
            </a:r>
            <a:r>
              <a:rPr dirty="0"/>
              <a:t>app,</a:t>
            </a:r>
            <a:r>
              <a:rPr spc="-114" dirty="0">
                <a:latin typeface="Times New Roman"/>
                <a:cs typeface="Times New Roman"/>
              </a:rPr>
              <a:t> </a:t>
            </a:r>
            <a:r>
              <a:rPr dirty="0"/>
              <a:t>run</a:t>
            </a:r>
            <a:r>
              <a:rPr spc="-114" dirty="0">
                <a:latin typeface="Times New Roman"/>
                <a:cs typeface="Times New Roman"/>
              </a:rPr>
              <a:t> </a:t>
            </a:r>
            <a:r>
              <a:rPr dirty="0"/>
              <a:t>this</a:t>
            </a:r>
            <a:r>
              <a:rPr spc="-105" dirty="0">
                <a:latin typeface="Times New Roman"/>
                <a:cs typeface="Times New Roman"/>
              </a:rPr>
              <a:t> </a:t>
            </a:r>
            <a:r>
              <a:rPr spc="-10" dirty="0"/>
              <a:t>command:</a:t>
            </a:r>
          </a:p>
          <a:p>
            <a:pPr marL="295910" algn="ctr">
              <a:lnSpc>
                <a:spcPct val="100000"/>
              </a:lnSpc>
              <a:spcBef>
                <a:spcPts val="2080"/>
              </a:spcBef>
              <a:tabLst>
                <a:tab pos="1077595" algn="l"/>
                <a:tab pos="1858010" algn="l"/>
              </a:tabLst>
            </a:pPr>
            <a:r>
              <a:rPr b="1" spc="-25" dirty="0">
                <a:latin typeface="Consolas"/>
                <a:cs typeface="Consolas"/>
              </a:rPr>
              <a:t>npm</a:t>
            </a:r>
            <a:r>
              <a:rPr dirty="0">
                <a:latin typeface="Times New Roman"/>
                <a:cs typeface="Times New Roman"/>
              </a:rPr>
              <a:t>	</a:t>
            </a:r>
            <a:r>
              <a:rPr b="1" spc="-25" dirty="0">
                <a:latin typeface="Consolas"/>
                <a:cs typeface="Consolas"/>
              </a:rPr>
              <a:t>run</a:t>
            </a:r>
            <a:r>
              <a:rPr dirty="0">
                <a:latin typeface="Times New Roman"/>
                <a:cs typeface="Times New Roman"/>
              </a:rPr>
              <a:t>	</a:t>
            </a:r>
            <a:r>
              <a:rPr b="1" spc="-10" dirty="0">
                <a:latin typeface="Consolas"/>
                <a:cs typeface="Consolas"/>
              </a:rPr>
              <a:t>build</a:t>
            </a:r>
          </a:p>
          <a:p>
            <a:pPr marL="469265" indent="-456565">
              <a:lnSpc>
                <a:spcPts val="3195"/>
              </a:lnSpc>
              <a:spcBef>
                <a:spcPts val="2050"/>
              </a:spcBef>
              <a:buClr>
                <a:srgbClr val="C00000"/>
              </a:buClr>
              <a:buFont typeface="Arial"/>
              <a:buChar char="•"/>
              <a:tabLst>
                <a:tab pos="469265" algn="l"/>
              </a:tabLst>
            </a:pPr>
            <a:r>
              <a:rPr dirty="0"/>
              <a:t>This</a:t>
            </a:r>
            <a:r>
              <a:rPr spc="-114" dirty="0">
                <a:latin typeface="Times New Roman"/>
                <a:cs typeface="Times New Roman"/>
              </a:rPr>
              <a:t> </a:t>
            </a:r>
            <a:r>
              <a:rPr dirty="0"/>
              <a:t>bundles</a:t>
            </a:r>
            <a:r>
              <a:rPr spc="-105" dirty="0">
                <a:latin typeface="Times New Roman"/>
                <a:cs typeface="Times New Roman"/>
              </a:rPr>
              <a:t> </a:t>
            </a:r>
            <a:r>
              <a:rPr dirty="0"/>
              <a:t>your</a:t>
            </a:r>
            <a:r>
              <a:rPr spc="-105" dirty="0">
                <a:latin typeface="Times New Roman"/>
                <a:cs typeface="Times New Roman"/>
              </a:rPr>
              <a:t> </a:t>
            </a:r>
            <a:r>
              <a:rPr dirty="0"/>
              <a:t>app</a:t>
            </a:r>
            <a:r>
              <a:rPr spc="-120" dirty="0">
                <a:latin typeface="Times New Roman"/>
                <a:cs typeface="Times New Roman"/>
              </a:rPr>
              <a:t> </a:t>
            </a:r>
            <a:r>
              <a:rPr dirty="0"/>
              <a:t>into</a:t>
            </a:r>
            <a:r>
              <a:rPr spc="-114" dirty="0">
                <a:latin typeface="Times New Roman"/>
                <a:cs typeface="Times New Roman"/>
              </a:rPr>
              <a:t> </a:t>
            </a:r>
            <a:r>
              <a:rPr spc="-10" dirty="0"/>
              <a:t>CSS/JS/HTML</a:t>
            </a:r>
            <a:r>
              <a:rPr spc="-125" dirty="0">
                <a:latin typeface="Times New Roman"/>
                <a:cs typeface="Times New Roman"/>
              </a:rPr>
              <a:t> </a:t>
            </a:r>
            <a:r>
              <a:rPr dirty="0"/>
              <a:t>files</a:t>
            </a:r>
            <a:r>
              <a:rPr spc="-130" dirty="0">
                <a:latin typeface="Times New Roman"/>
                <a:cs typeface="Times New Roman"/>
              </a:rPr>
              <a:t> </a:t>
            </a:r>
            <a:r>
              <a:rPr dirty="0"/>
              <a:t>and</a:t>
            </a:r>
            <a:r>
              <a:rPr spc="-110" dirty="0">
                <a:latin typeface="Times New Roman"/>
                <a:cs typeface="Times New Roman"/>
              </a:rPr>
              <a:t> </a:t>
            </a:r>
            <a:r>
              <a:rPr dirty="0"/>
              <a:t>puts</a:t>
            </a:r>
            <a:r>
              <a:rPr spc="-100" dirty="0">
                <a:latin typeface="Times New Roman"/>
                <a:cs typeface="Times New Roman"/>
              </a:rPr>
              <a:t> </a:t>
            </a:r>
            <a:r>
              <a:rPr dirty="0"/>
              <a:t>them</a:t>
            </a:r>
            <a:r>
              <a:rPr spc="-114" dirty="0">
                <a:latin typeface="Times New Roman"/>
                <a:cs typeface="Times New Roman"/>
              </a:rPr>
              <a:t> </a:t>
            </a:r>
            <a:r>
              <a:rPr dirty="0"/>
              <a:t>in</a:t>
            </a:r>
            <a:r>
              <a:rPr spc="-105" dirty="0">
                <a:latin typeface="Times New Roman"/>
                <a:cs typeface="Times New Roman"/>
              </a:rPr>
              <a:t> </a:t>
            </a:r>
            <a:r>
              <a:rPr spc="-25" dirty="0"/>
              <a:t>the</a:t>
            </a:r>
          </a:p>
          <a:p>
            <a:pPr marL="469900">
              <a:lnSpc>
                <a:spcPts val="3195"/>
              </a:lnSpc>
            </a:pPr>
            <a:r>
              <a:rPr b="1" dirty="0">
                <a:latin typeface="Consolas"/>
                <a:cs typeface="Consolas"/>
              </a:rPr>
              <a:t>/build</a:t>
            </a:r>
            <a:r>
              <a:rPr spc="-90" dirty="0">
                <a:latin typeface="Times New Roman"/>
                <a:cs typeface="Times New Roman"/>
              </a:rPr>
              <a:t> </a:t>
            </a:r>
            <a:r>
              <a:rPr spc="-10" dirty="0"/>
              <a:t>folder</a:t>
            </a:r>
          </a:p>
          <a:p>
            <a:pPr marL="469265" indent="-456565">
              <a:lnSpc>
                <a:spcPct val="100000"/>
              </a:lnSpc>
              <a:spcBef>
                <a:spcPts val="2055"/>
              </a:spcBef>
              <a:buClr>
                <a:srgbClr val="C00000"/>
              </a:buClr>
              <a:buFont typeface="Arial"/>
              <a:buChar char="•"/>
              <a:tabLst>
                <a:tab pos="469265" algn="l"/>
              </a:tabLst>
            </a:pPr>
            <a:r>
              <a:rPr dirty="0"/>
              <a:t>These</a:t>
            </a:r>
            <a:r>
              <a:rPr spc="-110" dirty="0">
                <a:latin typeface="Times New Roman"/>
                <a:cs typeface="Times New Roman"/>
              </a:rPr>
              <a:t> </a:t>
            </a:r>
            <a:r>
              <a:rPr dirty="0"/>
              <a:t>files</a:t>
            </a:r>
            <a:r>
              <a:rPr spc="-110" dirty="0">
                <a:latin typeface="Times New Roman"/>
                <a:cs typeface="Times New Roman"/>
              </a:rPr>
              <a:t> </a:t>
            </a:r>
            <a:r>
              <a:rPr dirty="0"/>
              <a:t>can</a:t>
            </a:r>
            <a:r>
              <a:rPr spc="-95" dirty="0">
                <a:latin typeface="Times New Roman"/>
                <a:cs typeface="Times New Roman"/>
              </a:rPr>
              <a:t> </a:t>
            </a:r>
            <a:r>
              <a:rPr dirty="0"/>
              <a:t>be</a:t>
            </a:r>
            <a:r>
              <a:rPr spc="-100" dirty="0">
                <a:latin typeface="Times New Roman"/>
                <a:cs typeface="Times New Roman"/>
              </a:rPr>
              <a:t> </a:t>
            </a:r>
            <a:r>
              <a:rPr dirty="0"/>
              <a:t>served</a:t>
            </a:r>
            <a:r>
              <a:rPr spc="-105" dirty="0">
                <a:latin typeface="Times New Roman"/>
                <a:cs typeface="Times New Roman"/>
              </a:rPr>
              <a:t> </a:t>
            </a:r>
            <a:r>
              <a:rPr dirty="0"/>
              <a:t>from</a:t>
            </a:r>
            <a:r>
              <a:rPr spc="-105" dirty="0">
                <a:latin typeface="Times New Roman"/>
                <a:cs typeface="Times New Roman"/>
              </a:rPr>
              <a:t> </a:t>
            </a:r>
            <a:r>
              <a:rPr dirty="0"/>
              <a:t>an</a:t>
            </a:r>
            <a:r>
              <a:rPr spc="-100" dirty="0">
                <a:latin typeface="Times New Roman"/>
                <a:cs typeface="Times New Roman"/>
              </a:rPr>
              <a:t> </a:t>
            </a:r>
            <a:r>
              <a:rPr spc="-35" dirty="0"/>
              <a:t>AWS</a:t>
            </a:r>
            <a:r>
              <a:rPr spc="-114" dirty="0">
                <a:latin typeface="Times New Roman"/>
                <a:cs typeface="Times New Roman"/>
              </a:rPr>
              <a:t> </a:t>
            </a:r>
            <a:r>
              <a:rPr dirty="0"/>
              <a:t>S3</a:t>
            </a:r>
            <a:r>
              <a:rPr spc="-95" dirty="0">
                <a:latin typeface="Times New Roman"/>
                <a:cs typeface="Times New Roman"/>
              </a:rPr>
              <a:t> </a:t>
            </a:r>
            <a:r>
              <a:rPr spc="-10" dirty="0"/>
              <a:t>bucket</a:t>
            </a:r>
          </a:p>
        </p:txBody>
      </p:sp>
      <p:pic>
        <p:nvPicPr>
          <p:cNvPr id="4" name="Logo black">
            <a:extLst>
              <a:ext uri="{FF2B5EF4-FFF2-40B4-BE49-F238E27FC236}">
                <a16:creationId xmlns:a16="http://schemas.microsoft.com/office/drawing/2014/main" id="{E68FFA39-4F4B-255A-1E56-67862E324A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3346" y="6294893"/>
            <a:ext cx="784800" cy="21184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25400">
              <a:lnSpc>
                <a:spcPct val="100000"/>
              </a:lnSpc>
              <a:spcBef>
                <a:spcPts val="95"/>
              </a:spcBef>
            </a:pPr>
            <a:r>
              <a:rPr dirty="0"/>
              <a:t>3</a:t>
            </a:r>
            <a:r>
              <a:rPr sz="4350" baseline="24904" dirty="0"/>
              <a:t>rd</a:t>
            </a:r>
            <a:r>
              <a:rPr sz="4350" spc="277" baseline="24904" dirty="0">
                <a:latin typeface="Times New Roman"/>
                <a:cs typeface="Times New Roman"/>
              </a:rPr>
              <a:t> </a:t>
            </a:r>
            <a:r>
              <a:rPr sz="4400" dirty="0"/>
              <a:t>party</a:t>
            </a:r>
            <a:r>
              <a:rPr sz="4400" spc="-170" dirty="0">
                <a:latin typeface="Times New Roman"/>
                <a:cs typeface="Times New Roman"/>
              </a:rPr>
              <a:t> </a:t>
            </a:r>
            <a:r>
              <a:rPr sz="4400" spc="-20" dirty="0"/>
              <a:t>components</a:t>
            </a:r>
            <a:r>
              <a:rPr sz="4400" spc="-160" dirty="0">
                <a:latin typeface="Times New Roman"/>
                <a:cs typeface="Times New Roman"/>
              </a:rPr>
              <a:t> </a:t>
            </a:r>
            <a:r>
              <a:rPr sz="4400" dirty="0"/>
              <a:t>and</a:t>
            </a:r>
            <a:r>
              <a:rPr sz="4400" spc="-170" dirty="0">
                <a:latin typeface="Times New Roman"/>
                <a:cs typeface="Times New Roman"/>
              </a:rPr>
              <a:t> </a:t>
            </a:r>
            <a:r>
              <a:rPr sz="4400" spc="-10" dirty="0"/>
              <a:t>libraries</a:t>
            </a:r>
            <a:endParaRPr sz="4400">
              <a:latin typeface="Times New Roman"/>
              <a:cs typeface="Times New Roman"/>
            </a:endParaRPr>
          </a:p>
        </p:txBody>
      </p:sp>
      <p:sp>
        <p:nvSpPr>
          <p:cNvPr id="3" name="object 3"/>
          <p:cNvSpPr txBox="1"/>
          <p:nvPr/>
        </p:nvSpPr>
        <p:spPr>
          <a:xfrm>
            <a:off x="916939" y="1818411"/>
            <a:ext cx="2662555" cy="4277995"/>
          </a:xfrm>
          <a:prstGeom prst="rect">
            <a:avLst/>
          </a:prstGeom>
        </p:spPr>
        <p:txBody>
          <a:bodyPr vert="horz" wrap="square" lIns="0" tIns="12700" rIns="0" bIns="0" rtlCol="0">
            <a:spAutoFit/>
          </a:bodyPr>
          <a:lstStyle/>
          <a:p>
            <a:pPr marL="469265" indent="-456565">
              <a:lnSpc>
                <a:spcPct val="100000"/>
              </a:lnSpc>
              <a:spcBef>
                <a:spcPts val="100"/>
              </a:spcBef>
              <a:buClr>
                <a:srgbClr val="C00000"/>
              </a:buClr>
              <a:buFont typeface="Arial"/>
              <a:buChar char="•"/>
              <a:tabLst>
                <a:tab pos="469265" algn="l"/>
              </a:tabLst>
            </a:pPr>
            <a:r>
              <a:rPr sz="2800" spc="-25" dirty="0">
                <a:latin typeface="Calibri"/>
                <a:cs typeface="Calibri"/>
              </a:rPr>
              <a:t>React-</a:t>
            </a:r>
            <a:r>
              <a:rPr sz="2800" spc="-10" dirty="0">
                <a:latin typeface="Calibri"/>
                <a:cs typeface="Calibri"/>
              </a:rPr>
              <a:t>Router</a:t>
            </a:r>
            <a:endParaRPr sz="2800">
              <a:latin typeface="Calibri"/>
              <a:cs typeface="Calibri"/>
            </a:endParaRPr>
          </a:p>
          <a:p>
            <a:pPr marL="469265" indent="-456565">
              <a:lnSpc>
                <a:spcPct val="100000"/>
              </a:lnSpc>
              <a:spcBef>
                <a:spcPts val="2665"/>
              </a:spcBef>
              <a:buClr>
                <a:srgbClr val="C00000"/>
              </a:buClr>
              <a:buFont typeface="Arial"/>
              <a:buChar char="•"/>
              <a:tabLst>
                <a:tab pos="469265" algn="l"/>
              </a:tabLst>
            </a:pPr>
            <a:r>
              <a:rPr sz="2800" spc="-10" dirty="0">
                <a:latin typeface="Calibri"/>
                <a:cs typeface="Calibri"/>
              </a:rPr>
              <a:t>Redux</a:t>
            </a:r>
            <a:endParaRPr sz="2800">
              <a:latin typeface="Calibri"/>
              <a:cs typeface="Calibri"/>
            </a:endParaRPr>
          </a:p>
          <a:p>
            <a:pPr marL="469265" indent="-456565">
              <a:lnSpc>
                <a:spcPct val="100000"/>
              </a:lnSpc>
              <a:spcBef>
                <a:spcPts val="2665"/>
              </a:spcBef>
              <a:buClr>
                <a:srgbClr val="C00000"/>
              </a:buClr>
              <a:buFont typeface="Arial"/>
              <a:buChar char="•"/>
              <a:tabLst>
                <a:tab pos="469265" algn="l"/>
              </a:tabLst>
            </a:pPr>
            <a:r>
              <a:rPr sz="2800" spc="-20" dirty="0">
                <a:latin typeface="Calibri"/>
                <a:cs typeface="Calibri"/>
              </a:rPr>
              <a:t>Material-</a:t>
            </a:r>
            <a:r>
              <a:rPr sz="2800" spc="-25" dirty="0">
                <a:latin typeface="Calibri"/>
                <a:cs typeface="Calibri"/>
              </a:rPr>
              <a:t>UI</a:t>
            </a:r>
            <a:endParaRPr sz="2800">
              <a:latin typeface="Calibri"/>
              <a:cs typeface="Calibri"/>
            </a:endParaRPr>
          </a:p>
          <a:p>
            <a:pPr marL="469265" indent="-456565">
              <a:lnSpc>
                <a:spcPct val="100000"/>
              </a:lnSpc>
              <a:spcBef>
                <a:spcPts val="2665"/>
              </a:spcBef>
              <a:buClr>
                <a:srgbClr val="C00000"/>
              </a:buClr>
              <a:buFont typeface="Arial"/>
              <a:buChar char="•"/>
              <a:tabLst>
                <a:tab pos="469265" algn="l"/>
              </a:tabLst>
            </a:pPr>
            <a:r>
              <a:rPr sz="2800" spc="-10" dirty="0">
                <a:latin typeface="Calibri"/>
                <a:cs typeface="Calibri"/>
              </a:rPr>
              <a:t>Bootstrap</a:t>
            </a:r>
            <a:endParaRPr sz="2800">
              <a:latin typeface="Calibri"/>
              <a:cs typeface="Calibri"/>
            </a:endParaRPr>
          </a:p>
          <a:p>
            <a:pPr marL="469265" indent="-456565">
              <a:lnSpc>
                <a:spcPct val="100000"/>
              </a:lnSpc>
              <a:spcBef>
                <a:spcPts val="2660"/>
              </a:spcBef>
              <a:buClr>
                <a:srgbClr val="C00000"/>
              </a:buClr>
              <a:buFont typeface="Arial"/>
              <a:buChar char="•"/>
              <a:tabLst>
                <a:tab pos="469265" algn="l"/>
              </a:tabLst>
            </a:pPr>
            <a:r>
              <a:rPr sz="2800" spc="-30" dirty="0">
                <a:latin typeface="Calibri"/>
                <a:cs typeface="Calibri"/>
              </a:rPr>
              <a:t>Font-</a:t>
            </a:r>
            <a:r>
              <a:rPr sz="2800" spc="-10" dirty="0">
                <a:latin typeface="Calibri"/>
                <a:cs typeface="Calibri"/>
              </a:rPr>
              <a:t>Awesome</a:t>
            </a:r>
            <a:endParaRPr sz="2800">
              <a:latin typeface="Calibri"/>
              <a:cs typeface="Calibri"/>
            </a:endParaRPr>
          </a:p>
          <a:p>
            <a:pPr marL="469265" indent="-456565">
              <a:lnSpc>
                <a:spcPct val="100000"/>
              </a:lnSpc>
              <a:spcBef>
                <a:spcPts val="2665"/>
              </a:spcBef>
              <a:buClr>
                <a:srgbClr val="C00000"/>
              </a:buClr>
              <a:buFont typeface="Arial"/>
              <a:buChar char="•"/>
              <a:tabLst>
                <a:tab pos="469265" algn="l"/>
              </a:tabLst>
            </a:pPr>
            <a:r>
              <a:rPr sz="2800" spc="-25" dirty="0">
                <a:latin typeface="Calibri"/>
                <a:cs typeface="Calibri"/>
              </a:rPr>
              <a:t>SWR</a:t>
            </a:r>
            <a:endParaRPr sz="2800">
              <a:latin typeface="Calibri"/>
              <a:cs typeface="Calibri"/>
            </a:endParaRPr>
          </a:p>
        </p:txBody>
      </p:sp>
      <p:pic>
        <p:nvPicPr>
          <p:cNvPr id="4" name="Logo black">
            <a:extLst>
              <a:ext uri="{FF2B5EF4-FFF2-40B4-BE49-F238E27FC236}">
                <a16:creationId xmlns:a16="http://schemas.microsoft.com/office/drawing/2014/main" id="{FB4320F0-DE3D-038D-7F5E-2E4B008EC77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3346" y="6294893"/>
            <a:ext cx="784800" cy="211840"/>
          </a:xfrm>
          <a:prstGeom prst="rect">
            <a:avLst/>
          </a:prstGeom>
        </p:spPr>
      </p:pic>
    </p:spTree>
  </p:cSld>
  <p:clrMapOvr>
    <a:masterClrMapping/>
  </p:clrMapOvr>
</p:sld>
</file>

<file path=ppt/theme/theme1.xml><?xml version="1.0" encoding="utf-8"?>
<a:theme xmlns:a="http://schemas.openxmlformats.org/drawingml/2006/main" name="SDU">
  <a:themeElements>
    <a:clrScheme name="SDU">
      <a:dk1>
        <a:srgbClr val="000000"/>
      </a:dk1>
      <a:lt1>
        <a:srgbClr val="FFFFFF"/>
      </a:lt1>
      <a:dk2>
        <a:srgbClr val="7A6040"/>
      </a:dk2>
      <a:lt2>
        <a:srgbClr val="DDCBA4"/>
      </a:lt2>
      <a:accent1>
        <a:srgbClr val="AEB862"/>
      </a:accent1>
      <a:accent2>
        <a:srgbClr val="789D4A"/>
      </a:accent2>
      <a:accent3>
        <a:srgbClr val="F2C75C"/>
      </a:accent3>
      <a:accent4>
        <a:srgbClr val="E07E3C"/>
      </a:accent4>
      <a:accent5>
        <a:srgbClr val="E1BBB4"/>
      </a:accent5>
      <a:accent6>
        <a:srgbClr val="D05A57"/>
      </a:accent6>
      <a:hlink>
        <a:srgbClr val="0563C1"/>
      </a:hlink>
      <a:folHlink>
        <a:srgbClr val="954F72"/>
      </a:folHlink>
    </a:clrScheme>
    <a:fontScheme name="SDU">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solidFill>
            <a:schemeClr val="accent1"/>
          </a:solidFill>
        </a:ln>
      </a:spPr>
      <a:bodyPr lIns="72000" tIns="72000" rIns="72000" bIns="72000" rtlCol="0" anchor="ctr"/>
      <a:lstStyle>
        <a:defPPr algn="ctr">
          <a:defRPr sz="1600" dirty="0" err="1"/>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defRPr sz="1600" dirty="0" err="1"/>
        </a:defPPr>
      </a:lstStyle>
    </a:txDef>
  </a:objectDefaults>
  <a:extraClrSchemeLst/>
  <a:custClrLst>
    <a:custClr name="Grøn 1">
      <a:srgbClr val="4E5B31"/>
    </a:custClr>
    <a:custClr name="Grøn 2">
      <a:srgbClr val="789D4A"/>
    </a:custClr>
    <a:custClr name="Grøn 3">
      <a:srgbClr val="AEB862"/>
    </a:custClr>
    <a:custClr name="Grøn 4">
      <a:srgbClr val="EAE7B9"/>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Orange 1">
      <a:srgbClr val="D38235"/>
    </a:custClr>
    <a:custClr name="Orange 2">
      <a:srgbClr val="E0A526"/>
    </a:custClr>
    <a:custClr name="Orange 3">
      <a:srgbClr val="EED484"/>
    </a:custClr>
    <a:custClr name="Orange 4">
      <a:srgbClr val="FCF0C4"/>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Rød 1">
      <a:srgbClr val="862633"/>
    </a:custClr>
    <a:custClr name="Rød 2">
      <a:srgbClr val="D05A57"/>
    </a:custClr>
    <a:custClr name="Rød 3">
      <a:srgbClr val="E1BBB4"/>
    </a:custClr>
    <a:custClr name="Rød 4">
      <a:srgbClr val="F4E2DE"/>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Brun 1">
      <a:srgbClr val="473729"/>
    </a:custClr>
    <a:custClr name="Brun 2">
      <a:srgbClr val="946037"/>
    </a:custClr>
    <a:custClr name="Brun 3">
      <a:srgbClr val="DDCBA4"/>
    </a:custClr>
    <a:custClr name="Brun 4">
      <a:srgbClr val="EFE5D1"/>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Sort">
      <a:srgbClr val="000000"/>
    </a:custClr>
    <a:custClr name="Hvid">
      <a:srgbClr val="FFFFFF"/>
    </a:custClr>
  </a:custClrLst>
  <a:extLst>
    <a:ext uri="{05A4C25C-085E-4340-85A3-A5531E510DB2}">
      <thm15:themeFamily xmlns:thm15="http://schemas.microsoft.com/office/thememl/2012/main" name="SDU" id="{A5CA2234-5E66-E14D-8A65-7C4B5E019B4B}" vid="{04CDD2B6-661C-2E46-AC94-91A2CD46E802}"/>
    </a:ext>
  </a:extLst>
</a:theme>
</file>

<file path=ppt/theme/theme2.xml><?xml version="1.0" encoding="utf-8"?>
<a:theme xmlns:a="http://schemas.openxmlformats.org/drawingml/2006/main" name="1_SDU">
  <a:themeElements>
    <a:clrScheme name="SDU">
      <a:dk1>
        <a:srgbClr val="000000"/>
      </a:dk1>
      <a:lt1>
        <a:srgbClr val="FFFFFF"/>
      </a:lt1>
      <a:dk2>
        <a:srgbClr val="7A6040"/>
      </a:dk2>
      <a:lt2>
        <a:srgbClr val="DDCBA4"/>
      </a:lt2>
      <a:accent1>
        <a:srgbClr val="AEB862"/>
      </a:accent1>
      <a:accent2>
        <a:srgbClr val="789D4A"/>
      </a:accent2>
      <a:accent3>
        <a:srgbClr val="F2C75C"/>
      </a:accent3>
      <a:accent4>
        <a:srgbClr val="E07E3C"/>
      </a:accent4>
      <a:accent5>
        <a:srgbClr val="E1BBB4"/>
      </a:accent5>
      <a:accent6>
        <a:srgbClr val="D05A57"/>
      </a:accent6>
      <a:hlink>
        <a:srgbClr val="0563C1"/>
      </a:hlink>
      <a:folHlink>
        <a:srgbClr val="954F72"/>
      </a:folHlink>
    </a:clrScheme>
    <a:fontScheme name="SDU">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solidFill>
            <a:schemeClr val="accent1"/>
          </a:solidFill>
        </a:ln>
      </a:spPr>
      <a:bodyPr lIns="72000" tIns="72000" rIns="72000" bIns="72000" rtlCol="0" anchor="ctr"/>
      <a:lstStyle>
        <a:defPPr algn="ctr">
          <a:defRPr sz="1600" dirty="0" err="1"/>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defRPr sz="1600" dirty="0" err="1"/>
        </a:defPPr>
      </a:lstStyle>
    </a:txDef>
  </a:objectDefaults>
  <a:extraClrSchemeLst/>
  <a:custClrLst>
    <a:custClr name="Grøn 1">
      <a:srgbClr val="4E5B31"/>
    </a:custClr>
    <a:custClr name="Grøn 2">
      <a:srgbClr val="789D4A"/>
    </a:custClr>
    <a:custClr name="Grøn 3">
      <a:srgbClr val="AEB862"/>
    </a:custClr>
    <a:custClr name="Grøn 4">
      <a:srgbClr val="EAE7B9"/>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Orange 1">
      <a:srgbClr val="D38235"/>
    </a:custClr>
    <a:custClr name="Orange 2">
      <a:srgbClr val="E0A526"/>
    </a:custClr>
    <a:custClr name="Orange 3">
      <a:srgbClr val="EED484"/>
    </a:custClr>
    <a:custClr name="Orange 4">
      <a:srgbClr val="FCF0C4"/>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Rød 1">
      <a:srgbClr val="862633"/>
    </a:custClr>
    <a:custClr name="Rød 2">
      <a:srgbClr val="D05A57"/>
    </a:custClr>
    <a:custClr name="Rød 3">
      <a:srgbClr val="E1BBB4"/>
    </a:custClr>
    <a:custClr name="Rød 4">
      <a:srgbClr val="F4E2DE"/>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Brun 1">
      <a:srgbClr val="473729"/>
    </a:custClr>
    <a:custClr name="Brun 2">
      <a:srgbClr val="946037"/>
    </a:custClr>
    <a:custClr name="Brun 3">
      <a:srgbClr val="DDCBA4"/>
    </a:custClr>
    <a:custClr name="Brun 4">
      <a:srgbClr val="EFE5D1"/>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Sort">
      <a:srgbClr val="000000"/>
    </a:custClr>
    <a:custClr name="Hvid">
      <a:srgbClr val="FFFFFF"/>
    </a:custClr>
  </a:custClrLst>
  <a:extLst>
    <a:ext uri="{05A4C25C-085E-4340-85A3-A5531E510DB2}">
      <thm15:themeFamily xmlns:thm15="http://schemas.microsoft.com/office/thememl/2012/main" name="SDU" id="{A5CA2234-5E66-E14D-8A65-7C4B5E019B4B}" vid="{04CDD2B6-661C-2E46-AC94-91A2CD46E802}"/>
    </a:ext>
  </a:extLst>
</a:theme>
</file>

<file path=ppt/theme/theme3.xml><?xml version="1.0" encoding="utf-8"?>
<a:theme xmlns:a="http://schemas.openxmlformats.org/drawingml/2006/main" name="2_SDU">
  <a:themeElements>
    <a:clrScheme name="SDU">
      <a:dk1>
        <a:srgbClr val="000000"/>
      </a:dk1>
      <a:lt1>
        <a:srgbClr val="FFFFFF"/>
      </a:lt1>
      <a:dk2>
        <a:srgbClr val="7A6040"/>
      </a:dk2>
      <a:lt2>
        <a:srgbClr val="DDCBA4"/>
      </a:lt2>
      <a:accent1>
        <a:srgbClr val="AEB862"/>
      </a:accent1>
      <a:accent2>
        <a:srgbClr val="789D4A"/>
      </a:accent2>
      <a:accent3>
        <a:srgbClr val="F2C75C"/>
      </a:accent3>
      <a:accent4>
        <a:srgbClr val="E07E3C"/>
      </a:accent4>
      <a:accent5>
        <a:srgbClr val="E1BBB4"/>
      </a:accent5>
      <a:accent6>
        <a:srgbClr val="D05A57"/>
      </a:accent6>
      <a:hlink>
        <a:srgbClr val="0563C1"/>
      </a:hlink>
      <a:folHlink>
        <a:srgbClr val="954F72"/>
      </a:folHlink>
    </a:clrScheme>
    <a:fontScheme name="SDU">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solidFill>
            <a:schemeClr val="accent1"/>
          </a:solidFill>
        </a:ln>
      </a:spPr>
      <a:bodyPr lIns="72000" tIns="72000" rIns="72000" bIns="72000" rtlCol="0" anchor="ctr"/>
      <a:lstStyle>
        <a:defPPr algn="ctr">
          <a:defRPr sz="1600" dirty="0" err="1"/>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defRPr sz="1600" dirty="0" err="1"/>
        </a:defPPr>
      </a:lstStyle>
    </a:txDef>
  </a:objectDefaults>
  <a:extraClrSchemeLst/>
  <a:custClrLst>
    <a:custClr name="Grøn 1">
      <a:srgbClr val="4E5B31"/>
    </a:custClr>
    <a:custClr name="Grøn 2">
      <a:srgbClr val="789D4A"/>
    </a:custClr>
    <a:custClr name="Grøn 3">
      <a:srgbClr val="AEB862"/>
    </a:custClr>
    <a:custClr name="Grøn 4">
      <a:srgbClr val="EAE7B9"/>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Orange 1">
      <a:srgbClr val="D38235"/>
    </a:custClr>
    <a:custClr name="Orange 2">
      <a:srgbClr val="E0A526"/>
    </a:custClr>
    <a:custClr name="Orange 3">
      <a:srgbClr val="EED484"/>
    </a:custClr>
    <a:custClr name="Orange 4">
      <a:srgbClr val="FCF0C4"/>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Rød 1">
      <a:srgbClr val="862633"/>
    </a:custClr>
    <a:custClr name="Rød 2">
      <a:srgbClr val="D05A57"/>
    </a:custClr>
    <a:custClr name="Rød 3">
      <a:srgbClr val="E1BBB4"/>
    </a:custClr>
    <a:custClr name="Rød 4">
      <a:srgbClr val="F4E2DE"/>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Brun 1">
      <a:srgbClr val="473729"/>
    </a:custClr>
    <a:custClr name="Brun 2">
      <a:srgbClr val="946037"/>
    </a:custClr>
    <a:custClr name="Brun 3">
      <a:srgbClr val="DDCBA4"/>
    </a:custClr>
    <a:custClr name="Brun 4">
      <a:srgbClr val="EFE5D1"/>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Sort">
      <a:srgbClr val="000000"/>
    </a:custClr>
    <a:custClr name="Hvid">
      <a:srgbClr val="FFFFFF"/>
    </a:custClr>
  </a:custClrLst>
  <a:extLst>
    <a:ext uri="{05A4C25C-085E-4340-85A3-A5531E510DB2}">
      <thm15:themeFamily xmlns:thm15="http://schemas.microsoft.com/office/thememl/2012/main" name="SDU" id="{A5CA2234-5E66-E14D-8A65-7C4B5E019B4B}" vid="{04CDD2B6-661C-2E46-AC94-91A2CD46E802}"/>
    </a:ext>
  </a:extLst>
</a:theme>
</file>

<file path=docProps/app.xml><?xml version="1.0" encoding="utf-8"?>
<Properties xmlns="http://schemas.openxmlformats.org/officeDocument/2006/extended-properties" xmlns:vt="http://schemas.openxmlformats.org/officeDocument/2006/docPropsVTypes">
  <Template/>
  <TotalTime>46</TotalTime>
  <Words>2400</Words>
  <Application>Microsoft Macintosh PowerPoint</Application>
  <PresentationFormat>Widescreen</PresentationFormat>
  <Paragraphs>403</Paragraphs>
  <Slides>36</Slides>
  <Notes>0</Notes>
  <HiddenSlides>0</HiddenSlides>
  <MMClips>0</MMClips>
  <ScaleCrop>false</ScaleCrop>
  <HeadingPairs>
    <vt:vector size="6" baseType="variant">
      <vt:variant>
        <vt:lpstr>Benyttede skrifttyper</vt:lpstr>
      </vt:variant>
      <vt:variant>
        <vt:i4>7</vt:i4>
      </vt:variant>
      <vt:variant>
        <vt:lpstr>Tema</vt:lpstr>
      </vt:variant>
      <vt:variant>
        <vt:i4>3</vt:i4>
      </vt:variant>
      <vt:variant>
        <vt:lpstr>Slidetitler</vt:lpstr>
      </vt:variant>
      <vt:variant>
        <vt:i4>36</vt:i4>
      </vt:variant>
    </vt:vector>
  </HeadingPairs>
  <TitlesOfParts>
    <vt:vector size="46" baseType="lpstr">
      <vt:lpstr>Arial</vt:lpstr>
      <vt:lpstr>Calibri</vt:lpstr>
      <vt:lpstr>Calibri Light</vt:lpstr>
      <vt:lpstr>Consolas</vt:lpstr>
      <vt:lpstr>Menlo</vt:lpstr>
      <vt:lpstr>Times New Roman</vt:lpstr>
      <vt:lpstr>Wingdings</vt:lpstr>
      <vt:lpstr>SDU</vt:lpstr>
      <vt:lpstr>1_SDU</vt:lpstr>
      <vt:lpstr>2_SDU</vt:lpstr>
      <vt:lpstr>Introduction to React</vt:lpstr>
      <vt:lpstr>What is React?</vt:lpstr>
      <vt:lpstr>Timeline of front-end JavaScript frameworks</vt:lpstr>
      <vt:lpstr>PowerPoint-præsentation</vt:lpstr>
      <vt:lpstr>Common tasks in front-end development</vt:lpstr>
      <vt:lpstr>Fundamentals of React</vt:lpstr>
      <vt:lpstr>JavaScript and HTML in the same file</vt:lpstr>
      <vt:lpstr>JSX: the React programming language</vt:lpstr>
      <vt:lpstr>“React is just JavaScript”</vt:lpstr>
      <vt:lpstr>Functional programming</vt:lpstr>
      <vt:lpstr>Functional programming</vt:lpstr>
      <vt:lpstr>Functional programming</vt:lpstr>
      <vt:lpstr>Functional programming</vt:lpstr>
      <vt:lpstr>Components</vt:lpstr>
      <vt:lpstr>Anatomy of a React component</vt:lpstr>
      <vt:lpstr>JSX Syntax in React</vt:lpstr>
      <vt:lpstr>Styling</vt:lpstr>
      <vt:lpstr>Component rendering</vt:lpstr>
      <vt:lpstr>“In React, everything is a component”</vt:lpstr>
      <vt:lpstr>Todo application</vt:lpstr>
      <vt:lpstr>PowerPoint-præsentation</vt:lpstr>
      <vt:lpstr>Creating a new React app</vt:lpstr>
      <vt:lpstr>Simple React App</vt:lpstr>
      <vt:lpstr>React Components</vt:lpstr>
      <vt:lpstr>Functional Components</vt:lpstr>
      <vt:lpstr>Class Components</vt:lpstr>
      <vt:lpstr>Anatomy of a new React app</vt:lpstr>
      <vt:lpstr>Component Hierarchy</vt:lpstr>
      <vt:lpstr>Special list key property</vt:lpstr>
      <vt:lpstr>What are hooks?</vt:lpstr>
      <vt:lpstr>First React hook: useState</vt:lpstr>
      <vt:lpstr>Predicting component re-rendering</vt:lpstr>
      <vt:lpstr>Second React hook: useEffect</vt:lpstr>
      <vt:lpstr>Simple example</vt:lpstr>
      <vt:lpstr>Building a React project</vt:lpstr>
      <vt:lpstr>3rd party components and libraries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React.js</dc:title>
  <dc:creator>Aaron Smith</dc:creator>
  <cp:lastModifiedBy>Henrik Lange</cp:lastModifiedBy>
  <cp:revision>6</cp:revision>
  <dcterms:created xsi:type="dcterms:W3CDTF">2024-02-26T13:13:47Z</dcterms:created>
  <dcterms:modified xsi:type="dcterms:W3CDTF">2024-02-26T15:07:15Z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2024-02-26T00:00:00Z</vt:filetime>
  </property>
  <property fmtid="{D5CDD505-2E9C-101B-9397-08002B2CF9AE}" pid="3" name="Creator">
    <vt:lpwstr>Acrobat PDFMaker 19 for PowerPoint</vt:lpwstr>
  </property>
  <property fmtid="{D5CDD505-2E9C-101B-9397-08002B2CF9AE}" pid="4" name="LastSaved">
    <vt:filetime>2024-02-26T00:00:00Z</vt:filetime>
  </property>
  <property fmtid="{D5CDD505-2E9C-101B-9397-08002B2CF9AE}" pid="5" name="Producer">
    <vt:lpwstr>GPL Ghostscript 9.20</vt:lpwstr>
  </property>
</Properties>
</file>