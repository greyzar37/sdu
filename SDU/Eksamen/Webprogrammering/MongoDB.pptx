
<file path=[Content_Types].xml><?xml version="1.0" encoding="utf-8"?>
<Types xmlns="http://schemas.openxmlformats.org/package/2006/content-types">
  <Default Extension="bin" ContentType="image/x-emf"/>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33"/>
  </p:sldMasterIdLst>
  <p:notesMasterIdLst>
    <p:notesMasterId r:id="rId88"/>
  </p:notesMasterIdLst>
  <p:sldIdLst>
    <p:sldId id="280" r:id="rId34"/>
    <p:sldId id="4503" r:id="rId35"/>
    <p:sldId id="4538" r:id="rId36"/>
    <p:sldId id="259" r:id="rId37"/>
    <p:sldId id="260" r:id="rId38"/>
    <p:sldId id="261" r:id="rId39"/>
    <p:sldId id="262" r:id="rId40"/>
    <p:sldId id="263" r:id="rId41"/>
    <p:sldId id="4540" r:id="rId42"/>
    <p:sldId id="4541" r:id="rId43"/>
    <p:sldId id="264" r:id="rId44"/>
    <p:sldId id="265" r:id="rId45"/>
    <p:sldId id="266" r:id="rId46"/>
    <p:sldId id="267" r:id="rId47"/>
    <p:sldId id="268" r:id="rId48"/>
    <p:sldId id="269" r:id="rId49"/>
    <p:sldId id="270" r:id="rId50"/>
    <p:sldId id="271" r:id="rId51"/>
    <p:sldId id="272" r:id="rId52"/>
    <p:sldId id="4543" r:id="rId53"/>
    <p:sldId id="4542" r:id="rId54"/>
    <p:sldId id="273" r:id="rId55"/>
    <p:sldId id="274" r:id="rId56"/>
    <p:sldId id="275" r:id="rId57"/>
    <p:sldId id="276" r:id="rId58"/>
    <p:sldId id="277" r:id="rId59"/>
    <p:sldId id="278" r:id="rId60"/>
    <p:sldId id="279" r:id="rId61"/>
    <p:sldId id="4539" r:id="rId62"/>
    <p:sldId id="281" r:id="rId63"/>
    <p:sldId id="282" r:id="rId64"/>
    <p:sldId id="283" r:id="rId65"/>
    <p:sldId id="284" r:id="rId66"/>
    <p:sldId id="285" r:id="rId67"/>
    <p:sldId id="286" r:id="rId68"/>
    <p:sldId id="287" r:id="rId69"/>
    <p:sldId id="288" r:id="rId70"/>
    <p:sldId id="289" r:id="rId71"/>
    <p:sldId id="290" r:id="rId72"/>
    <p:sldId id="291" r:id="rId73"/>
    <p:sldId id="292" r:id="rId74"/>
    <p:sldId id="293" r:id="rId75"/>
    <p:sldId id="294" r:id="rId76"/>
    <p:sldId id="295" r:id="rId77"/>
    <p:sldId id="305" r:id="rId78"/>
    <p:sldId id="306" r:id="rId79"/>
    <p:sldId id="307" r:id="rId80"/>
    <p:sldId id="308" r:id="rId81"/>
    <p:sldId id="309" r:id="rId82"/>
    <p:sldId id="310" r:id="rId83"/>
    <p:sldId id="315" r:id="rId84"/>
    <p:sldId id="316" r:id="rId85"/>
    <p:sldId id="317" r:id="rId86"/>
    <p:sldId id="318" r:id="rId8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40" userDrawn="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983B3B"/>
    <a:srgbClr val="FEEE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llemlayout 2 - Marker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088" autoAdjust="0"/>
    <p:restoredTop sz="94662" autoAdjust="0"/>
  </p:normalViewPr>
  <p:slideViewPr>
    <p:cSldViewPr snapToGrid="0" showGuides="1">
      <p:cViewPr varScale="1">
        <p:scale>
          <a:sx n="128" d="100"/>
          <a:sy n="128" d="100"/>
        </p:scale>
        <p:origin x="960" y="176"/>
      </p:cViewPr>
      <p:guideLst>
        <p:guide orient="horz" pos="64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customXml" Target="../customXml/item26.xml"/><Relationship Id="rId21" Type="http://schemas.openxmlformats.org/officeDocument/2006/relationships/customXml" Target="../customXml/item21.xml"/><Relationship Id="rId42" Type="http://schemas.openxmlformats.org/officeDocument/2006/relationships/slide" Target="slides/slide9.xml"/><Relationship Id="rId47" Type="http://schemas.openxmlformats.org/officeDocument/2006/relationships/slide" Target="slides/slide14.xml"/><Relationship Id="rId63" Type="http://schemas.openxmlformats.org/officeDocument/2006/relationships/slide" Target="slides/slide30.xml"/><Relationship Id="rId68" Type="http://schemas.openxmlformats.org/officeDocument/2006/relationships/slide" Target="slides/slide35.xml"/><Relationship Id="rId84" Type="http://schemas.openxmlformats.org/officeDocument/2006/relationships/slide" Target="slides/slide51.xml"/><Relationship Id="rId89" Type="http://schemas.openxmlformats.org/officeDocument/2006/relationships/presProps" Target="presProps.xml"/><Relationship Id="rId16" Type="http://schemas.openxmlformats.org/officeDocument/2006/relationships/customXml" Target="../customXml/item16.xml"/><Relationship Id="rId11" Type="http://schemas.openxmlformats.org/officeDocument/2006/relationships/customXml" Target="../customXml/item11.xml"/><Relationship Id="rId32" Type="http://schemas.openxmlformats.org/officeDocument/2006/relationships/customXml" Target="../customXml/item32.xml"/><Relationship Id="rId37" Type="http://schemas.openxmlformats.org/officeDocument/2006/relationships/slide" Target="slides/slide4.xml"/><Relationship Id="rId53" Type="http://schemas.openxmlformats.org/officeDocument/2006/relationships/slide" Target="slides/slide20.xml"/><Relationship Id="rId58" Type="http://schemas.openxmlformats.org/officeDocument/2006/relationships/slide" Target="slides/slide25.xml"/><Relationship Id="rId74" Type="http://schemas.openxmlformats.org/officeDocument/2006/relationships/slide" Target="slides/slide41.xml"/><Relationship Id="rId79" Type="http://schemas.openxmlformats.org/officeDocument/2006/relationships/slide" Target="slides/slide46.xml"/><Relationship Id="rId5" Type="http://schemas.openxmlformats.org/officeDocument/2006/relationships/customXml" Target="../customXml/item5.xml"/><Relationship Id="rId90" Type="http://schemas.openxmlformats.org/officeDocument/2006/relationships/viewProps" Target="viewProps.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customXml" Target="../customXml/item27.xml"/><Relationship Id="rId30" Type="http://schemas.openxmlformats.org/officeDocument/2006/relationships/customXml" Target="../customXml/item30.xml"/><Relationship Id="rId35" Type="http://schemas.openxmlformats.org/officeDocument/2006/relationships/slide" Target="slides/slide2.xml"/><Relationship Id="rId43" Type="http://schemas.openxmlformats.org/officeDocument/2006/relationships/slide" Target="slides/slide10.xml"/><Relationship Id="rId48" Type="http://schemas.openxmlformats.org/officeDocument/2006/relationships/slide" Target="slides/slide15.xml"/><Relationship Id="rId56" Type="http://schemas.openxmlformats.org/officeDocument/2006/relationships/slide" Target="slides/slide23.xml"/><Relationship Id="rId64" Type="http://schemas.openxmlformats.org/officeDocument/2006/relationships/slide" Target="slides/slide31.xml"/><Relationship Id="rId69" Type="http://schemas.openxmlformats.org/officeDocument/2006/relationships/slide" Target="slides/slide36.xml"/><Relationship Id="rId77" Type="http://schemas.openxmlformats.org/officeDocument/2006/relationships/slide" Target="slides/slide44.xml"/><Relationship Id="rId8" Type="http://schemas.openxmlformats.org/officeDocument/2006/relationships/customXml" Target="../customXml/item8.xml"/><Relationship Id="rId51" Type="http://schemas.openxmlformats.org/officeDocument/2006/relationships/slide" Target="slides/slide18.xml"/><Relationship Id="rId72" Type="http://schemas.openxmlformats.org/officeDocument/2006/relationships/slide" Target="slides/slide39.xml"/><Relationship Id="rId80" Type="http://schemas.openxmlformats.org/officeDocument/2006/relationships/slide" Target="slides/slide47.xml"/><Relationship Id="rId85" Type="http://schemas.openxmlformats.org/officeDocument/2006/relationships/slide" Target="slides/slide52.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slideMaster" Target="slideMasters/slideMaster1.xml"/><Relationship Id="rId38" Type="http://schemas.openxmlformats.org/officeDocument/2006/relationships/slide" Target="slides/slide5.xml"/><Relationship Id="rId46" Type="http://schemas.openxmlformats.org/officeDocument/2006/relationships/slide" Target="slides/slide13.xml"/><Relationship Id="rId59" Type="http://schemas.openxmlformats.org/officeDocument/2006/relationships/slide" Target="slides/slide26.xml"/><Relationship Id="rId67" Type="http://schemas.openxmlformats.org/officeDocument/2006/relationships/slide" Target="slides/slide34.xml"/><Relationship Id="rId20" Type="http://schemas.openxmlformats.org/officeDocument/2006/relationships/customXml" Target="../customXml/item20.xml"/><Relationship Id="rId41" Type="http://schemas.openxmlformats.org/officeDocument/2006/relationships/slide" Target="slides/slide8.xml"/><Relationship Id="rId54" Type="http://schemas.openxmlformats.org/officeDocument/2006/relationships/slide" Target="slides/slide21.xml"/><Relationship Id="rId62" Type="http://schemas.openxmlformats.org/officeDocument/2006/relationships/slide" Target="slides/slide29.xml"/><Relationship Id="rId70" Type="http://schemas.openxmlformats.org/officeDocument/2006/relationships/slide" Target="slides/slide37.xml"/><Relationship Id="rId75" Type="http://schemas.openxmlformats.org/officeDocument/2006/relationships/slide" Target="slides/slide42.xml"/><Relationship Id="rId83" Type="http://schemas.openxmlformats.org/officeDocument/2006/relationships/slide" Target="slides/slide50.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slide" Target="slides/slide3.xml"/><Relationship Id="rId49" Type="http://schemas.openxmlformats.org/officeDocument/2006/relationships/slide" Target="slides/slide16.xml"/><Relationship Id="rId57" Type="http://schemas.openxmlformats.org/officeDocument/2006/relationships/slide" Target="slides/slide24.xml"/><Relationship Id="rId10" Type="http://schemas.openxmlformats.org/officeDocument/2006/relationships/customXml" Target="../customXml/item10.xml"/><Relationship Id="rId31" Type="http://schemas.openxmlformats.org/officeDocument/2006/relationships/customXml" Target="../customXml/item31.xml"/><Relationship Id="rId44" Type="http://schemas.openxmlformats.org/officeDocument/2006/relationships/slide" Target="slides/slide11.xml"/><Relationship Id="rId52" Type="http://schemas.openxmlformats.org/officeDocument/2006/relationships/slide" Target="slides/slide19.xml"/><Relationship Id="rId60" Type="http://schemas.openxmlformats.org/officeDocument/2006/relationships/slide" Target="slides/slide27.xml"/><Relationship Id="rId65" Type="http://schemas.openxmlformats.org/officeDocument/2006/relationships/slide" Target="slides/slide32.xml"/><Relationship Id="rId73" Type="http://schemas.openxmlformats.org/officeDocument/2006/relationships/slide" Target="slides/slide40.xml"/><Relationship Id="rId78" Type="http://schemas.openxmlformats.org/officeDocument/2006/relationships/slide" Target="slides/slide45.xml"/><Relationship Id="rId81" Type="http://schemas.openxmlformats.org/officeDocument/2006/relationships/slide" Target="slides/slide48.xml"/><Relationship Id="rId86" Type="http://schemas.openxmlformats.org/officeDocument/2006/relationships/slide" Target="slides/slide53.xml"/><Relationship Id="rId4" Type="http://schemas.openxmlformats.org/officeDocument/2006/relationships/customXml" Target="../customXml/item4.xml"/><Relationship Id="rId9" Type="http://schemas.openxmlformats.org/officeDocument/2006/relationships/customXml" Target="../customXml/item9.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slide" Target="slides/slide6.xml"/><Relationship Id="rId34" Type="http://schemas.openxmlformats.org/officeDocument/2006/relationships/slide" Target="slides/slide1.xml"/><Relationship Id="rId50" Type="http://schemas.openxmlformats.org/officeDocument/2006/relationships/slide" Target="slides/slide17.xml"/><Relationship Id="rId55" Type="http://schemas.openxmlformats.org/officeDocument/2006/relationships/slide" Target="slides/slide22.xml"/><Relationship Id="rId76" Type="http://schemas.openxmlformats.org/officeDocument/2006/relationships/slide" Target="slides/slide43.xml"/><Relationship Id="rId7" Type="http://schemas.openxmlformats.org/officeDocument/2006/relationships/customXml" Target="../customXml/item7.xml"/><Relationship Id="rId71" Type="http://schemas.openxmlformats.org/officeDocument/2006/relationships/slide" Target="slides/slide38.xml"/><Relationship Id="rId92" Type="http://schemas.openxmlformats.org/officeDocument/2006/relationships/tableStyles" Target="tableStyles.xml"/><Relationship Id="rId2" Type="http://schemas.openxmlformats.org/officeDocument/2006/relationships/customXml" Target="../customXml/item2.xml"/><Relationship Id="rId29" Type="http://schemas.openxmlformats.org/officeDocument/2006/relationships/customXml" Target="../customXml/item29.xml"/><Relationship Id="rId24" Type="http://schemas.openxmlformats.org/officeDocument/2006/relationships/customXml" Target="../customXml/item24.xml"/><Relationship Id="rId40" Type="http://schemas.openxmlformats.org/officeDocument/2006/relationships/slide" Target="slides/slide7.xml"/><Relationship Id="rId45" Type="http://schemas.openxmlformats.org/officeDocument/2006/relationships/slide" Target="slides/slide12.xml"/><Relationship Id="rId66" Type="http://schemas.openxmlformats.org/officeDocument/2006/relationships/slide" Target="slides/slide33.xml"/><Relationship Id="rId87" Type="http://schemas.openxmlformats.org/officeDocument/2006/relationships/slide" Target="slides/slide54.xml"/><Relationship Id="rId61" Type="http://schemas.openxmlformats.org/officeDocument/2006/relationships/slide" Target="slides/slide28.xml"/><Relationship Id="rId82" Type="http://schemas.openxmlformats.org/officeDocument/2006/relationships/slide" Target="slides/slide49.xml"/><Relationship Id="rId19" Type="http://schemas.openxmlformats.org/officeDocument/2006/relationships/customXml" Target="../customXml/item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GB"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defRPr>
            </a:lvl1pPr>
          </a:lstStyle>
          <a:p>
            <a:fld id="{CD72A38B-F9FA-4036-A084-652409E98F08}" type="datetimeFigureOut">
              <a:rPr lang="en-GB"/>
              <a:pPr/>
              <a:t>18/09/2024</a:t>
            </a:fld>
            <a:endParaRPr lang="en-GB"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GB"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panose="020B0604020202020204" pitchFamily="34" charset="0"/>
              </a:defRPr>
            </a:lvl1pPr>
          </a:lstStyle>
          <a:p>
            <a:fld id="{49436F85-577F-4A92-A47F-D540A2BCC821}" type="slidenum">
              <a:rPr lang="en-GB"/>
              <a:pPr/>
              <a:t>‹nr.›</a:t>
            </a:fld>
            <a:endParaRPr lang="en-GB" dirty="0"/>
          </a:p>
        </p:txBody>
      </p:sp>
    </p:spTree>
    <p:extLst>
      <p:ext uri="{BB962C8B-B14F-4D97-AF65-F5344CB8AC3E}">
        <p14:creationId xmlns:p14="http://schemas.microsoft.com/office/powerpoint/2010/main" val="3378091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10"/>
          </p:nvPr>
        </p:nvSpPr>
        <p:spPr/>
        <p:txBody>
          <a:bodyPr/>
          <a:lstStyle/>
          <a:p>
            <a:fld id="{49436F85-577F-4A92-A47F-D540A2BCC821}" type="slidenum">
              <a:rPr lang="en-GB" smtClean="0"/>
              <a:pPr/>
              <a:t>1</a:t>
            </a:fld>
            <a:endParaRPr lang="en-GB" dirty="0"/>
          </a:p>
        </p:txBody>
      </p:sp>
    </p:spTree>
    <p:extLst>
      <p:ext uri="{BB962C8B-B14F-4D97-AF65-F5344CB8AC3E}">
        <p14:creationId xmlns:p14="http://schemas.microsoft.com/office/powerpoint/2010/main" val="9201576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10"/>
          </p:nvPr>
        </p:nvSpPr>
        <p:spPr/>
        <p:txBody>
          <a:bodyPr/>
          <a:lstStyle/>
          <a:p>
            <a:fld id="{49436F85-577F-4A92-A47F-D540A2BCC821}" type="slidenum">
              <a:rPr lang="en-GB" smtClean="0"/>
              <a:pPr/>
              <a:t>2</a:t>
            </a:fld>
            <a:endParaRPr lang="en-GB" dirty="0"/>
          </a:p>
        </p:txBody>
      </p:sp>
    </p:spTree>
    <p:extLst>
      <p:ext uri="{BB962C8B-B14F-4D97-AF65-F5344CB8AC3E}">
        <p14:creationId xmlns:p14="http://schemas.microsoft.com/office/powerpoint/2010/main" val="15518965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ort forside">
    <p:spTree>
      <p:nvGrpSpPr>
        <p:cNvPr id="1" name=""/>
        <p:cNvGrpSpPr/>
        <p:nvPr/>
      </p:nvGrpSpPr>
      <p:grpSpPr>
        <a:xfrm>
          <a:off x="0" y="0"/>
          <a:ext cx="0" cy="0"/>
          <a:chOff x="0" y="0"/>
          <a:chExt cx="0" cy="0"/>
        </a:xfrm>
      </p:grpSpPr>
      <p:sp>
        <p:nvSpPr>
          <p:cNvPr id="3" name="Background">
            <a:extLst>
              <a:ext uri="{FF2B5EF4-FFF2-40B4-BE49-F238E27FC236}">
                <a16:creationId xmlns:a16="http://schemas.microsoft.com/office/drawing/2014/main" id="{BBCAF46D-9983-4AEE-9B8A-24654CDEDDB0}"/>
              </a:ext>
            </a:extLst>
          </p:cNvPr>
          <p:cNvSpPr/>
          <p:nvPr userDrawn="1"/>
        </p:nvSpPr>
        <p:spPr>
          <a:xfrm>
            <a:off x="0" y="0"/>
            <a:ext cx="121896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600" dirty="0" err="1"/>
          </a:p>
        </p:txBody>
      </p:sp>
      <p:sp>
        <p:nvSpPr>
          <p:cNvPr id="2" name="Title 1"/>
          <p:cNvSpPr>
            <a:spLocks noGrp="1"/>
          </p:cNvSpPr>
          <p:nvPr>
            <p:ph type="ctrTitle" hasCustomPrompt="1"/>
          </p:nvPr>
        </p:nvSpPr>
        <p:spPr>
          <a:xfrm>
            <a:off x="349384" y="1760373"/>
            <a:ext cx="10069011" cy="4070408"/>
          </a:xfrm>
        </p:spPr>
        <p:txBody>
          <a:bodyPr anchor="t" anchorCtr="0"/>
          <a:lstStyle>
            <a:lvl1pPr algn="l">
              <a:lnSpc>
                <a:spcPct val="90000"/>
              </a:lnSpc>
              <a:defRPr sz="9400">
                <a:solidFill>
                  <a:schemeClr val="bg1"/>
                </a:solidFill>
              </a:defRPr>
            </a:lvl1pPr>
          </a:lstStyle>
          <a:p>
            <a:r>
              <a:rPr lang="en-GB" dirty="0"/>
              <a:t>Klik for at tilføje overskrift</a:t>
            </a:r>
            <a:endParaRPr lang="en-GB"/>
          </a:p>
        </p:txBody>
      </p:sp>
      <p:sp>
        <p:nvSpPr>
          <p:cNvPr id="19" name="text" descr="{&quot;templafy&quot;:{&quot;id&quot;:&quot;9e66ba45-e00c-4751-bf02-a4956d240516&quot;}}" title="UserProfile.Institut.InstituteDCU_{{DocumentLanguage}}">
            <a:extLst>
              <a:ext uri="{FF2B5EF4-FFF2-40B4-BE49-F238E27FC236}">
                <a16:creationId xmlns:a16="http://schemas.microsoft.com/office/drawing/2014/main" id="{610DD8E7-635C-4517-8E21-65C3CB025FFE}"/>
              </a:ext>
            </a:extLst>
          </p:cNvPr>
          <p:cNvSpPr txBox="1">
            <a:spLocks/>
          </p:cNvSpPr>
          <p:nvPr userDrawn="1"/>
        </p:nvSpPr>
        <p:spPr>
          <a:xfrm>
            <a:off x="411163" y="450893"/>
            <a:ext cx="5684837" cy="284778"/>
          </a:xfrm>
          <a:prstGeom prst="rect">
            <a:avLst/>
          </a:prstGeom>
          <a:noFill/>
        </p:spPr>
        <p:txBody>
          <a:bodyPr wrap="square" lIns="10800" tIns="0" rIns="0" bIns="90000" anchor="b" anchorCtr="0">
            <a:no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solidFill>
                  <a:schemeClr val="bg1"/>
                </a:solidFill>
              </a:rPr>
              <a:t>The Maersk Mc-Kinney Moller Institute</a:t>
            </a:r>
          </a:p>
        </p:txBody>
      </p:sp>
      <p:pic>
        <p:nvPicPr>
          <p:cNvPr id="7" name="Logo black">
            <a:extLst>
              <a:ext uri="{FF2B5EF4-FFF2-40B4-BE49-F238E27FC236}">
                <a16:creationId xmlns:a16="http://schemas.microsoft.com/office/drawing/2014/main" id="{E6E48129-FB3C-4F39-A5A1-63313B41D3C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03200" y="6296400"/>
            <a:ext cx="786874" cy="212400"/>
          </a:xfrm>
          <a:prstGeom prst="rect">
            <a:avLst/>
          </a:prstGeom>
        </p:spPr>
      </p:pic>
      <p:sp>
        <p:nvSpPr>
          <p:cNvPr id="20" name="sdu.dk">
            <a:extLst>
              <a:ext uri="{FF2B5EF4-FFF2-40B4-BE49-F238E27FC236}">
                <a16:creationId xmlns:a16="http://schemas.microsoft.com/office/drawing/2014/main" id="{4B84D86E-3D20-4505-8DAD-8EB1F3E63B0A}"/>
              </a:ext>
            </a:extLst>
          </p:cNvPr>
          <p:cNvSpPr/>
          <p:nvPr userDrawn="1"/>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bg1"/>
                </a:solidFill>
              </a:rPr>
              <a:t>sdu.dk</a:t>
            </a:r>
            <a:endParaRPr lang="en-GB"/>
          </a:p>
        </p:txBody>
      </p:sp>
      <p:sp>
        <p:nvSpPr>
          <p:cNvPr id="21" name="#sdudk">
            <a:extLst>
              <a:ext uri="{FF2B5EF4-FFF2-40B4-BE49-F238E27FC236}">
                <a16:creationId xmlns:a16="http://schemas.microsoft.com/office/drawing/2014/main" id="{B58A6A9A-5E98-43AC-8CA5-F6C4B0573364}"/>
              </a:ext>
            </a:extLst>
          </p:cNvPr>
          <p:cNvSpPr/>
          <p:nvPr userDrawn="1"/>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bg1"/>
                </a:solidFill>
              </a:rPr>
              <a:t>#sdudk</a:t>
            </a:r>
            <a:endParaRPr lang="en-GB"/>
          </a:p>
        </p:txBody>
      </p:sp>
      <p:cxnSp>
        <p:nvCxnSpPr>
          <p:cNvPr id="12" name="Straight Connector 11">
            <a:extLst>
              <a:ext uri="{FF2B5EF4-FFF2-40B4-BE49-F238E27FC236}">
                <a16:creationId xmlns:a16="http://schemas.microsoft.com/office/drawing/2014/main" id="{0C739632-1CD3-47C1-98D9-4B1B2253C7C9}"/>
              </a:ext>
            </a:extLst>
          </p:cNvPr>
          <p:cNvCxnSpPr>
            <a:cxnSpLocks/>
          </p:cNvCxnSpPr>
          <p:nvPr userDrawn="1"/>
        </p:nvCxnSpPr>
        <p:spPr>
          <a:xfrm>
            <a:off x="410400" y="715665"/>
            <a:ext cx="699211"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date" descr="{&quot;templafy&quot;:{&quot;id&quot;:&quot;e93eeae9-b581-4184-9cc7-9a0f9897d348&quot;}}" title="Form.Date">
            <a:extLst>
              <a:ext uri="{FF2B5EF4-FFF2-40B4-BE49-F238E27FC236}">
                <a16:creationId xmlns:a16="http://schemas.microsoft.com/office/drawing/2014/main" id="{10301B40-E355-4D99-B296-A15FB5BC3A4C}"/>
              </a:ext>
            </a:extLst>
          </p:cNvPr>
          <p:cNvSpPr/>
          <p:nvPr userDrawn="1"/>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bg1"/>
                </a:solidFill>
              </a:rPr>
              <a:t>September 2020</a:t>
            </a:r>
          </a:p>
        </p:txBody>
      </p:sp>
      <p:sp>
        <p:nvSpPr>
          <p:cNvPr id="11" name="Date Placeholder 14">
            <a:extLst>
              <a:ext uri="{FF2B5EF4-FFF2-40B4-BE49-F238E27FC236}">
                <a16:creationId xmlns:a16="http://schemas.microsoft.com/office/drawing/2014/main" id="{D4E1389B-CA3B-4709-956D-F396D960BBC8}"/>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F1A13B18-F5ED-4611-8DBB-F05123AFBA22}" type="datetimeFigureOut">
              <a:rPr lang="en-GB" smtClean="0"/>
              <a:pPr/>
              <a:t>18/09/2024</a:t>
            </a:fld>
            <a:endParaRPr lang="en-GB" dirty="0"/>
          </a:p>
        </p:txBody>
      </p:sp>
      <p:sp>
        <p:nvSpPr>
          <p:cNvPr id="14" name="Date Placeholder 14">
            <a:extLst>
              <a:ext uri="{FF2B5EF4-FFF2-40B4-BE49-F238E27FC236}">
                <a16:creationId xmlns:a16="http://schemas.microsoft.com/office/drawing/2014/main" id="{8A94F1C1-AE36-4BBA-B958-8FC614A9472A}"/>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18/09/2024</a:t>
            </a:fld>
            <a:endParaRPr lang="en-GB" dirty="0"/>
          </a:p>
        </p:txBody>
      </p:sp>
    </p:spTree>
    <p:extLst>
      <p:ext uri="{BB962C8B-B14F-4D97-AF65-F5344CB8AC3E}">
        <p14:creationId xmlns:p14="http://schemas.microsoft.com/office/powerpoint/2010/main" val="40675258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Hvid fors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9384" y="1760373"/>
            <a:ext cx="10069011" cy="4070408"/>
          </a:xfrm>
        </p:spPr>
        <p:txBody>
          <a:bodyPr anchor="t" anchorCtr="0"/>
          <a:lstStyle>
            <a:lvl1pPr algn="l">
              <a:lnSpc>
                <a:spcPct val="90000"/>
              </a:lnSpc>
              <a:defRPr sz="9400">
                <a:solidFill>
                  <a:schemeClr val="tx1"/>
                </a:solidFill>
              </a:defRPr>
            </a:lvl1pPr>
          </a:lstStyle>
          <a:p>
            <a:r>
              <a:rPr lang="en-GB" dirty="0"/>
              <a:t>Klik for at tilføje overskrift</a:t>
            </a:r>
            <a:endParaRPr lang="en-GB"/>
          </a:p>
        </p:txBody>
      </p:sp>
      <p:sp>
        <p:nvSpPr>
          <p:cNvPr id="13" name="Date Placeholder 14">
            <a:extLst>
              <a:ext uri="{FF2B5EF4-FFF2-40B4-BE49-F238E27FC236}">
                <a16:creationId xmlns:a16="http://schemas.microsoft.com/office/drawing/2014/main" id="{5161ABAB-6DB4-433A-ACC8-A0EC0AACAD0C}"/>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F1A13B18-F5ED-4611-8DBB-F05123AFBA22}" type="datetimeFigureOut">
              <a:rPr lang="en-GB" smtClean="0"/>
              <a:pPr/>
              <a:t>18/09/2024</a:t>
            </a:fld>
            <a:endParaRPr lang="en-GB" dirty="0"/>
          </a:p>
        </p:txBody>
      </p:sp>
      <p:sp>
        <p:nvSpPr>
          <p:cNvPr id="14" name="Date Placeholder 14">
            <a:extLst>
              <a:ext uri="{FF2B5EF4-FFF2-40B4-BE49-F238E27FC236}">
                <a16:creationId xmlns:a16="http://schemas.microsoft.com/office/drawing/2014/main" id="{BC3A8B03-9EA5-416E-BD54-B87E6C4A6781}"/>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18/09/2024</a:t>
            </a:fld>
            <a:endParaRPr lang="en-GB" dirty="0"/>
          </a:p>
        </p:txBody>
      </p:sp>
    </p:spTree>
    <p:extLst>
      <p:ext uri="{BB962C8B-B14F-4D97-AF65-F5344CB8AC3E}">
        <p14:creationId xmlns:p14="http://schemas.microsoft.com/office/powerpoint/2010/main" val="3190335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Breaker A">
    <p:bg>
      <p:bgPr>
        <a:solidFill>
          <a:schemeClr val="bg1"/>
        </a:solidFill>
        <a:effectLst/>
      </p:bgPr>
    </p:bg>
    <p:spTree>
      <p:nvGrpSpPr>
        <p:cNvPr id="1" name=""/>
        <p:cNvGrpSpPr/>
        <p:nvPr/>
      </p:nvGrpSpPr>
      <p:grpSpPr>
        <a:xfrm>
          <a:off x="0" y="0"/>
          <a:ext cx="0" cy="0"/>
          <a:chOff x="0" y="0"/>
          <a:chExt cx="0" cy="0"/>
        </a:xfrm>
      </p:grpSpPr>
      <p:sp>
        <p:nvSpPr>
          <p:cNvPr id="14" name="Picture Placeholder 3">
            <a:extLst>
              <a:ext uri="{FF2B5EF4-FFF2-40B4-BE49-F238E27FC236}">
                <a16:creationId xmlns:a16="http://schemas.microsoft.com/office/drawing/2014/main" id="{BAC5FF5C-5A1F-4EF8-85A8-E1370E4FA7C5}"/>
              </a:ext>
            </a:extLst>
          </p:cNvPr>
          <p:cNvSpPr>
            <a:spLocks noGrp="1"/>
          </p:cNvSpPr>
          <p:nvPr>
            <p:ph type="pic" sz="quarter" idx="14" hasCustomPrompt="1"/>
          </p:nvPr>
        </p:nvSpPr>
        <p:spPr>
          <a:xfrm>
            <a:off x="6415848" y="1000443"/>
            <a:ext cx="4951428" cy="4841557"/>
          </a:xfrm>
        </p:spPr>
        <p:txBody>
          <a:bodyPr/>
          <a:lstStyle>
            <a:lvl1pPr marL="0" indent="0" algn="ctr">
              <a:buNone/>
              <a:defRPr sz="1200"/>
            </a:lvl1pPr>
          </a:lstStyle>
          <a:p>
            <a:r>
              <a:rPr lang="en-GB" dirty="0"/>
              <a:t>Vælg pladsholderen og indsæt billede via Templafy/Skyfish eller ikon eller logo via Templafy/Billeder</a:t>
            </a:r>
            <a:endParaRPr lang="en-GB"/>
          </a:p>
        </p:txBody>
      </p:sp>
      <p:sp>
        <p:nvSpPr>
          <p:cNvPr id="2" name="Title 1"/>
          <p:cNvSpPr>
            <a:spLocks noGrp="1"/>
          </p:cNvSpPr>
          <p:nvPr>
            <p:ph type="ctrTitle" hasCustomPrompt="1"/>
          </p:nvPr>
        </p:nvSpPr>
        <p:spPr>
          <a:xfrm>
            <a:off x="414697" y="1700212"/>
            <a:ext cx="5367600" cy="4141787"/>
          </a:xfrm>
        </p:spPr>
        <p:txBody>
          <a:bodyPr anchor="t" anchorCtr="0"/>
          <a:lstStyle>
            <a:lvl1pPr algn="l">
              <a:lnSpc>
                <a:spcPct val="100000"/>
              </a:lnSpc>
              <a:defRPr sz="4400">
                <a:solidFill>
                  <a:schemeClr val="tx1"/>
                </a:solidFill>
              </a:defRPr>
            </a:lvl1pPr>
          </a:lstStyle>
          <a:p>
            <a:r>
              <a:rPr lang="en-GB" dirty="0"/>
              <a:t>Klik for at tilføje overskrift</a:t>
            </a:r>
            <a:endParaRPr lang="en-GB"/>
          </a:p>
        </p:txBody>
      </p:sp>
      <p:sp>
        <p:nvSpPr>
          <p:cNvPr id="19" name="text" descr="{&quot;templafy&quot;:{&quot;id&quot;:&quot;535c2e69-01e7-4dce-95a6-4de9d99d38ac&quot;}}" title="UserProfile.Institut.InstituteDCU_{{DocumentLanguage}}">
            <a:extLst>
              <a:ext uri="{FF2B5EF4-FFF2-40B4-BE49-F238E27FC236}">
                <a16:creationId xmlns:a16="http://schemas.microsoft.com/office/drawing/2014/main" id="{610DD8E7-635C-4517-8E21-65C3CB025FFE}"/>
              </a:ext>
            </a:extLst>
          </p:cNvPr>
          <p:cNvSpPr txBox="1">
            <a:spLocks/>
          </p:cNvSpPr>
          <p:nvPr userDrawn="1"/>
        </p:nvSpPr>
        <p:spPr>
          <a:xfrm>
            <a:off x="411163" y="450893"/>
            <a:ext cx="5684837" cy="284778"/>
          </a:xfrm>
          <a:prstGeom prst="rect">
            <a:avLst/>
          </a:prstGeom>
          <a:noFill/>
        </p:spPr>
        <p:txBody>
          <a:bodyPr wrap="square" lIns="10800" tIns="0" rIns="0" bIns="90000" anchor="b" anchorCtr="0">
            <a:sp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The Maersk Mc-Kinney Moller Institute</a:t>
            </a:r>
          </a:p>
        </p:txBody>
      </p:sp>
      <p:sp>
        <p:nvSpPr>
          <p:cNvPr id="20" name="sdu.dk">
            <a:extLst>
              <a:ext uri="{FF2B5EF4-FFF2-40B4-BE49-F238E27FC236}">
                <a16:creationId xmlns:a16="http://schemas.microsoft.com/office/drawing/2014/main" id="{4B84D86E-3D20-4505-8DAD-8EB1F3E63B0A}"/>
              </a:ext>
            </a:extLst>
          </p:cNvPr>
          <p:cNvSpPr/>
          <p:nvPr userDrawn="1"/>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21" name="#sdudk">
            <a:extLst>
              <a:ext uri="{FF2B5EF4-FFF2-40B4-BE49-F238E27FC236}">
                <a16:creationId xmlns:a16="http://schemas.microsoft.com/office/drawing/2014/main" id="{B58A6A9A-5E98-43AC-8CA5-F6C4B0573364}"/>
              </a:ext>
            </a:extLst>
          </p:cNvPr>
          <p:cNvSpPr/>
          <p:nvPr userDrawn="1"/>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cxnSp>
        <p:nvCxnSpPr>
          <p:cNvPr id="11" name="Straight Connector 10">
            <a:extLst>
              <a:ext uri="{FF2B5EF4-FFF2-40B4-BE49-F238E27FC236}">
                <a16:creationId xmlns:a16="http://schemas.microsoft.com/office/drawing/2014/main" id="{EEFBD90C-157B-45E5-8A90-9560C86CAB4C}"/>
              </a:ext>
            </a:extLst>
          </p:cNvPr>
          <p:cNvCxnSpPr>
            <a:cxnSpLocks/>
          </p:cNvCxnSpPr>
          <p:nvPr userDrawn="1"/>
        </p:nvCxnSpPr>
        <p:spPr>
          <a:xfrm>
            <a:off x="410400"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date" descr="{&quot;templafy&quot;:{&quot;id&quot;:&quot;4580039a-6a0b-47c3-8582-fb9e2e105f97&quot;}}" title="Form.Date">
            <a:extLst>
              <a:ext uri="{FF2B5EF4-FFF2-40B4-BE49-F238E27FC236}">
                <a16:creationId xmlns:a16="http://schemas.microsoft.com/office/drawing/2014/main" id="{508E925B-663E-4A1A-8916-BC4FCFEA746C}"/>
              </a:ext>
            </a:extLst>
          </p:cNvPr>
          <p:cNvSpPr/>
          <p:nvPr userDrawn="1"/>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tx1"/>
                </a:solidFill>
              </a:rPr>
              <a:t>September 2020</a:t>
            </a:r>
          </a:p>
        </p:txBody>
      </p:sp>
      <p:pic>
        <p:nvPicPr>
          <p:cNvPr id="13" name="Logo black">
            <a:extLst>
              <a:ext uri="{FF2B5EF4-FFF2-40B4-BE49-F238E27FC236}">
                <a16:creationId xmlns:a16="http://schemas.microsoft.com/office/drawing/2014/main" id="{8790A71A-B09B-4B5F-9D31-846A17201C9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
        <p:nvSpPr>
          <p:cNvPr id="17" name="Date Placeholder 14">
            <a:extLst>
              <a:ext uri="{FF2B5EF4-FFF2-40B4-BE49-F238E27FC236}">
                <a16:creationId xmlns:a16="http://schemas.microsoft.com/office/drawing/2014/main" id="{D63CFED0-47FC-4852-81C1-6B705FD6417D}"/>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18/09/2024</a:t>
            </a:fld>
            <a:endParaRPr lang="en-GB" dirty="0"/>
          </a:p>
        </p:txBody>
      </p:sp>
      <p:sp>
        <p:nvSpPr>
          <p:cNvPr id="3" name="TextBox 2">
            <a:extLst>
              <a:ext uri="{FF2B5EF4-FFF2-40B4-BE49-F238E27FC236}">
                <a16:creationId xmlns:a16="http://schemas.microsoft.com/office/drawing/2014/main" id="{2D2565F4-7FB3-4F2B-AED8-4859D42935AE}"/>
              </a:ext>
            </a:extLst>
          </p:cNvPr>
          <p:cNvSpPr txBox="1"/>
          <p:nvPr userDrawn="1"/>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spTree>
    <p:extLst>
      <p:ext uri="{BB962C8B-B14F-4D97-AF65-F5344CB8AC3E}">
        <p14:creationId xmlns:p14="http://schemas.microsoft.com/office/powerpoint/2010/main" val="354091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reaker B">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4697" y="1700212"/>
            <a:ext cx="5367600" cy="4141787"/>
          </a:xfrm>
        </p:spPr>
        <p:txBody>
          <a:bodyPr anchor="b" anchorCtr="0"/>
          <a:lstStyle>
            <a:lvl1pPr algn="l">
              <a:lnSpc>
                <a:spcPct val="100000"/>
              </a:lnSpc>
              <a:defRPr sz="4400">
                <a:solidFill>
                  <a:schemeClr val="tx1"/>
                </a:solidFill>
              </a:defRPr>
            </a:lvl1pPr>
          </a:lstStyle>
          <a:p>
            <a:r>
              <a:rPr lang="en-GB" dirty="0"/>
              <a:t>Klik for at tilføje overskrift</a:t>
            </a:r>
            <a:endParaRPr lang="en-GB"/>
          </a:p>
        </p:txBody>
      </p:sp>
      <p:sp>
        <p:nvSpPr>
          <p:cNvPr id="14" name="Picture Placeholder 3">
            <a:extLst>
              <a:ext uri="{FF2B5EF4-FFF2-40B4-BE49-F238E27FC236}">
                <a16:creationId xmlns:a16="http://schemas.microsoft.com/office/drawing/2014/main" id="{A915360E-F247-49FB-821B-5399F1326472}"/>
              </a:ext>
            </a:extLst>
          </p:cNvPr>
          <p:cNvSpPr>
            <a:spLocks noGrp="1"/>
          </p:cNvSpPr>
          <p:nvPr>
            <p:ph type="pic" sz="quarter" idx="14" hasCustomPrompt="1"/>
          </p:nvPr>
        </p:nvSpPr>
        <p:spPr>
          <a:xfrm>
            <a:off x="6415848" y="1000443"/>
            <a:ext cx="4951428" cy="4841557"/>
          </a:xfrm>
        </p:spPr>
        <p:txBody>
          <a:bodyPr/>
          <a:lstStyle>
            <a:lvl1pPr marL="0" indent="0" algn="ctr">
              <a:buNone/>
              <a:defRPr sz="1200"/>
            </a:lvl1pPr>
          </a:lstStyle>
          <a:p>
            <a:r>
              <a:rPr lang="en-GB" dirty="0"/>
              <a:t>Vælg pladsholderen og indsæt billede via Templafy/Skyfish eller ikon eller logo via Templafy/Billeder</a:t>
            </a:r>
            <a:endParaRPr lang="en-GB"/>
          </a:p>
        </p:txBody>
      </p:sp>
      <p:sp>
        <p:nvSpPr>
          <p:cNvPr id="7" name="Date Placeholder 14">
            <a:extLst>
              <a:ext uri="{FF2B5EF4-FFF2-40B4-BE49-F238E27FC236}">
                <a16:creationId xmlns:a16="http://schemas.microsoft.com/office/drawing/2014/main" id="{FB068F22-0263-44BB-8333-C5643293F39A}"/>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F1A13B18-F5ED-4611-8DBB-F05123AFBA22}" type="datetimeFigureOut">
              <a:rPr lang="en-GB" smtClean="0"/>
              <a:pPr/>
              <a:t>18/09/2024</a:t>
            </a:fld>
            <a:endParaRPr lang="en-GB" dirty="0"/>
          </a:p>
        </p:txBody>
      </p:sp>
      <p:sp>
        <p:nvSpPr>
          <p:cNvPr id="8" name="Date Placeholder 14">
            <a:extLst>
              <a:ext uri="{FF2B5EF4-FFF2-40B4-BE49-F238E27FC236}">
                <a16:creationId xmlns:a16="http://schemas.microsoft.com/office/drawing/2014/main" id="{2D08A2CA-4B19-4B39-B540-F97244C446A4}"/>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18/09/2024</a:t>
            </a:fld>
            <a:endParaRPr lang="en-GB" dirty="0"/>
          </a:p>
        </p:txBody>
      </p:sp>
      <p:sp>
        <p:nvSpPr>
          <p:cNvPr id="10" name="TextBox 9">
            <a:extLst>
              <a:ext uri="{FF2B5EF4-FFF2-40B4-BE49-F238E27FC236}">
                <a16:creationId xmlns:a16="http://schemas.microsoft.com/office/drawing/2014/main" id="{7EB9F81D-3EAD-42E8-88EC-432C25D7A8F9}"/>
              </a:ext>
            </a:extLst>
          </p:cNvPr>
          <p:cNvSpPr txBox="1"/>
          <p:nvPr userDrawn="1"/>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spTree>
    <p:extLst>
      <p:ext uri="{BB962C8B-B14F-4D97-AF65-F5344CB8AC3E}">
        <p14:creationId xmlns:p14="http://schemas.microsoft.com/office/powerpoint/2010/main" val="15500346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verskrift og indhold A">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4697" y="1700212"/>
            <a:ext cx="5367600" cy="4141787"/>
          </a:xfrm>
        </p:spPr>
        <p:txBody>
          <a:bodyPr anchor="t" anchorCtr="0"/>
          <a:lstStyle>
            <a:lvl1pPr algn="l">
              <a:lnSpc>
                <a:spcPct val="100000"/>
              </a:lnSpc>
              <a:defRPr sz="3600">
                <a:solidFill>
                  <a:schemeClr val="tx1"/>
                </a:solidFill>
              </a:defRPr>
            </a:lvl1pPr>
          </a:lstStyle>
          <a:p>
            <a:r>
              <a:rPr lang="en-GB" dirty="0"/>
              <a:t>Klik for at tilføje overskrift</a:t>
            </a:r>
            <a:endParaRPr lang="en-GB"/>
          </a:p>
        </p:txBody>
      </p:sp>
      <p:sp>
        <p:nvSpPr>
          <p:cNvPr id="7" name="Content Placeholder 6">
            <a:extLst>
              <a:ext uri="{FF2B5EF4-FFF2-40B4-BE49-F238E27FC236}">
                <a16:creationId xmlns:a16="http://schemas.microsoft.com/office/drawing/2014/main" id="{A9D41ADC-5992-4476-8E55-8A709AA1B4B5}"/>
              </a:ext>
            </a:extLst>
          </p:cNvPr>
          <p:cNvSpPr>
            <a:spLocks noGrp="1"/>
          </p:cNvSpPr>
          <p:nvPr>
            <p:ph sz="quarter" idx="13" hasCustomPrompt="1"/>
          </p:nvPr>
        </p:nvSpPr>
        <p:spPr>
          <a:xfrm>
            <a:off x="6673356" y="1700212"/>
            <a:ext cx="4693920" cy="4141788"/>
          </a:xfrm>
        </p:spPr>
        <p:txBody>
          <a:bodyPr/>
          <a:lstStyle>
            <a:lvl1pPr>
              <a:defRPr/>
            </a:lvl1pPr>
          </a:lstStyle>
          <a:p>
            <a:pPr lvl="0"/>
            <a:r>
              <a:rPr lang="en-GB" dirty="0"/>
              <a:t>Klik for at tilføje tekst, klik ikon for at tilføje graf/tabel</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0" name="Date Placeholder 14">
            <a:extLst>
              <a:ext uri="{FF2B5EF4-FFF2-40B4-BE49-F238E27FC236}">
                <a16:creationId xmlns:a16="http://schemas.microsoft.com/office/drawing/2014/main" id="{BBCDE8CE-8147-4B12-B358-7B7ACA92FFF2}"/>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F1A13B18-F5ED-4611-8DBB-F05123AFBA22}" type="datetimeFigureOut">
              <a:rPr lang="en-GB" smtClean="0"/>
              <a:pPr/>
              <a:t>18/09/2024</a:t>
            </a:fld>
            <a:endParaRPr lang="en-GB" dirty="0"/>
          </a:p>
        </p:txBody>
      </p:sp>
      <p:sp>
        <p:nvSpPr>
          <p:cNvPr id="11" name="Date Placeholder 14">
            <a:extLst>
              <a:ext uri="{FF2B5EF4-FFF2-40B4-BE49-F238E27FC236}">
                <a16:creationId xmlns:a16="http://schemas.microsoft.com/office/drawing/2014/main" id="{7ACE2053-07AA-42FA-A789-E1430CAF7988}"/>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18/09/2024</a:t>
            </a:fld>
            <a:endParaRPr lang="en-GB" dirty="0"/>
          </a:p>
        </p:txBody>
      </p:sp>
      <p:sp>
        <p:nvSpPr>
          <p:cNvPr id="3" name="Footer Placeholder 2">
            <a:extLst>
              <a:ext uri="{FF2B5EF4-FFF2-40B4-BE49-F238E27FC236}">
                <a16:creationId xmlns:a16="http://schemas.microsoft.com/office/drawing/2014/main" id="{2BD490B9-04D5-4C98-9BAE-36CAE61DE349}"/>
              </a:ext>
            </a:extLst>
          </p:cNvPr>
          <p:cNvSpPr>
            <a:spLocks noGrp="1"/>
          </p:cNvSpPr>
          <p:nvPr>
            <p:ph type="ftr" sz="quarter" idx="14"/>
          </p:nvPr>
        </p:nvSpPr>
        <p:spPr/>
        <p:txBody>
          <a:bodyPr/>
          <a:lstStyle/>
          <a:p>
            <a:endParaRPr lang="en-GB" dirty="0"/>
          </a:p>
        </p:txBody>
      </p:sp>
      <p:sp>
        <p:nvSpPr>
          <p:cNvPr id="4" name="Slide Number Placeholder 3">
            <a:extLst>
              <a:ext uri="{FF2B5EF4-FFF2-40B4-BE49-F238E27FC236}">
                <a16:creationId xmlns:a16="http://schemas.microsoft.com/office/drawing/2014/main" id="{DBDCBB1C-1FE3-42F2-ACED-70B0664062BD}"/>
              </a:ext>
            </a:extLst>
          </p:cNvPr>
          <p:cNvSpPr>
            <a:spLocks noGrp="1"/>
          </p:cNvSpPr>
          <p:nvPr>
            <p:ph type="sldNum" sz="quarter" idx="15"/>
          </p:nvPr>
        </p:nvSpPr>
        <p:spPr/>
        <p:txBody>
          <a:bodyPr/>
          <a:lstStyle/>
          <a:p>
            <a:fld id="{45D37B1E-C366-494F-A587-962AD9AABC83}" type="slidenum">
              <a:rPr lang="en-GB" smtClean="0"/>
              <a:pPr/>
              <a:t>‹nr.›</a:t>
            </a:fld>
            <a:endParaRPr lang="en-GB" dirty="0"/>
          </a:p>
        </p:txBody>
      </p:sp>
    </p:spTree>
    <p:extLst>
      <p:ext uri="{BB962C8B-B14F-4D97-AF65-F5344CB8AC3E}">
        <p14:creationId xmlns:p14="http://schemas.microsoft.com/office/powerpoint/2010/main" val="220968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verskrift og indhold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C1A9A-6ADC-4F72-A312-ED1DBEF01BE1}"/>
              </a:ext>
            </a:extLst>
          </p:cNvPr>
          <p:cNvSpPr>
            <a:spLocks noGrp="1"/>
          </p:cNvSpPr>
          <p:nvPr>
            <p:ph type="title" hasCustomPrompt="1"/>
          </p:nvPr>
        </p:nvSpPr>
        <p:spPr>
          <a:xfrm>
            <a:off x="410400" y="1028246"/>
            <a:ext cx="5366267" cy="1884283"/>
          </a:xfrm>
        </p:spPr>
        <p:txBody>
          <a:bodyPr/>
          <a:lstStyle>
            <a:lvl1pPr>
              <a:defRPr/>
            </a:lvl1pPr>
          </a:lstStyle>
          <a:p>
            <a:r>
              <a:rPr lang="en-GB" dirty="0"/>
              <a:t>Klik for at tilføje overskrift</a:t>
            </a:r>
            <a:endParaRPr lang="en-GB"/>
          </a:p>
        </p:txBody>
      </p:sp>
      <p:sp>
        <p:nvSpPr>
          <p:cNvPr id="6" name="Content Placeholder 5">
            <a:extLst>
              <a:ext uri="{FF2B5EF4-FFF2-40B4-BE49-F238E27FC236}">
                <a16:creationId xmlns:a16="http://schemas.microsoft.com/office/drawing/2014/main" id="{C4256969-981A-4869-9324-B595DF89D12E}"/>
              </a:ext>
            </a:extLst>
          </p:cNvPr>
          <p:cNvSpPr>
            <a:spLocks noGrp="1"/>
          </p:cNvSpPr>
          <p:nvPr>
            <p:ph sz="quarter" idx="19" hasCustomPrompt="1"/>
          </p:nvPr>
        </p:nvSpPr>
        <p:spPr>
          <a:xfrm>
            <a:off x="6156000" y="1028246"/>
            <a:ext cx="5216400" cy="4825354"/>
          </a:xfrm>
        </p:spPr>
        <p:txBody>
          <a:bodyPr/>
          <a:lstStyle>
            <a:lvl1pPr>
              <a:defRPr/>
            </a:lvl1pPr>
          </a:lstStyle>
          <a:p>
            <a:pPr lvl="0"/>
            <a:r>
              <a:rPr lang="en-GB" dirty="0"/>
              <a:t>Klik for at tilføje tekst, klik ikon for at tilføje graf/tabel</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6" name="sdu.dk">
            <a:extLst>
              <a:ext uri="{FF2B5EF4-FFF2-40B4-BE49-F238E27FC236}">
                <a16:creationId xmlns:a16="http://schemas.microsoft.com/office/drawing/2014/main" id="{406E07B7-D9E4-488D-BA7B-56AC0D1DDD05}"/>
              </a:ext>
            </a:extLst>
          </p:cNvPr>
          <p:cNvSpPr/>
          <p:nvPr userDrawn="1"/>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7" name="#sdudk">
            <a:extLst>
              <a:ext uri="{FF2B5EF4-FFF2-40B4-BE49-F238E27FC236}">
                <a16:creationId xmlns:a16="http://schemas.microsoft.com/office/drawing/2014/main" id="{CD1A1828-0ED2-4AFE-8C5E-683996CBAF9D}"/>
              </a:ext>
            </a:extLst>
          </p:cNvPr>
          <p:cNvSpPr/>
          <p:nvPr userDrawn="1"/>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9" name="date" descr="{&quot;templafy&quot;:{&quot;id&quot;:&quot;b451176b-5c0c-4d4d-9060-3837f3de11a8&quot;}}" title="Form.Date">
            <a:extLst>
              <a:ext uri="{FF2B5EF4-FFF2-40B4-BE49-F238E27FC236}">
                <a16:creationId xmlns:a16="http://schemas.microsoft.com/office/drawing/2014/main" id="{38150A77-BE4E-404D-B314-A1C41C791C1B}"/>
              </a:ext>
            </a:extLst>
          </p:cNvPr>
          <p:cNvSpPr/>
          <p:nvPr userDrawn="1"/>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tx1"/>
                </a:solidFill>
              </a:rPr>
              <a:t>September 2020</a:t>
            </a:r>
          </a:p>
        </p:txBody>
      </p:sp>
      <p:sp>
        <p:nvSpPr>
          <p:cNvPr id="15" name="text" descr="{&quot;templafy&quot;:{&quot;id&quot;:&quot;c68689c9-e668-4c96-a109-f982a524f861&quot;}}" title="UserProfile.Institut.InstituteDCU_{{DocumentLanguage}}">
            <a:extLst>
              <a:ext uri="{FF2B5EF4-FFF2-40B4-BE49-F238E27FC236}">
                <a16:creationId xmlns:a16="http://schemas.microsoft.com/office/drawing/2014/main" id="{964E632B-B9F2-4547-AC03-2C579124053E}"/>
              </a:ext>
            </a:extLst>
          </p:cNvPr>
          <p:cNvSpPr txBox="1">
            <a:spLocks/>
          </p:cNvSpPr>
          <p:nvPr userDrawn="1"/>
        </p:nvSpPr>
        <p:spPr>
          <a:xfrm>
            <a:off x="411163" y="450893"/>
            <a:ext cx="5684837" cy="284778"/>
          </a:xfrm>
          <a:prstGeom prst="rect">
            <a:avLst/>
          </a:prstGeom>
          <a:noFill/>
        </p:spPr>
        <p:txBody>
          <a:bodyPr wrap="square" lIns="10800" tIns="0" rIns="0" bIns="90000" anchor="b" anchorCtr="0">
            <a:sp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The Maersk Mc-Kinney Moller Institute</a:t>
            </a:r>
          </a:p>
        </p:txBody>
      </p:sp>
      <p:cxnSp>
        <p:nvCxnSpPr>
          <p:cNvPr id="21" name="Straight Connector 20">
            <a:extLst>
              <a:ext uri="{FF2B5EF4-FFF2-40B4-BE49-F238E27FC236}">
                <a16:creationId xmlns:a16="http://schemas.microsoft.com/office/drawing/2014/main" id="{5D6B1FAA-D7ED-4C71-8DC4-E5439F01BCEB}"/>
              </a:ext>
            </a:extLst>
          </p:cNvPr>
          <p:cNvCxnSpPr>
            <a:cxnSpLocks/>
          </p:cNvCxnSpPr>
          <p:nvPr userDrawn="1"/>
        </p:nvCxnSpPr>
        <p:spPr>
          <a:xfrm>
            <a:off x="410400"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Logo black">
            <a:extLst>
              <a:ext uri="{FF2B5EF4-FFF2-40B4-BE49-F238E27FC236}">
                <a16:creationId xmlns:a16="http://schemas.microsoft.com/office/drawing/2014/main" id="{CAAF367F-3818-457C-9EE1-320E9050AEB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
        <p:nvSpPr>
          <p:cNvPr id="3" name="Date Placeholder 2">
            <a:extLst>
              <a:ext uri="{FF2B5EF4-FFF2-40B4-BE49-F238E27FC236}">
                <a16:creationId xmlns:a16="http://schemas.microsoft.com/office/drawing/2014/main" id="{C0F779A9-E4FE-4412-9D9E-BF5BF84D02AB}"/>
              </a:ext>
            </a:extLst>
          </p:cNvPr>
          <p:cNvSpPr>
            <a:spLocks noGrp="1"/>
          </p:cNvSpPr>
          <p:nvPr>
            <p:ph type="dt" sz="half" idx="20"/>
          </p:nvPr>
        </p:nvSpPr>
        <p:spPr/>
        <p:txBody>
          <a:bodyPr/>
          <a:lstStyle/>
          <a:p>
            <a:fld id="{F1A13B18-F5ED-4611-8DBB-F05123AFBA22}" type="datetimeFigureOut">
              <a:rPr lang="en-GB" smtClean="0"/>
              <a:pPr/>
              <a:t>18/09/2024</a:t>
            </a:fld>
            <a:endParaRPr lang="en-GB" dirty="0"/>
          </a:p>
        </p:txBody>
      </p:sp>
      <p:sp>
        <p:nvSpPr>
          <p:cNvPr id="4" name="Footer Placeholder 3">
            <a:extLst>
              <a:ext uri="{FF2B5EF4-FFF2-40B4-BE49-F238E27FC236}">
                <a16:creationId xmlns:a16="http://schemas.microsoft.com/office/drawing/2014/main" id="{496ECF2D-BB4C-4004-9F8E-08239A46461C}"/>
              </a:ext>
            </a:extLst>
          </p:cNvPr>
          <p:cNvSpPr>
            <a:spLocks noGrp="1"/>
          </p:cNvSpPr>
          <p:nvPr>
            <p:ph type="ftr" sz="quarter" idx="21"/>
          </p:nvPr>
        </p:nvSpPr>
        <p:spPr/>
        <p:txBody>
          <a:bodyPr/>
          <a:lstStyle/>
          <a:p>
            <a:endParaRPr lang="en-GB" dirty="0"/>
          </a:p>
        </p:txBody>
      </p:sp>
      <p:sp>
        <p:nvSpPr>
          <p:cNvPr id="5" name="Slide Number Placeholder 4">
            <a:extLst>
              <a:ext uri="{FF2B5EF4-FFF2-40B4-BE49-F238E27FC236}">
                <a16:creationId xmlns:a16="http://schemas.microsoft.com/office/drawing/2014/main" id="{FB5949DE-6D77-480D-A4A9-E2E53BE1CE80}"/>
              </a:ext>
            </a:extLst>
          </p:cNvPr>
          <p:cNvSpPr>
            <a:spLocks noGrp="1"/>
          </p:cNvSpPr>
          <p:nvPr>
            <p:ph type="sldNum" sz="quarter" idx="22"/>
          </p:nvPr>
        </p:nvSpPr>
        <p:spPr/>
        <p:txBody>
          <a:bodyPr/>
          <a:lstStyle/>
          <a:p>
            <a:fld id="{45D37B1E-C366-494F-A587-962AD9AABC83}" type="slidenum">
              <a:rPr lang="en-GB" smtClean="0"/>
              <a:pPr/>
              <a:t>‹nr.›</a:t>
            </a:fld>
            <a:endParaRPr lang="en-GB" dirty="0"/>
          </a:p>
        </p:txBody>
      </p:sp>
      <p:sp>
        <p:nvSpPr>
          <p:cNvPr id="20" name="TextBox 19">
            <a:extLst>
              <a:ext uri="{FF2B5EF4-FFF2-40B4-BE49-F238E27FC236}">
                <a16:creationId xmlns:a16="http://schemas.microsoft.com/office/drawing/2014/main" id="{E75150F5-CFA6-40F1-B2B7-79337C2232BB}"/>
              </a:ext>
            </a:extLst>
          </p:cNvPr>
          <p:cNvSpPr txBox="1"/>
          <p:nvPr userDrawn="1"/>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spTree>
    <p:extLst>
      <p:ext uri="{BB962C8B-B14F-4D97-AF65-F5344CB8AC3E}">
        <p14:creationId xmlns:p14="http://schemas.microsoft.com/office/powerpoint/2010/main" val="1617717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verskrift og indhold C">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4696" y="999173"/>
            <a:ext cx="10952579" cy="701040"/>
          </a:xfrm>
        </p:spPr>
        <p:txBody>
          <a:bodyPr anchor="t" anchorCtr="0"/>
          <a:lstStyle>
            <a:lvl1pPr algn="l">
              <a:lnSpc>
                <a:spcPct val="100000"/>
              </a:lnSpc>
              <a:defRPr sz="3600">
                <a:solidFill>
                  <a:schemeClr val="tx1"/>
                </a:solidFill>
              </a:defRPr>
            </a:lvl1pPr>
          </a:lstStyle>
          <a:p>
            <a:r>
              <a:rPr lang="en-GB" dirty="0"/>
              <a:t>Klik for at tilføje overskrift</a:t>
            </a:r>
            <a:endParaRPr lang="en-GB"/>
          </a:p>
        </p:txBody>
      </p:sp>
      <p:sp>
        <p:nvSpPr>
          <p:cNvPr id="7" name="Content Placeholder 6">
            <a:extLst>
              <a:ext uri="{FF2B5EF4-FFF2-40B4-BE49-F238E27FC236}">
                <a16:creationId xmlns:a16="http://schemas.microsoft.com/office/drawing/2014/main" id="{A9D41ADC-5992-4476-8E55-8A709AA1B4B5}"/>
              </a:ext>
            </a:extLst>
          </p:cNvPr>
          <p:cNvSpPr>
            <a:spLocks noGrp="1"/>
          </p:cNvSpPr>
          <p:nvPr>
            <p:ph sz="quarter" idx="13" hasCustomPrompt="1"/>
          </p:nvPr>
        </p:nvSpPr>
        <p:spPr>
          <a:xfrm>
            <a:off x="414696" y="1989138"/>
            <a:ext cx="10952580" cy="3852862"/>
          </a:xfrm>
        </p:spPr>
        <p:txBody>
          <a:bodyPr/>
          <a:lstStyle>
            <a:lvl1pPr>
              <a:defRPr/>
            </a:lvl1pPr>
          </a:lstStyle>
          <a:p>
            <a:pPr lvl="0"/>
            <a:r>
              <a:rPr lang="en-GB" dirty="0"/>
              <a:t>Klik for at tilføje tekst, klik ikon for at tilføje graf/tabel</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0" name="Date Placeholder 14">
            <a:extLst>
              <a:ext uri="{FF2B5EF4-FFF2-40B4-BE49-F238E27FC236}">
                <a16:creationId xmlns:a16="http://schemas.microsoft.com/office/drawing/2014/main" id="{BBCDE8CE-8147-4B12-B358-7B7ACA92FFF2}"/>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F1A13B18-F5ED-4611-8DBB-F05123AFBA22}" type="datetimeFigureOut">
              <a:rPr lang="en-GB" smtClean="0"/>
              <a:pPr/>
              <a:t>18/09/2024</a:t>
            </a:fld>
            <a:endParaRPr lang="en-GB" dirty="0"/>
          </a:p>
        </p:txBody>
      </p:sp>
      <p:sp>
        <p:nvSpPr>
          <p:cNvPr id="11" name="Date Placeholder 14">
            <a:extLst>
              <a:ext uri="{FF2B5EF4-FFF2-40B4-BE49-F238E27FC236}">
                <a16:creationId xmlns:a16="http://schemas.microsoft.com/office/drawing/2014/main" id="{7ACE2053-07AA-42FA-A789-E1430CAF7988}"/>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18/09/2024</a:t>
            </a:fld>
            <a:endParaRPr lang="en-GB" dirty="0"/>
          </a:p>
        </p:txBody>
      </p:sp>
      <p:sp>
        <p:nvSpPr>
          <p:cNvPr id="3" name="Footer Placeholder 2">
            <a:extLst>
              <a:ext uri="{FF2B5EF4-FFF2-40B4-BE49-F238E27FC236}">
                <a16:creationId xmlns:a16="http://schemas.microsoft.com/office/drawing/2014/main" id="{2BD490B9-04D5-4C98-9BAE-36CAE61DE349}"/>
              </a:ext>
            </a:extLst>
          </p:cNvPr>
          <p:cNvSpPr>
            <a:spLocks noGrp="1"/>
          </p:cNvSpPr>
          <p:nvPr>
            <p:ph type="ftr" sz="quarter" idx="14"/>
          </p:nvPr>
        </p:nvSpPr>
        <p:spPr/>
        <p:txBody>
          <a:bodyPr/>
          <a:lstStyle/>
          <a:p>
            <a:endParaRPr lang="en-GB" dirty="0"/>
          </a:p>
        </p:txBody>
      </p:sp>
      <p:sp>
        <p:nvSpPr>
          <p:cNvPr id="4" name="Slide Number Placeholder 3">
            <a:extLst>
              <a:ext uri="{FF2B5EF4-FFF2-40B4-BE49-F238E27FC236}">
                <a16:creationId xmlns:a16="http://schemas.microsoft.com/office/drawing/2014/main" id="{DBDCBB1C-1FE3-42F2-ACED-70B0664062BD}"/>
              </a:ext>
            </a:extLst>
          </p:cNvPr>
          <p:cNvSpPr>
            <a:spLocks noGrp="1"/>
          </p:cNvSpPr>
          <p:nvPr>
            <p:ph type="sldNum" sz="quarter" idx="15"/>
          </p:nvPr>
        </p:nvSpPr>
        <p:spPr/>
        <p:txBody>
          <a:bodyPr/>
          <a:lstStyle/>
          <a:p>
            <a:fld id="{45D37B1E-C366-494F-A587-962AD9AABC83}" type="slidenum">
              <a:rPr lang="en-GB" smtClean="0"/>
              <a:pPr/>
              <a:t>‹nr.›</a:t>
            </a:fld>
            <a:endParaRPr lang="en-GB" dirty="0"/>
          </a:p>
        </p:txBody>
      </p:sp>
    </p:spTree>
    <p:extLst>
      <p:ext uri="{BB962C8B-B14F-4D97-AF65-F5344CB8AC3E}">
        <p14:creationId xmlns:p14="http://schemas.microsoft.com/office/powerpoint/2010/main" val="3501395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Indhold og teks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692202" y="1006605"/>
            <a:ext cx="4680000" cy="1938338"/>
          </a:xfrm>
        </p:spPr>
        <p:txBody>
          <a:bodyPr anchor="t" anchorCtr="0"/>
          <a:lstStyle>
            <a:lvl1pPr algn="l">
              <a:lnSpc>
                <a:spcPct val="100000"/>
              </a:lnSpc>
              <a:defRPr sz="3600">
                <a:solidFill>
                  <a:schemeClr val="tx1"/>
                </a:solidFill>
              </a:defRPr>
            </a:lvl1pPr>
          </a:lstStyle>
          <a:p>
            <a:r>
              <a:rPr lang="en-GB" dirty="0"/>
              <a:t>Klik for at tilføje overskrift</a:t>
            </a:r>
            <a:endParaRPr lang="en-GB"/>
          </a:p>
        </p:txBody>
      </p:sp>
      <p:sp>
        <p:nvSpPr>
          <p:cNvPr id="5" name="Text Placeholder 4">
            <a:extLst>
              <a:ext uri="{FF2B5EF4-FFF2-40B4-BE49-F238E27FC236}">
                <a16:creationId xmlns:a16="http://schemas.microsoft.com/office/drawing/2014/main" id="{BCB99C08-64C3-4ADA-9CD2-FBE2ED8551F6}"/>
              </a:ext>
            </a:extLst>
          </p:cNvPr>
          <p:cNvSpPr>
            <a:spLocks noGrp="1"/>
          </p:cNvSpPr>
          <p:nvPr>
            <p:ph type="body" sz="quarter" idx="13" hasCustomPrompt="1"/>
          </p:nvPr>
        </p:nvSpPr>
        <p:spPr>
          <a:xfrm>
            <a:off x="6692202" y="3387600"/>
            <a:ext cx="4680000" cy="2466000"/>
          </a:xfrm>
        </p:spPr>
        <p:txBody>
          <a:bodyPr/>
          <a:lstStyle>
            <a:lvl1pPr>
              <a:defRPr/>
            </a:lvl1pPr>
          </a:lstStyle>
          <a:p>
            <a:pPr lvl="0"/>
            <a:r>
              <a:rPr lang="en-GB" dirty="0"/>
              <a:t>Klik for at tilføje tekst</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9" name="text" descr="{&quot;templafy&quot;:{&quot;id&quot;:&quot;f39ab476-473e-4cbc-a735-08e8467cfb7b&quot;}}" title="UserProfile.Institut.InstituteDCU_{{DocumentLanguage}}">
            <a:extLst>
              <a:ext uri="{FF2B5EF4-FFF2-40B4-BE49-F238E27FC236}">
                <a16:creationId xmlns:a16="http://schemas.microsoft.com/office/drawing/2014/main" id="{610DD8E7-635C-4517-8E21-65C3CB025FFE}"/>
              </a:ext>
            </a:extLst>
          </p:cNvPr>
          <p:cNvSpPr txBox="1">
            <a:spLocks/>
          </p:cNvSpPr>
          <p:nvPr userDrawn="1"/>
        </p:nvSpPr>
        <p:spPr>
          <a:xfrm>
            <a:off x="411163" y="450893"/>
            <a:ext cx="5684837" cy="284778"/>
          </a:xfrm>
          <a:prstGeom prst="rect">
            <a:avLst/>
          </a:prstGeom>
          <a:noFill/>
        </p:spPr>
        <p:txBody>
          <a:bodyPr wrap="square" lIns="10800" tIns="0" rIns="0" bIns="90000" anchor="b" anchorCtr="0">
            <a:sp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The Maersk Mc-Kinney Moller Institute</a:t>
            </a:r>
          </a:p>
        </p:txBody>
      </p:sp>
      <p:sp>
        <p:nvSpPr>
          <p:cNvPr id="20" name="sdu.dk">
            <a:extLst>
              <a:ext uri="{FF2B5EF4-FFF2-40B4-BE49-F238E27FC236}">
                <a16:creationId xmlns:a16="http://schemas.microsoft.com/office/drawing/2014/main" id="{4B84D86E-3D20-4505-8DAD-8EB1F3E63B0A}"/>
              </a:ext>
            </a:extLst>
          </p:cNvPr>
          <p:cNvSpPr/>
          <p:nvPr userDrawn="1"/>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21" name="#sdudk">
            <a:extLst>
              <a:ext uri="{FF2B5EF4-FFF2-40B4-BE49-F238E27FC236}">
                <a16:creationId xmlns:a16="http://schemas.microsoft.com/office/drawing/2014/main" id="{B58A6A9A-5E98-43AC-8CA5-F6C4B0573364}"/>
              </a:ext>
            </a:extLst>
          </p:cNvPr>
          <p:cNvSpPr/>
          <p:nvPr userDrawn="1"/>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cxnSp>
        <p:nvCxnSpPr>
          <p:cNvPr id="12" name="Straight Connector 11">
            <a:extLst>
              <a:ext uri="{FF2B5EF4-FFF2-40B4-BE49-F238E27FC236}">
                <a16:creationId xmlns:a16="http://schemas.microsoft.com/office/drawing/2014/main" id="{ECEA2A3A-0B73-49AA-824B-85FAE9B16B10}"/>
              </a:ext>
            </a:extLst>
          </p:cNvPr>
          <p:cNvCxnSpPr>
            <a:cxnSpLocks/>
          </p:cNvCxnSpPr>
          <p:nvPr userDrawn="1"/>
        </p:nvCxnSpPr>
        <p:spPr>
          <a:xfrm>
            <a:off x="410400"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date" descr="{&quot;templafy&quot;:{&quot;id&quot;:&quot;8f4f5ab2-38ae-4794-9556-95edf115af0a&quot;}}" title="Form.Date">
            <a:extLst>
              <a:ext uri="{FF2B5EF4-FFF2-40B4-BE49-F238E27FC236}">
                <a16:creationId xmlns:a16="http://schemas.microsoft.com/office/drawing/2014/main" id="{6189AE65-D68D-4102-AA1D-2A3BCB6F21BF}"/>
              </a:ext>
            </a:extLst>
          </p:cNvPr>
          <p:cNvSpPr/>
          <p:nvPr userDrawn="1"/>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tx1"/>
                </a:solidFill>
              </a:rPr>
              <a:t>September 2020</a:t>
            </a:r>
          </a:p>
        </p:txBody>
      </p:sp>
      <p:pic>
        <p:nvPicPr>
          <p:cNvPr id="16" name="Logo black">
            <a:extLst>
              <a:ext uri="{FF2B5EF4-FFF2-40B4-BE49-F238E27FC236}">
                <a16:creationId xmlns:a16="http://schemas.microsoft.com/office/drawing/2014/main" id="{B52757AD-346A-4AA0-A5D6-36F8B1FE487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
        <p:nvSpPr>
          <p:cNvPr id="18" name="Date Placeholder 14">
            <a:extLst>
              <a:ext uri="{FF2B5EF4-FFF2-40B4-BE49-F238E27FC236}">
                <a16:creationId xmlns:a16="http://schemas.microsoft.com/office/drawing/2014/main" id="{A09FC7B4-885C-4F9D-BD71-AE2FBDB38698}"/>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18/09/2024</a:t>
            </a:fld>
            <a:endParaRPr lang="en-GB" dirty="0"/>
          </a:p>
        </p:txBody>
      </p:sp>
      <p:sp>
        <p:nvSpPr>
          <p:cNvPr id="6" name="Content Placeholder 5">
            <a:extLst>
              <a:ext uri="{FF2B5EF4-FFF2-40B4-BE49-F238E27FC236}">
                <a16:creationId xmlns:a16="http://schemas.microsoft.com/office/drawing/2014/main" id="{2B8FEE58-0FE9-4218-904C-188D46CD214D}"/>
              </a:ext>
            </a:extLst>
          </p:cNvPr>
          <p:cNvSpPr>
            <a:spLocks noGrp="1"/>
          </p:cNvSpPr>
          <p:nvPr>
            <p:ph sz="quarter" idx="15" hasCustomPrompt="1"/>
          </p:nvPr>
        </p:nvSpPr>
        <p:spPr>
          <a:xfrm>
            <a:off x="422432" y="1000443"/>
            <a:ext cx="5077365" cy="4853157"/>
          </a:xfrm>
        </p:spPr>
        <p:txBody>
          <a:bodyPr/>
          <a:lstStyle>
            <a:lvl1pPr>
              <a:defRPr/>
            </a:lvl1pPr>
          </a:lstStyle>
          <a:p>
            <a:pPr lvl="0"/>
            <a:r>
              <a:rPr lang="en-GB" dirty="0"/>
              <a:t>Klik for at tilføje tekst, klik ikon for at tilføje graf/tabel</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3" name="Date Placeholder 12">
            <a:extLst>
              <a:ext uri="{FF2B5EF4-FFF2-40B4-BE49-F238E27FC236}">
                <a16:creationId xmlns:a16="http://schemas.microsoft.com/office/drawing/2014/main" id="{3F302217-B569-449A-8422-B6650C9BB084}"/>
              </a:ext>
            </a:extLst>
          </p:cNvPr>
          <p:cNvSpPr>
            <a:spLocks noGrp="1"/>
          </p:cNvSpPr>
          <p:nvPr>
            <p:ph type="dt" sz="half" idx="16"/>
          </p:nvPr>
        </p:nvSpPr>
        <p:spPr/>
        <p:txBody>
          <a:bodyPr/>
          <a:lstStyle/>
          <a:p>
            <a:fld id="{F1A13B18-F5ED-4611-8DBB-F05123AFBA22}" type="datetimeFigureOut">
              <a:rPr lang="en-GB" smtClean="0"/>
              <a:pPr/>
              <a:t>18/09/2024</a:t>
            </a:fld>
            <a:endParaRPr lang="en-GB" dirty="0"/>
          </a:p>
        </p:txBody>
      </p:sp>
      <p:sp>
        <p:nvSpPr>
          <p:cNvPr id="14" name="Footer Placeholder 13">
            <a:extLst>
              <a:ext uri="{FF2B5EF4-FFF2-40B4-BE49-F238E27FC236}">
                <a16:creationId xmlns:a16="http://schemas.microsoft.com/office/drawing/2014/main" id="{DF36464C-AEF7-4BFD-9A97-813102BCA484}"/>
              </a:ext>
            </a:extLst>
          </p:cNvPr>
          <p:cNvSpPr>
            <a:spLocks noGrp="1"/>
          </p:cNvSpPr>
          <p:nvPr>
            <p:ph type="ftr" sz="quarter" idx="17"/>
          </p:nvPr>
        </p:nvSpPr>
        <p:spPr/>
        <p:txBody>
          <a:bodyPr/>
          <a:lstStyle/>
          <a:p>
            <a:endParaRPr lang="en-GB" dirty="0"/>
          </a:p>
        </p:txBody>
      </p:sp>
      <p:sp>
        <p:nvSpPr>
          <p:cNvPr id="24" name="Slide Number Placeholder 23">
            <a:extLst>
              <a:ext uri="{FF2B5EF4-FFF2-40B4-BE49-F238E27FC236}">
                <a16:creationId xmlns:a16="http://schemas.microsoft.com/office/drawing/2014/main" id="{58D7263E-B2E5-4CB9-9AAF-C0006E4A0400}"/>
              </a:ext>
            </a:extLst>
          </p:cNvPr>
          <p:cNvSpPr>
            <a:spLocks noGrp="1"/>
          </p:cNvSpPr>
          <p:nvPr>
            <p:ph type="sldNum" sz="quarter" idx="18"/>
          </p:nvPr>
        </p:nvSpPr>
        <p:spPr/>
        <p:txBody>
          <a:bodyPr/>
          <a:lstStyle/>
          <a:p>
            <a:fld id="{45D37B1E-C366-494F-A587-962AD9AABC83}" type="slidenum">
              <a:rPr lang="en-GB" smtClean="0"/>
              <a:pPr/>
              <a:t>‹nr.›</a:t>
            </a:fld>
            <a:endParaRPr lang="en-GB" dirty="0"/>
          </a:p>
        </p:txBody>
      </p:sp>
      <p:sp>
        <p:nvSpPr>
          <p:cNvPr id="17" name="TextBox 16">
            <a:extLst>
              <a:ext uri="{FF2B5EF4-FFF2-40B4-BE49-F238E27FC236}">
                <a16:creationId xmlns:a16="http://schemas.microsoft.com/office/drawing/2014/main" id="{1BBAA208-28D6-470D-B539-73F9AC20E86C}"/>
              </a:ext>
            </a:extLst>
          </p:cNvPr>
          <p:cNvSpPr txBox="1"/>
          <p:nvPr userDrawn="1"/>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spTree>
    <p:extLst>
      <p:ext uri="{BB962C8B-B14F-4D97-AF65-F5344CB8AC3E}">
        <p14:creationId xmlns:p14="http://schemas.microsoft.com/office/powerpoint/2010/main" val="76544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ire indho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B9A67-E62D-400C-BC42-A3A96AAED25F}"/>
              </a:ext>
            </a:extLst>
          </p:cNvPr>
          <p:cNvSpPr>
            <a:spLocks noGrp="1"/>
          </p:cNvSpPr>
          <p:nvPr>
            <p:ph type="title" hasCustomPrompt="1"/>
          </p:nvPr>
        </p:nvSpPr>
        <p:spPr>
          <a:xfrm>
            <a:off x="410401" y="1028247"/>
            <a:ext cx="2502000" cy="432000"/>
          </a:xfrm>
        </p:spPr>
        <p:txBody>
          <a:bodyPr/>
          <a:lstStyle>
            <a:lvl1pPr>
              <a:lnSpc>
                <a:spcPct val="110000"/>
              </a:lnSpc>
              <a:defRPr sz="1200"/>
            </a:lvl1pPr>
          </a:lstStyle>
          <a:p>
            <a:r>
              <a:rPr lang="en-GB" noProof="0" dirty="0"/>
              <a:t>Klik for at tilføje underoverskrift</a:t>
            </a:r>
            <a:endParaRPr lang="en-GB"/>
          </a:p>
        </p:txBody>
      </p:sp>
      <p:sp>
        <p:nvSpPr>
          <p:cNvPr id="14" name="Content Placeholder 13">
            <a:extLst>
              <a:ext uri="{FF2B5EF4-FFF2-40B4-BE49-F238E27FC236}">
                <a16:creationId xmlns:a16="http://schemas.microsoft.com/office/drawing/2014/main" id="{E60E8CAC-51BD-4862-8B6E-BD3E315677C4}"/>
              </a:ext>
            </a:extLst>
          </p:cNvPr>
          <p:cNvSpPr>
            <a:spLocks noGrp="1"/>
          </p:cNvSpPr>
          <p:nvPr>
            <p:ph sz="quarter" idx="13" hasCustomPrompt="1"/>
          </p:nvPr>
        </p:nvSpPr>
        <p:spPr>
          <a:xfrm>
            <a:off x="411163" y="1475354"/>
            <a:ext cx="2502000" cy="4366646"/>
          </a:xfrm>
        </p:spPr>
        <p:txBody>
          <a:bodyPr/>
          <a:lstStyle>
            <a:lvl1pPr>
              <a:defRPr sz="1200"/>
            </a:lvl1pPr>
            <a:lvl2pPr>
              <a:defRPr sz="1200"/>
            </a:lvl2pPr>
            <a:lvl4pPr>
              <a:defRPr sz="1200"/>
            </a:lvl4pPr>
            <a:lvl5pPr>
              <a:defRPr sz="1200"/>
            </a:lvl5pPr>
          </a:lstStyle>
          <a:p>
            <a:pPr lvl="0"/>
            <a:r>
              <a:rPr lang="en-GB" noProof="0" dirty="0"/>
              <a:t>Klik for at tilføje tekst</a:t>
            </a:r>
            <a:endParaRPr lang="en-GB"/>
          </a:p>
          <a:p>
            <a:pPr lvl="1"/>
            <a:r>
              <a:rPr lang="en-GB" noProof="0" dirty="0"/>
              <a:t>Second </a:t>
            </a:r>
            <a:r>
              <a:rPr lang="en-GB" noProof="0" dirty="0" err="1"/>
              <a:t>level</a:t>
            </a:r>
            <a:endParaRPr lang="en-GB" noProof="0" dirty="0"/>
          </a:p>
          <a:p>
            <a:pPr lvl="2"/>
            <a:r>
              <a:rPr lang="en-GB" noProof="0" dirty="0"/>
              <a:t>Third </a:t>
            </a:r>
            <a:r>
              <a:rPr lang="en-GB" noProof="0" dirty="0" err="1"/>
              <a:t>level</a:t>
            </a:r>
            <a:endParaRPr lang="en-GB" noProof="0" dirty="0"/>
          </a:p>
          <a:p>
            <a:pPr lvl="3"/>
            <a:r>
              <a:rPr lang="en-GB" noProof="0" dirty="0" err="1"/>
              <a:t>Fourth</a:t>
            </a:r>
            <a:r>
              <a:rPr lang="en-GB" noProof="0" dirty="0"/>
              <a:t> </a:t>
            </a:r>
            <a:r>
              <a:rPr lang="en-GB" noProof="0" dirty="0" err="1"/>
              <a:t>level</a:t>
            </a:r>
            <a:endParaRPr lang="en-GB" noProof="0" dirty="0"/>
          </a:p>
          <a:p>
            <a:pPr lvl="4"/>
            <a:r>
              <a:rPr lang="en-GB" noProof="0" dirty="0"/>
              <a:t>Fifth </a:t>
            </a:r>
            <a:r>
              <a:rPr lang="en-GB" noProof="0" dirty="0" err="1"/>
              <a:t>level</a:t>
            </a:r>
            <a:endParaRPr lang="en-GB" noProof="0" dirty="0"/>
          </a:p>
        </p:txBody>
      </p:sp>
      <p:sp>
        <p:nvSpPr>
          <p:cNvPr id="15" name="Subtitle 2">
            <a:extLst>
              <a:ext uri="{FF2B5EF4-FFF2-40B4-BE49-F238E27FC236}">
                <a16:creationId xmlns:a16="http://schemas.microsoft.com/office/drawing/2014/main" id="{25135A09-8F8A-4D87-8C43-B3A0A80BE2F5}"/>
              </a:ext>
            </a:extLst>
          </p:cNvPr>
          <p:cNvSpPr>
            <a:spLocks noGrp="1"/>
          </p:cNvSpPr>
          <p:nvPr>
            <p:ph type="subTitle" idx="1" hasCustomPrompt="1"/>
          </p:nvPr>
        </p:nvSpPr>
        <p:spPr>
          <a:xfrm>
            <a:off x="3273164" y="1028246"/>
            <a:ext cx="2502000" cy="432000"/>
          </a:xfrm>
        </p:spPr>
        <p:txBody>
          <a:bodyPr/>
          <a:lstStyle>
            <a:lvl1pPr marL="0" indent="0" algn="l">
              <a:buNone/>
              <a:defRPr sz="12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dirty="0"/>
              <a:t>Klik for at tilføje underoverskrift</a:t>
            </a:r>
            <a:endParaRPr lang="en-GB"/>
          </a:p>
        </p:txBody>
      </p:sp>
      <p:sp>
        <p:nvSpPr>
          <p:cNvPr id="17" name="Content Placeholder 16">
            <a:extLst>
              <a:ext uri="{FF2B5EF4-FFF2-40B4-BE49-F238E27FC236}">
                <a16:creationId xmlns:a16="http://schemas.microsoft.com/office/drawing/2014/main" id="{462D92C6-668E-491E-B394-72897FAB3085}"/>
              </a:ext>
            </a:extLst>
          </p:cNvPr>
          <p:cNvSpPr>
            <a:spLocks noGrp="1"/>
          </p:cNvSpPr>
          <p:nvPr>
            <p:ph sz="quarter" idx="14" hasCustomPrompt="1"/>
          </p:nvPr>
        </p:nvSpPr>
        <p:spPr>
          <a:xfrm>
            <a:off x="3273163" y="1475354"/>
            <a:ext cx="2502000" cy="4366646"/>
          </a:xfrm>
        </p:spPr>
        <p:txBody>
          <a:bodyPr/>
          <a:lstStyle>
            <a:lvl1pPr>
              <a:defRPr sz="1200"/>
            </a:lvl1pPr>
            <a:lvl2pPr>
              <a:defRPr sz="1200"/>
            </a:lvl2pPr>
            <a:lvl4pPr>
              <a:defRPr sz="1200"/>
            </a:lvl4pPr>
            <a:lvl5pPr>
              <a:defRPr sz="1200"/>
            </a:lvl5pPr>
          </a:lstStyle>
          <a:p>
            <a:pPr lvl="0"/>
            <a:r>
              <a:rPr lang="en-GB" noProof="0" dirty="0"/>
              <a:t>Klik for at tilføje tekst</a:t>
            </a:r>
            <a:endParaRPr lang="en-GB"/>
          </a:p>
          <a:p>
            <a:pPr lvl="1"/>
            <a:r>
              <a:rPr lang="en-GB" noProof="0" dirty="0"/>
              <a:t>Second </a:t>
            </a:r>
            <a:r>
              <a:rPr lang="en-GB" noProof="0" dirty="0" err="1"/>
              <a:t>level</a:t>
            </a:r>
            <a:endParaRPr lang="en-GB" noProof="0" dirty="0"/>
          </a:p>
          <a:p>
            <a:pPr lvl="2"/>
            <a:r>
              <a:rPr lang="en-GB" noProof="0" dirty="0"/>
              <a:t>Third </a:t>
            </a:r>
            <a:r>
              <a:rPr lang="en-GB" noProof="0" dirty="0" err="1"/>
              <a:t>level</a:t>
            </a:r>
            <a:endParaRPr lang="en-GB" noProof="0" dirty="0"/>
          </a:p>
          <a:p>
            <a:pPr lvl="3"/>
            <a:r>
              <a:rPr lang="en-GB" noProof="0" dirty="0" err="1"/>
              <a:t>Fourth</a:t>
            </a:r>
            <a:r>
              <a:rPr lang="en-GB" noProof="0" dirty="0"/>
              <a:t> </a:t>
            </a:r>
            <a:r>
              <a:rPr lang="en-GB" noProof="0" dirty="0" err="1"/>
              <a:t>level</a:t>
            </a:r>
            <a:endParaRPr lang="en-GB" noProof="0" dirty="0"/>
          </a:p>
          <a:p>
            <a:pPr lvl="4"/>
            <a:r>
              <a:rPr lang="en-GB" noProof="0" dirty="0"/>
              <a:t>Fifth </a:t>
            </a:r>
            <a:r>
              <a:rPr lang="en-GB" noProof="0" dirty="0" err="1"/>
              <a:t>level</a:t>
            </a:r>
            <a:endParaRPr lang="en-GB" noProof="0" dirty="0"/>
          </a:p>
        </p:txBody>
      </p:sp>
      <p:sp>
        <p:nvSpPr>
          <p:cNvPr id="19" name="Text Placeholder 18">
            <a:extLst>
              <a:ext uri="{FF2B5EF4-FFF2-40B4-BE49-F238E27FC236}">
                <a16:creationId xmlns:a16="http://schemas.microsoft.com/office/drawing/2014/main" id="{C0F1B1F1-CA40-4EA4-AB68-69DBBD61ED9D}"/>
              </a:ext>
            </a:extLst>
          </p:cNvPr>
          <p:cNvSpPr>
            <a:spLocks noGrp="1"/>
          </p:cNvSpPr>
          <p:nvPr>
            <p:ph type="body" sz="quarter" idx="15" hasCustomPrompt="1"/>
          </p:nvPr>
        </p:nvSpPr>
        <p:spPr>
          <a:xfrm>
            <a:off x="6135163" y="1028246"/>
            <a:ext cx="2502000" cy="432000"/>
          </a:xfrm>
        </p:spPr>
        <p:txBody>
          <a:bodyPr/>
          <a:lstStyle>
            <a:lvl1pPr marL="0" indent="0">
              <a:buNone/>
              <a:defRPr sz="1200" b="1"/>
            </a:lvl1pPr>
            <a:lvl2pPr marL="252000" indent="0">
              <a:buNone/>
              <a:defRPr/>
            </a:lvl2pPr>
          </a:lstStyle>
          <a:p>
            <a:pPr lvl="0"/>
            <a:r>
              <a:rPr lang="en-GB" noProof="0" dirty="0"/>
              <a:t>Klik for at tilføje underoverskrift</a:t>
            </a:r>
            <a:endParaRPr lang="en-GB"/>
          </a:p>
        </p:txBody>
      </p:sp>
      <p:sp>
        <p:nvSpPr>
          <p:cNvPr id="21" name="Content Placeholder 20">
            <a:extLst>
              <a:ext uri="{FF2B5EF4-FFF2-40B4-BE49-F238E27FC236}">
                <a16:creationId xmlns:a16="http://schemas.microsoft.com/office/drawing/2014/main" id="{3DBEE0FF-2C0E-499E-ACAF-B6F421AF13D5}"/>
              </a:ext>
            </a:extLst>
          </p:cNvPr>
          <p:cNvSpPr>
            <a:spLocks noGrp="1"/>
          </p:cNvSpPr>
          <p:nvPr>
            <p:ph sz="quarter" idx="16" hasCustomPrompt="1"/>
          </p:nvPr>
        </p:nvSpPr>
        <p:spPr>
          <a:xfrm>
            <a:off x="6135163" y="1475354"/>
            <a:ext cx="2502000" cy="4366646"/>
          </a:xfrm>
        </p:spPr>
        <p:txBody>
          <a:bodyPr/>
          <a:lstStyle>
            <a:lvl1pPr>
              <a:defRPr sz="1200"/>
            </a:lvl1pPr>
            <a:lvl2pPr>
              <a:defRPr sz="1200"/>
            </a:lvl2pPr>
            <a:lvl4pPr>
              <a:defRPr sz="1200"/>
            </a:lvl4pPr>
            <a:lvl5pPr>
              <a:defRPr sz="1200"/>
            </a:lvl5pPr>
          </a:lstStyle>
          <a:p>
            <a:pPr lvl="0"/>
            <a:r>
              <a:rPr lang="en-GB" noProof="0" dirty="0"/>
              <a:t>Klik for at tilføje tekst</a:t>
            </a:r>
            <a:endParaRPr lang="en-GB"/>
          </a:p>
          <a:p>
            <a:pPr lvl="1"/>
            <a:r>
              <a:rPr lang="en-GB" noProof="0" dirty="0"/>
              <a:t>Second </a:t>
            </a:r>
            <a:r>
              <a:rPr lang="en-GB" noProof="0" dirty="0" err="1"/>
              <a:t>level</a:t>
            </a:r>
            <a:endParaRPr lang="en-GB" noProof="0" dirty="0"/>
          </a:p>
          <a:p>
            <a:pPr lvl="2"/>
            <a:r>
              <a:rPr lang="en-GB" noProof="0" dirty="0"/>
              <a:t>Third </a:t>
            </a:r>
            <a:r>
              <a:rPr lang="en-GB" noProof="0" dirty="0" err="1"/>
              <a:t>level</a:t>
            </a:r>
            <a:endParaRPr lang="en-GB" noProof="0" dirty="0"/>
          </a:p>
          <a:p>
            <a:pPr lvl="3"/>
            <a:r>
              <a:rPr lang="en-GB" noProof="0" dirty="0" err="1"/>
              <a:t>Fourth</a:t>
            </a:r>
            <a:r>
              <a:rPr lang="en-GB" noProof="0" dirty="0"/>
              <a:t> </a:t>
            </a:r>
            <a:r>
              <a:rPr lang="en-GB" noProof="0" dirty="0" err="1"/>
              <a:t>level</a:t>
            </a:r>
            <a:endParaRPr lang="en-GB" noProof="0" dirty="0"/>
          </a:p>
          <a:p>
            <a:pPr lvl="4"/>
            <a:r>
              <a:rPr lang="en-GB" noProof="0" dirty="0"/>
              <a:t>Fifth </a:t>
            </a:r>
            <a:r>
              <a:rPr lang="en-GB" noProof="0" dirty="0" err="1"/>
              <a:t>level</a:t>
            </a:r>
            <a:endParaRPr lang="en-GB" noProof="0" dirty="0"/>
          </a:p>
        </p:txBody>
      </p:sp>
      <p:sp>
        <p:nvSpPr>
          <p:cNvPr id="23" name="Text Placeholder 22">
            <a:extLst>
              <a:ext uri="{FF2B5EF4-FFF2-40B4-BE49-F238E27FC236}">
                <a16:creationId xmlns:a16="http://schemas.microsoft.com/office/drawing/2014/main" id="{F091117C-5AED-4416-88BA-F1C88ACD7A25}"/>
              </a:ext>
            </a:extLst>
          </p:cNvPr>
          <p:cNvSpPr>
            <a:spLocks noGrp="1"/>
          </p:cNvSpPr>
          <p:nvPr>
            <p:ph type="body" sz="quarter" idx="17" hasCustomPrompt="1"/>
          </p:nvPr>
        </p:nvSpPr>
        <p:spPr>
          <a:xfrm>
            <a:off x="8997162" y="1028247"/>
            <a:ext cx="2502000" cy="432000"/>
          </a:xfrm>
        </p:spPr>
        <p:txBody>
          <a:bodyPr/>
          <a:lstStyle>
            <a:lvl1pPr marL="0" indent="0">
              <a:buNone/>
              <a:defRPr sz="1200" b="1"/>
            </a:lvl1pPr>
            <a:lvl2pPr marL="252000" indent="0">
              <a:buNone/>
              <a:defRPr/>
            </a:lvl2pPr>
          </a:lstStyle>
          <a:p>
            <a:pPr lvl="0"/>
            <a:r>
              <a:rPr lang="en-GB" noProof="0" dirty="0"/>
              <a:t>Klik for at tilføje underoverskrift</a:t>
            </a:r>
            <a:endParaRPr lang="en-GB"/>
          </a:p>
        </p:txBody>
      </p:sp>
      <p:sp>
        <p:nvSpPr>
          <p:cNvPr id="25" name="Content Placeholder 24">
            <a:extLst>
              <a:ext uri="{FF2B5EF4-FFF2-40B4-BE49-F238E27FC236}">
                <a16:creationId xmlns:a16="http://schemas.microsoft.com/office/drawing/2014/main" id="{C66F31E1-769E-4E9A-9DCC-2C64321A89C1}"/>
              </a:ext>
            </a:extLst>
          </p:cNvPr>
          <p:cNvSpPr>
            <a:spLocks noGrp="1"/>
          </p:cNvSpPr>
          <p:nvPr>
            <p:ph sz="quarter" idx="18" hasCustomPrompt="1"/>
          </p:nvPr>
        </p:nvSpPr>
        <p:spPr>
          <a:xfrm>
            <a:off x="8997161" y="1475354"/>
            <a:ext cx="2501999" cy="4366646"/>
          </a:xfrm>
        </p:spPr>
        <p:txBody>
          <a:bodyPr/>
          <a:lstStyle>
            <a:lvl1pPr>
              <a:defRPr sz="1200"/>
            </a:lvl1pPr>
            <a:lvl2pPr>
              <a:defRPr sz="1200"/>
            </a:lvl2pPr>
            <a:lvl4pPr>
              <a:defRPr sz="1200"/>
            </a:lvl4pPr>
            <a:lvl5pPr>
              <a:defRPr sz="1200"/>
            </a:lvl5pPr>
          </a:lstStyle>
          <a:p>
            <a:pPr lvl="0"/>
            <a:r>
              <a:rPr lang="en-GB" noProof="0" dirty="0"/>
              <a:t>Klik for at tilføje tekst</a:t>
            </a:r>
            <a:endParaRPr lang="en-GB"/>
          </a:p>
          <a:p>
            <a:pPr lvl="1"/>
            <a:r>
              <a:rPr lang="en-GB" noProof="0" dirty="0"/>
              <a:t>Second </a:t>
            </a:r>
            <a:r>
              <a:rPr lang="en-GB" noProof="0" dirty="0" err="1"/>
              <a:t>level</a:t>
            </a:r>
            <a:endParaRPr lang="en-GB" noProof="0" dirty="0"/>
          </a:p>
          <a:p>
            <a:pPr lvl="2"/>
            <a:r>
              <a:rPr lang="en-GB" noProof="0" dirty="0"/>
              <a:t>Third </a:t>
            </a:r>
            <a:r>
              <a:rPr lang="en-GB" noProof="0" dirty="0" err="1"/>
              <a:t>level</a:t>
            </a:r>
            <a:endParaRPr lang="en-GB" noProof="0" dirty="0"/>
          </a:p>
          <a:p>
            <a:pPr lvl="3"/>
            <a:r>
              <a:rPr lang="en-GB" noProof="0" dirty="0" err="1"/>
              <a:t>Fourth</a:t>
            </a:r>
            <a:r>
              <a:rPr lang="en-GB" noProof="0" dirty="0"/>
              <a:t> </a:t>
            </a:r>
            <a:r>
              <a:rPr lang="en-GB" noProof="0" dirty="0" err="1"/>
              <a:t>level</a:t>
            </a:r>
            <a:endParaRPr lang="en-GB" noProof="0" dirty="0"/>
          </a:p>
          <a:p>
            <a:pPr lvl="4"/>
            <a:r>
              <a:rPr lang="en-GB" noProof="0" dirty="0"/>
              <a:t>Fifth </a:t>
            </a:r>
            <a:r>
              <a:rPr lang="en-GB" noProof="0" dirty="0" err="1"/>
              <a:t>level</a:t>
            </a:r>
            <a:endParaRPr lang="en-GB" noProof="0" dirty="0"/>
          </a:p>
        </p:txBody>
      </p:sp>
      <p:sp>
        <p:nvSpPr>
          <p:cNvPr id="28" name="Date Placeholder 14">
            <a:extLst>
              <a:ext uri="{FF2B5EF4-FFF2-40B4-BE49-F238E27FC236}">
                <a16:creationId xmlns:a16="http://schemas.microsoft.com/office/drawing/2014/main" id="{1DCD95D8-07B6-42C0-8767-A640B7CA8534}"/>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18/09/2024</a:t>
            </a:fld>
            <a:endParaRPr lang="en-GB" dirty="0"/>
          </a:p>
        </p:txBody>
      </p:sp>
      <p:sp>
        <p:nvSpPr>
          <p:cNvPr id="5" name="Date Placeholder 4">
            <a:extLst>
              <a:ext uri="{FF2B5EF4-FFF2-40B4-BE49-F238E27FC236}">
                <a16:creationId xmlns:a16="http://schemas.microsoft.com/office/drawing/2014/main" id="{8E588C40-671D-463C-8463-D77B96C28D88}"/>
              </a:ext>
            </a:extLst>
          </p:cNvPr>
          <p:cNvSpPr>
            <a:spLocks noGrp="1"/>
          </p:cNvSpPr>
          <p:nvPr>
            <p:ph type="dt" sz="half" idx="19"/>
          </p:nvPr>
        </p:nvSpPr>
        <p:spPr/>
        <p:txBody>
          <a:bodyPr/>
          <a:lstStyle/>
          <a:p>
            <a:fld id="{F1A13B18-F5ED-4611-8DBB-F05123AFBA22}" type="datetimeFigureOut">
              <a:rPr lang="en-GB" smtClean="0"/>
              <a:pPr/>
              <a:t>18/09/2024</a:t>
            </a:fld>
            <a:endParaRPr lang="en-GB" dirty="0"/>
          </a:p>
        </p:txBody>
      </p:sp>
      <p:sp>
        <p:nvSpPr>
          <p:cNvPr id="6" name="Footer Placeholder 5">
            <a:extLst>
              <a:ext uri="{FF2B5EF4-FFF2-40B4-BE49-F238E27FC236}">
                <a16:creationId xmlns:a16="http://schemas.microsoft.com/office/drawing/2014/main" id="{2846E2E0-2E23-491A-B165-353CDF3F79E2}"/>
              </a:ext>
            </a:extLst>
          </p:cNvPr>
          <p:cNvSpPr>
            <a:spLocks noGrp="1"/>
          </p:cNvSpPr>
          <p:nvPr>
            <p:ph type="ftr" sz="quarter" idx="20"/>
          </p:nvPr>
        </p:nvSpPr>
        <p:spPr/>
        <p:txBody>
          <a:bodyPr/>
          <a:lstStyle/>
          <a:p>
            <a:endParaRPr lang="en-GB" dirty="0"/>
          </a:p>
        </p:txBody>
      </p:sp>
      <p:sp>
        <p:nvSpPr>
          <p:cNvPr id="7" name="Slide Number Placeholder 6">
            <a:extLst>
              <a:ext uri="{FF2B5EF4-FFF2-40B4-BE49-F238E27FC236}">
                <a16:creationId xmlns:a16="http://schemas.microsoft.com/office/drawing/2014/main" id="{35B93800-6F51-413B-BA21-0A9967FF3386}"/>
              </a:ext>
            </a:extLst>
          </p:cNvPr>
          <p:cNvSpPr>
            <a:spLocks noGrp="1"/>
          </p:cNvSpPr>
          <p:nvPr>
            <p:ph type="sldNum" sz="quarter" idx="21"/>
          </p:nvPr>
        </p:nvSpPr>
        <p:spPr/>
        <p:txBody>
          <a:bodyPr/>
          <a:lstStyle/>
          <a:p>
            <a:fld id="{45D37B1E-C366-494F-A587-962AD9AABC83}" type="slidenum">
              <a:rPr lang="en-GB" smtClean="0"/>
              <a:pPr/>
              <a:t>‹nr.›</a:t>
            </a:fld>
            <a:endParaRPr lang="en-GB" dirty="0"/>
          </a:p>
        </p:txBody>
      </p:sp>
    </p:spTree>
    <p:extLst>
      <p:ext uri="{BB962C8B-B14F-4D97-AF65-F5344CB8AC3E}">
        <p14:creationId xmlns:p14="http://schemas.microsoft.com/office/powerpoint/2010/main" val="22419533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illede og indhold">
    <p:spTree>
      <p:nvGrpSpPr>
        <p:cNvPr id="1" name=""/>
        <p:cNvGrpSpPr/>
        <p:nvPr/>
      </p:nvGrpSpPr>
      <p:grpSpPr>
        <a:xfrm>
          <a:off x="0" y="0"/>
          <a:ext cx="0" cy="0"/>
          <a:chOff x="0" y="0"/>
          <a:chExt cx="0" cy="0"/>
        </a:xfrm>
      </p:grpSpPr>
      <p:sp>
        <p:nvSpPr>
          <p:cNvPr id="10" name="Pladsholder til billede 3"/>
          <p:cNvSpPr>
            <a:spLocks noGrp="1"/>
          </p:cNvSpPr>
          <p:nvPr>
            <p:ph type="pic" sz="quarter" idx="13" hasCustomPrompt="1"/>
          </p:nvPr>
        </p:nvSpPr>
        <p:spPr>
          <a:xfrm>
            <a:off x="0" y="0"/>
            <a:ext cx="6099300" cy="6858000"/>
          </a:xfrm>
          <a:solidFill>
            <a:schemeClr val="bg1"/>
          </a:solidFill>
        </p:spPr>
        <p:txBody>
          <a:bodyPr/>
          <a:lstStyle>
            <a:lvl1pPr marL="0" indent="0" algn="ctr">
              <a:buNone/>
              <a:defRPr sz="1200"/>
            </a:lvl1pPr>
          </a:lstStyle>
          <a:p>
            <a:r>
              <a:rPr lang="en-GB" dirty="0"/>
              <a:t>Vælg pladsholderen og indsæt billede via Templafy/Skyfish eller ikon eller logo via Templafy/Billeder</a:t>
            </a:r>
            <a:endParaRPr lang="en-GB"/>
          </a:p>
        </p:txBody>
      </p:sp>
      <p:sp>
        <p:nvSpPr>
          <p:cNvPr id="8" name="Titel 1"/>
          <p:cNvSpPr>
            <a:spLocks noGrp="1"/>
          </p:cNvSpPr>
          <p:nvPr>
            <p:ph type="title" hasCustomPrompt="1"/>
          </p:nvPr>
        </p:nvSpPr>
        <p:spPr>
          <a:xfrm>
            <a:off x="6692401" y="1076109"/>
            <a:ext cx="4680000" cy="1822734"/>
          </a:xfrm>
        </p:spPr>
        <p:txBody>
          <a:bodyPr/>
          <a:lstStyle>
            <a:lvl1pPr>
              <a:defRPr/>
            </a:lvl1pPr>
          </a:lstStyle>
          <a:p>
            <a:r>
              <a:rPr lang="en-GB" dirty="0"/>
              <a:t>Klik for at tilføje overskrift, maksimalt 3 linjer</a:t>
            </a:r>
            <a:endParaRPr lang="en-GB"/>
          </a:p>
        </p:txBody>
      </p:sp>
      <p:sp>
        <p:nvSpPr>
          <p:cNvPr id="6" name="Content Placeholder 5">
            <a:extLst>
              <a:ext uri="{FF2B5EF4-FFF2-40B4-BE49-F238E27FC236}">
                <a16:creationId xmlns:a16="http://schemas.microsoft.com/office/drawing/2014/main" id="{C4256969-981A-4869-9324-B595DF89D12E}"/>
              </a:ext>
            </a:extLst>
          </p:cNvPr>
          <p:cNvSpPr>
            <a:spLocks noGrp="1"/>
          </p:cNvSpPr>
          <p:nvPr>
            <p:ph sz="quarter" idx="19" hasCustomPrompt="1"/>
          </p:nvPr>
        </p:nvSpPr>
        <p:spPr>
          <a:xfrm>
            <a:off x="6692400" y="3387600"/>
            <a:ext cx="4680000" cy="2466000"/>
          </a:xfrm>
        </p:spPr>
        <p:txBody>
          <a:bodyPr/>
          <a:lstStyle>
            <a:lvl1pPr>
              <a:defRPr/>
            </a:lvl1pPr>
          </a:lstStyle>
          <a:p>
            <a:pPr lvl="0"/>
            <a:r>
              <a:rPr lang="en-GB" dirty="0"/>
              <a:t>Klik for at tilføje tekst</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4" name="text" descr="{&quot;templafy&quot;:{&quot;id&quot;:&quot;19392b15-c614-4755-aea8-28d38b6bbe91&quot;}}" title="UserProfile.Institut.InstituteDCU_{{DocumentLanguage}}">
            <a:extLst>
              <a:ext uri="{FF2B5EF4-FFF2-40B4-BE49-F238E27FC236}">
                <a16:creationId xmlns:a16="http://schemas.microsoft.com/office/drawing/2014/main" id="{060969B2-E177-4704-95D4-119A98BB90C5}"/>
              </a:ext>
            </a:extLst>
          </p:cNvPr>
          <p:cNvSpPr txBox="1">
            <a:spLocks/>
          </p:cNvSpPr>
          <p:nvPr userDrawn="1"/>
        </p:nvSpPr>
        <p:spPr>
          <a:xfrm>
            <a:off x="6692400" y="249585"/>
            <a:ext cx="4680000" cy="478677"/>
          </a:xfrm>
          <a:prstGeom prst="rect">
            <a:avLst/>
          </a:prstGeom>
          <a:noFill/>
        </p:spPr>
        <p:txBody>
          <a:bodyPr wrap="square" lIns="10800" tIns="0" rIns="0" bIns="90000" anchor="b" anchorCtr="0">
            <a:no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The Maersk Mc-Kinney Moller Institute</a:t>
            </a:r>
          </a:p>
        </p:txBody>
      </p:sp>
      <p:sp>
        <p:nvSpPr>
          <p:cNvPr id="16" name="sdu.dk">
            <a:extLst>
              <a:ext uri="{FF2B5EF4-FFF2-40B4-BE49-F238E27FC236}">
                <a16:creationId xmlns:a16="http://schemas.microsoft.com/office/drawing/2014/main" id="{406E07B7-D9E4-488D-BA7B-56AC0D1DDD05}"/>
              </a:ext>
            </a:extLst>
          </p:cNvPr>
          <p:cNvSpPr/>
          <p:nvPr userDrawn="1"/>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7" name="#sdudk">
            <a:extLst>
              <a:ext uri="{FF2B5EF4-FFF2-40B4-BE49-F238E27FC236}">
                <a16:creationId xmlns:a16="http://schemas.microsoft.com/office/drawing/2014/main" id="{CD1A1828-0ED2-4AFE-8C5E-683996CBAF9D}"/>
              </a:ext>
            </a:extLst>
          </p:cNvPr>
          <p:cNvSpPr/>
          <p:nvPr userDrawn="1"/>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cxnSp>
        <p:nvCxnSpPr>
          <p:cNvPr id="18" name="Straight Connector 17">
            <a:extLst>
              <a:ext uri="{FF2B5EF4-FFF2-40B4-BE49-F238E27FC236}">
                <a16:creationId xmlns:a16="http://schemas.microsoft.com/office/drawing/2014/main" id="{B68D6574-D545-4AC1-804C-76EBF3BEC544}"/>
              </a:ext>
            </a:extLst>
          </p:cNvPr>
          <p:cNvCxnSpPr>
            <a:cxnSpLocks/>
          </p:cNvCxnSpPr>
          <p:nvPr userDrawn="1"/>
        </p:nvCxnSpPr>
        <p:spPr>
          <a:xfrm>
            <a:off x="6691637"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date" descr="{&quot;templafy&quot;:{&quot;id&quot;:&quot;7c8a4e8f-f1eb-4af7-b254-c88f4a86ec48&quot;}}" title="Form.Date">
            <a:extLst>
              <a:ext uri="{FF2B5EF4-FFF2-40B4-BE49-F238E27FC236}">
                <a16:creationId xmlns:a16="http://schemas.microsoft.com/office/drawing/2014/main" id="{38150A77-BE4E-404D-B314-A1C41C791C1B}"/>
              </a:ext>
            </a:extLst>
          </p:cNvPr>
          <p:cNvSpPr/>
          <p:nvPr userDrawn="1"/>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tx1"/>
                </a:solidFill>
              </a:rPr>
              <a:t>September 2020</a:t>
            </a:r>
          </a:p>
        </p:txBody>
      </p:sp>
      <p:pic>
        <p:nvPicPr>
          <p:cNvPr id="20" name="Logo black">
            <a:extLst>
              <a:ext uri="{FF2B5EF4-FFF2-40B4-BE49-F238E27FC236}">
                <a16:creationId xmlns:a16="http://schemas.microsoft.com/office/drawing/2014/main" id="{1421C492-A651-4EE4-BB8B-C6886E7B5C1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92400" y="6294893"/>
            <a:ext cx="784800" cy="211840"/>
          </a:xfrm>
          <a:prstGeom prst="rect">
            <a:avLst/>
          </a:prstGeom>
        </p:spPr>
      </p:pic>
      <p:sp>
        <p:nvSpPr>
          <p:cNvPr id="30" name="Date Placeholder 14">
            <a:extLst>
              <a:ext uri="{FF2B5EF4-FFF2-40B4-BE49-F238E27FC236}">
                <a16:creationId xmlns:a16="http://schemas.microsoft.com/office/drawing/2014/main" id="{2C4B35A0-F8F7-420F-9E06-CC0AAAA0B84F}"/>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18/09/2024</a:t>
            </a:fld>
            <a:endParaRPr lang="en-GB" dirty="0"/>
          </a:p>
        </p:txBody>
      </p:sp>
      <p:sp>
        <p:nvSpPr>
          <p:cNvPr id="22" name="TextBox 21">
            <a:extLst>
              <a:ext uri="{FF2B5EF4-FFF2-40B4-BE49-F238E27FC236}">
                <a16:creationId xmlns:a16="http://schemas.microsoft.com/office/drawing/2014/main" id="{7C94981C-CC58-4018-9B19-5053EFA6B6A9}"/>
              </a:ext>
            </a:extLst>
          </p:cNvPr>
          <p:cNvSpPr txBox="1"/>
          <p:nvPr userDrawn="1"/>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spTree>
    <p:extLst>
      <p:ext uri="{BB962C8B-B14F-4D97-AF65-F5344CB8AC3E}">
        <p14:creationId xmlns:p14="http://schemas.microsoft.com/office/powerpoint/2010/main" val="230721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Billede og tekst (CV)">
    <p:spTree>
      <p:nvGrpSpPr>
        <p:cNvPr id="1" name=""/>
        <p:cNvGrpSpPr/>
        <p:nvPr/>
      </p:nvGrpSpPr>
      <p:grpSpPr>
        <a:xfrm>
          <a:off x="0" y="0"/>
          <a:ext cx="0" cy="0"/>
          <a:chOff x="0" y="0"/>
          <a:chExt cx="0" cy="0"/>
        </a:xfrm>
      </p:grpSpPr>
      <p:sp>
        <p:nvSpPr>
          <p:cNvPr id="7" name="Titel 1"/>
          <p:cNvSpPr>
            <a:spLocks noGrp="1"/>
          </p:cNvSpPr>
          <p:nvPr>
            <p:ph type="title" hasCustomPrompt="1"/>
          </p:nvPr>
        </p:nvSpPr>
        <p:spPr>
          <a:xfrm>
            <a:off x="6710399" y="1700213"/>
            <a:ext cx="4677070" cy="1436392"/>
          </a:xfrm>
        </p:spPr>
        <p:txBody>
          <a:bodyPr/>
          <a:lstStyle>
            <a:lvl1pPr>
              <a:defRPr sz="4800"/>
            </a:lvl1pPr>
          </a:lstStyle>
          <a:p>
            <a:r>
              <a:rPr lang="en-GB" dirty="0"/>
              <a:t>Overskrift i </a:t>
            </a:r>
            <a:r>
              <a:rPr lang="en-GB" dirty="0" err="1"/>
              <a:t>maks</a:t>
            </a:r>
            <a:r>
              <a:rPr lang="en-GB" dirty="0"/>
              <a:t> 2 linjer</a:t>
            </a:r>
            <a:endParaRPr lang="en-GB"/>
          </a:p>
        </p:txBody>
      </p:sp>
      <p:sp>
        <p:nvSpPr>
          <p:cNvPr id="15" name="Text Placeholder 4">
            <a:extLst>
              <a:ext uri="{FF2B5EF4-FFF2-40B4-BE49-F238E27FC236}">
                <a16:creationId xmlns:a16="http://schemas.microsoft.com/office/drawing/2014/main" id="{6FAAEFF0-FCE4-48D6-A0D1-A458F3CD3EB3}"/>
              </a:ext>
            </a:extLst>
          </p:cNvPr>
          <p:cNvSpPr>
            <a:spLocks noGrp="1"/>
          </p:cNvSpPr>
          <p:nvPr>
            <p:ph type="body" sz="quarter" idx="19" hasCustomPrompt="1"/>
          </p:nvPr>
        </p:nvSpPr>
        <p:spPr>
          <a:xfrm>
            <a:off x="6692202" y="3387600"/>
            <a:ext cx="4680000" cy="2466000"/>
          </a:xfrm>
        </p:spPr>
        <p:txBody>
          <a:bodyPr/>
          <a:lstStyle>
            <a:lvl1pPr>
              <a:defRPr/>
            </a:lvl1pPr>
          </a:lstStyle>
          <a:p>
            <a:pPr lvl="0"/>
            <a:r>
              <a:rPr lang="en-GB" dirty="0"/>
              <a:t>Klik for at tilføje tekst</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6" name="Text Placeholder 5">
            <a:extLst>
              <a:ext uri="{FF2B5EF4-FFF2-40B4-BE49-F238E27FC236}">
                <a16:creationId xmlns:a16="http://schemas.microsoft.com/office/drawing/2014/main" id="{2F21E6D3-406B-4DA0-9B5A-6A2F208BAF71}"/>
              </a:ext>
            </a:extLst>
          </p:cNvPr>
          <p:cNvSpPr>
            <a:spLocks noGrp="1"/>
          </p:cNvSpPr>
          <p:nvPr>
            <p:ph type="body" sz="quarter" idx="18" hasCustomPrompt="1"/>
          </p:nvPr>
        </p:nvSpPr>
        <p:spPr>
          <a:xfrm>
            <a:off x="6710399" y="452437"/>
            <a:ext cx="4659277" cy="790493"/>
          </a:xfrm>
        </p:spPr>
        <p:txBody>
          <a:bodyPr anchor="b" anchorCtr="0"/>
          <a:lstStyle>
            <a:lvl1pPr marL="0" indent="0">
              <a:buFont typeface="Arial" panose="020B0604020202020204" pitchFamily="34" charset="0"/>
              <a:buNone/>
              <a:defRPr/>
            </a:lvl1pPr>
          </a:lstStyle>
          <a:p>
            <a:pPr lvl="0"/>
            <a:r>
              <a:rPr lang="en-GB" dirty="0"/>
              <a:t>Klik for at indsætte tekst (f.eks. job titel)</a:t>
            </a:r>
            <a:endParaRPr lang="en-GB"/>
          </a:p>
        </p:txBody>
      </p:sp>
      <p:sp>
        <p:nvSpPr>
          <p:cNvPr id="10" name="Pladsholder til billede 3"/>
          <p:cNvSpPr>
            <a:spLocks noGrp="1"/>
          </p:cNvSpPr>
          <p:nvPr>
            <p:ph type="pic" sz="quarter" idx="13" hasCustomPrompt="1"/>
          </p:nvPr>
        </p:nvSpPr>
        <p:spPr>
          <a:xfrm>
            <a:off x="411163" y="1016000"/>
            <a:ext cx="4043879" cy="4804038"/>
          </a:xfrm>
          <a:noFill/>
        </p:spPr>
        <p:txBody>
          <a:bodyPr/>
          <a:lstStyle>
            <a:lvl1pPr marL="0" indent="0" algn="ctr">
              <a:buNone/>
              <a:defRPr sz="1100"/>
            </a:lvl1pPr>
          </a:lstStyle>
          <a:p>
            <a:r>
              <a:rPr lang="en-GB" dirty="0"/>
              <a:t>Vælg pladsholderen og indsæt billede via Templafy/Skyfish eller ikon eller logo via Templafy/Billeder</a:t>
            </a:r>
            <a:endParaRPr lang="en-GB"/>
          </a:p>
        </p:txBody>
      </p:sp>
      <p:sp>
        <p:nvSpPr>
          <p:cNvPr id="18" name="Date Placeholder 14">
            <a:extLst>
              <a:ext uri="{FF2B5EF4-FFF2-40B4-BE49-F238E27FC236}">
                <a16:creationId xmlns:a16="http://schemas.microsoft.com/office/drawing/2014/main" id="{4AC2696B-BD55-4932-A36E-BCC4318F22B0}"/>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18/09/2024</a:t>
            </a:fld>
            <a:endParaRPr lang="en-GB" dirty="0"/>
          </a:p>
        </p:txBody>
      </p:sp>
      <p:sp>
        <p:nvSpPr>
          <p:cNvPr id="4" name="Date Placeholder 3">
            <a:extLst>
              <a:ext uri="{FF2B5EF4-FFF2-40B4-BE49-F238E27FC236}">
                <a16:creationId xmlns:a16="http://schemas.microsoft.com/office/drawing/2014/main" id="{01591D0A-163E-46D9-B4AE-DA2791457328}"/>
              </a:ext>
            </a:extLst>
          </p:cNvPr>
          <p:cNvSpPr>
            <a:spLocks noGrp="1"/>
          </p:cNvSpPr>
          <p:nvPr>
            <p:ph type="dt" sz="half" idx="20"/>
          </p:nvPr>
        </p:nvSpPr>
        <p:spPr/>
        <p:txBody>
          <a:bodyPr/>
          <a:lstStyle/>
          <a:p>
            <a:fld id="{F1A13B18-F5ED-4611-8DBB-F05123AFBA22}" type="datetimeFigureOut">
              <a:rPr lang="en-GB" smtClean="0"/>
              <a:pPr/>
              <a:t>18/09/2024</a:t>
            </a:fld>
            <a:endParaRPr lang="en-GB" dirty="0"/>
          </a:p>
        </p:txBody>
      </p:sp>
      <p:sp>
        <p:nvSpPr>
          <p:cNvPr id="5" name="Footer Placeholder 4">
            <a:extLst>
              <a:ext uri="{FF2B5EF4-FFF2-40B4-BE49-F238E27FC236}">
                <a16:creationId xmlns:a16="http://schemas.microsoft.com/office/drawing/2014/main" id="{CD31645F-3EEE-4ACC-9DE8-38B996FFAD12}"/>
              </a:ext>
            </a:extLst>
          </p:cNvPr>
          <p:cNvSpPr>
            <a:spLocks noGrp="1"/>
          </p:cNvSpPr>
          <p:nvPr>
            <p:ph type="ftr" sz="quarter" idx="21"/>
          </p:nvPr>
        </p:nvSpPr>
        <p:spPr/>
        <p:txBody>
          <a:bodyPr/>
          <a:lstStyle/>
          <a:p>
            <a:endParaRPr lang="en-GB" dirty="0"/>
          </a:p>
        </p:txBody>
      </p:sp>
      <p:sp>
        <p:nvSpPr>
          <p:cNvPr id="11" name="Slide Number Placeholder 10">
            <a:extLst>
              <a:ext uri="{FF2B5EF4-FFF2-40B4-BE49-F238E27FC236}">
                <a16:creationId xmlns:a16="http://schemas.microsoft.com/office/drawing/2014/main" id="{DA9685AE-678B-466E-B97B-590BC795CFDA}"/>
              </a:ext>
            </a:extLst>
          </p:cNvPr>
          <p:cNvSpPr>
            <a:spLocks noGrp="1"/>
          </p:cNvSpPr>
          <p:nvPr>
            <p:ph type="sldNum" sz="quarter" idx="22"/>
          </p:nvPr>
        </p:nvSpPr>
        <p:spPr/>
        <p:txBody>
          <a:bodyPr/>
          <a:lstStyle/>
          <a:p>
            <a:fld id="{45D37B1E-C366-494F-A587-962AD9AABC83}" type="slidenum">
              <a:rPr lang="en-GB" smtClean="0"/>
              <a:pPr/>
              <a:t>‹nr.›</a:t>
            </a:fld>
            <a:endParaRPr lang="en-GB" dirty="0"/>
          </a:p>
        </p:txBody>
      </p:sp>
      <p:sp>
        <p:nvSpPr>
          <p:cNvPr id="12" name="TextBox 11">
            <a:extLst>
              <a:ext uri="{FF2B5EF4-FFF2-40B4-BE49-F238E27FC236}">
                <a16:creationId xmlns:a16="http://schemas.microsoft.com/office/drawing/2014/main" id="{4E308762-F27B-4C02-A3F6-050482784129}"/>
              </a:ext>
            </a:extLst>
          </p:cNvPr>
          <p:cNvSpPr txBox="1"/>
          <p:nvPr userDrawn="1"/>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pic>
        <p:nvPicPr>
          <p:cNvPr id="13" name="Logo black">
            <a:extLst>
              <a:ext uri="{FF2B5EF4-FFF2-40B4-BE49-F238E27FC236}">
                <a16:creationId xmlns:a16="http://schemas.microsoft.com/office/drawing/2014/main" id="{16CDF92D-C78F-4CBE-853B-4E3CD39D2A5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
        <p:nvSpPr>
          <p:cNvPr id="14" name="text" descr="{&quot;templafy&quot;:{&quot;id&quot;:&quot;c5e3364f-695b-4164-8ae0-df0baedf3be1&quot;}}" title="UserProfile.Institut.InstituteDCU_{{DocumentLanguage}}">
            <a:extLst>
              <a:ext uri="{FF2B5EF4-FFF2-40B4-BE49-F238E27FC236}">
                <a16:creationId xmlns:a16="http://schemas.microsoft.com/office/drawing/2014/main" id="{DF6D8BC8-E65A-425F-8A88-41B507F8A632}"/>
              </a:ext>
            </a:extLst>
          </p:cNvPr>
          <p:cNvSpPr txBox="1">
            <a:spLocks/>
          </p:cNvSpPr>
          <p:nvPr userDrawn="1"/>
        </p:nvSpPr>
        <p:spPr>
          <a:xfrm>
            <a:off x="411160" y="442422"/>
            <a:ext cx="6027347" cy="284778"/>
          </a:xfrm>
          <a:prstGeom prst="rect">
            <a:avLst/>
          </a:prstGeom>
          <a:noFill/>
        </p:spPr>
        <p:txBody>
          <a:bodyPr wrap="square" lIns="10800" tIns="0" rIns="0" bIns="90000" anchor="b" anchorCtr="0">
            <a:sp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a:t>The Maersk Mc-Kinney Moller Institute</a:t>
            </a:r>
          </a:p>
        </p:txBody>
      </p:sp>
      <p:cxnSp>
        <p:nvCxnSpPr>
          <p:cNvPr id="16" name="Straight Connector 15">
            <a:extLst>
              <a:ext uri="{FF2B5EF4-FFF2-40B4-BE49-F238E27FC236}">
                <a16:creationId xmlns:a16="http://schemas.microsoft.com/office/drawing/2014/main" id="{07D7BB8A-9FF7-4F5F-964E-11BE0AD89A9E}"/>
              </a:ext>
            </a:extLst>
          </p:cNvPr>
          <p:cNvCxnSpPr>
            <a:cxnSpLocks/>
          </p:cNvCxnSpPr>
          <p:nvPr userDrawn="1"/>
        </p:nvCxnSpPr>
        <p:spPr>
          <a:xfrm>
            <a:off x="410400"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EA0D29C7-1B08-47AE-80F0-21F12DFA77CE}"/>
              </a:ext>
            </a:extLst>
          </p:cNvPr>
          <p:cNvSpPr/>
          <p:nvPr userDrawn="1"/>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9" name="Rectangle 18">
            <a:extLst>
              <a:ext uri="{FF2B5EF4-FFF2-40B4-BE49-F238E27FC236}">
                <a16:creationId xmlns:a16="http://schemas.microsoft.com/office/drawing/2014/main" id="{BBE87218-65BF-484A-9BC3-CFE3F6FD4ECC}"/>
              </a:ext>
            </a:extLst>
          </p:cNvPr>
          <p:cNvSpPr/>
          <p:nvPr userDrawn="1"/>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Tree>
    <p:extLst>
      <p:ext uri="{BB962C8B-B14F-4D97-AF65-F5344CB8AC3E}">
        <p14:creationId xmlns:p14="http://schemas.microsoft.com/office/powerpoint/2010/main" val="21722343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verskrift og bille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4697" y="1700212"/>
            <a:ext cx="5367600" cy="4141787"/>
          </a:xfrm>
        </p:spPr>
        <p:txBody>
          <a:bodyPr anchor="t" anchorCtr="0"/>
          <a:lstStyle>
            <a:lvl1pPr algn="l">
              <a:lnSpc>
                <a:spcPct val="100000"/>
              </a:lnSpc>
              <a:defRPr sz="3600">
                <a:solidFill>
                  <a:schemeClr val="tx1"/>
                </a:solidFill>
              </a:defRPr>
            </a:lvl1pPr>
          </a:lstStyle>
          <a:p>
            <a:r>
              <a:rPr lang="en-GB" dirty="0"/>
              <a:t>Klik for at tilføje overskrift</a:t>
            </a:r>
            <a:endParaRPr lang="en-GB"/>
          </a:p>
        </p:txBody>
      </p:sp>
      <p:sp>
        <p:nvSpPr>
          <p:cNvPr id="14" name="Picture Placeholder 3">
            <a:extLst>
              <a:ext uri="{FF2B5EF4-FFF2-40B4-BE49-F238E27FC236}">
                <a16:creationId xmlns:a16="http://schemas.microsoft.com/office/drawing/2014/main" id="{BAC5FF5C-5A1F-4EF8-85A8-E1370E4FA7C5}"/>
              </a:ext>
            </a:extLst>
          </p:cNvPr>
          <p:cNvSpPr>
            <a:spLocks noGrp="1"/>
          </p:cNvSpPr>
          <p:nvPr>
            <p:ph type="pic" sz="quarter" idx="14" hasCustomPrompt="1"/>
          </p:nvPr>
        </p:nvSpPr>
        <p:spPr>
          <a:xfrm>
            <a:off x="6415848" y="1000443"/>
            <a:ext cx="4951428" cy="4841557"/>
          </a:xfrm>
        </p:spPr>
        <p:txBody>
          <a:bodyPr/>
          <a:lstStyle>
            <a:lvl1pPr marL="0" indent="0" algn="ctr">
              <a:buNone/>
              <a:defRPr sz="1400"/>
            </a:lvl1pPr>
          </a:lstStyle>
          <a:p>
            <a:r>
              <a:rPr lang="en-GB" dirty="0"/>
              <a:t>Vælg pladsholderen og indsæt billede via Templafy/Skyfish eller ikon eller logo via Templafy/Billeder</a:t>
            </a:r>
            <a:endParaRPr lang="en-GB"/>
          </a:p>
        </p:txBody>
      </p:sp>
      <p:sp>
        <p:nvSpPr>
          <p:cNvPr id="17" name="Date Placeholder 14">
            <a:extLst>
              <a:ext uri="{FF2B5EF4-FFF2-40B4-BE49-F238E27FC236}">
                <a16:creationId xmlns:a16="http://schemas.microsoft.com/office/drawing/2014/main" id="{360EC57D-D72D-43A3-90BC-3ACC9F8BC95A}"/>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F1A13B18-F5ED-4611-8DBB-F05123AFBA22}" type="datetimeFigureOut">
              <a:rPr lang="en-GB" smtClean="0"/>
              <a:pPr/>
              <a:t>18/09/2024</a:t>
            </a:fld>
            <a:endParaRPr lang="en-GB" dirty="0"/>
          </a:p>
        </p:txBody>
      </p:sp>
      <p:sp>
        <p:nvSpPr>
          <p:cNvPr id="18" name="Date Placeholder 14">
            <a:extLst>
              <a:ext uri="{FF2B5EF4-FFF2-40B4-BE49-F238E27FC236}">
                <a16:creationId xmlns:a16="http://schemas.microsoft.com/office/drawing/2014/main" id="{36B2A848-B2AD-472A-AC10-0002D162D52D}"/>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18/09/2024</a:t>
            </a:fld>
            <a:endParaRPr lang="en-GB" dirty="0"/>
          </a:p>
        </p:txBody>
      </p:sp>
      <p:sp>
        <p:nvSpPr>
          <p:cNvPr id="3" name="Footer Placeholder 2">
            <a:extLst>
              <a:ext uri="{FF2B5EF4-FFF2-40B4-BE49-F238E27FC236}">
                <a16:creationId xmlns:a16="http://schemas.microsoft.com/office/drawing/2014/main" id="{2920C039-324F-433E-90A2-B9FAD2872EC2}"/>
              </a:ext>
            </a:extLst>
          </p:cNvPr>
          <p:cNvSpPr>
            <a:spLocks noGrp="1"/>
          </p:cNvSpPr>
          <p:nvPr>
            <p:ph type="ftr" sz="quarter" idx="15"/>
          </p:nvPr>
        </p:nvSpPr>
        <p:spPr/>
        <p:txBody>
          <a:bodyPr/>
          <a:lstStyle/>
          <a:p>
            <a:endParaRPr lang="en-GB" dirty="0"/>
          </a:p>
        </p:txBody>
      </p:sp>
      <p:sp>
        <p:nvSpPr>
          <p:cNvPr id="4" name="Slide Number Placeholder 3">
            <a:extLst>
              <a:ext uri="{FF2B5EF4-FFF2-40B4-BE49-F238E27FC236}">
                <a16:creationId xmlns:a16="http://schemas.microsoft.com/office/drawing/2014/main" id="{417D6F82-73FC-4F13-BFEC-9200E77E1527}"/>
              </a:ext>
            </a:extLst>
          </p:cNvPr>
          <p:cNvSpPr>
            <a:spLocks noGrp="1"/>
          </p:cNvSpPr>
          <p:nvPr>
            <p:ph type="sldNum" sz="quarter" idx="16"/>
          </p:nvPr>
        </p:nvSpPr>
        <p:spPr/>
        <p:txBody>
          <a:bodyPr/>
          <a:lstStyle/>
          <a:p>
            <a:fld id="{45D37B1E-C366-494F-A587-962AD9AABC83}" type="slidenum">
              <a:rPr lang="en-GB" smtClean="0"/>
              <a:pPr/>
              <a:t>‹nr.›</a:t>
            </a:fld>
            <a:endParaRPr lang="en-GB" dirty="0"/>
          </a:p>
        </p:txBody>
      </p:sp>
    </p:spTree>
    <p:extLst>
      <p:ext uri="{BB962C8B-B14F-4D97-AF65-F5344CB8AC3E}">
        <p14:creationId xmlns:p14="http://schemas.microsoft.com/office/powerpoint/2010/main" val="39183040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ire ikoner">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2FA71C01-3350-42F9-9392-0F3379095A93}"/>
              </a:ext>
            </a:extLst>
          </p:cNvPr>
          <p:cNvSpPr>
            <a:spLocks noGrp="1"/>
          </p:cNvSpPr>
          <p:nvPr>
            <p:ph sz="quarter" idx="13" hasCustomPrompt="1"/>
          </p:nvPr>
        </p:nvSpPr>
        <p:spPr>
          <a:xfrm>
            <a:off x="2932902" y="1700213"/>
            <a:ext cx="936000" cy="936000"/>
          </a:xfrm>
        </p:spPr>
        <p:txBody>
          <a:bodyPr wrap="none"/>
          <a:lstStyle>
            <a:lvl1pPr marL="0" indent="0">
              <a:buNone/>
              <a:defRPr sz="1000"/>
            </a:lvl1pPr>
          </a:lstStyle>
          <a:p>
            <a:pPr lvl="0"/>
            <a:r>
              <a:rPr lang="en-GB" dirty="0"/>
              <a:t>Indsæt logo: Vælg pladsholderen, indsæt logo via Templafy/Billeder</a:t>
            </a:r>
            <a:endParaRPr lang="en-GB"/>
          </a:p>
        </p:txBody>
      </p:sp>
      <p:sp>
        <p:nvSpPr>
          <p:cNvPr id="11" name="Text Placeholder 10">
            <a:extLst>
              <a:ext uri="{FF2B5EF4-FFF2-40B4-BE49-F238E27FC236}">
                <a16:creationId xmlns:a16="http://schemas.microsoft.com/office/drawing/2014/main" id="{C0A09C85-3CCC-44AB-A808-AA96845B1281}"/>
              </a:ext>
            </a:extLst>
          </p:cNvPr>
          <p:cNvSpPr>
            <a:spLocks noGrp="1"/>
          </p:cNvSpPr>
          <p:nvPr>
            <p:ph type="body" sz="quarter" idx="14" hasCustomPrompt="1"/>
          </p:nvPr>
        </p:nvSpPr>
        <p:spPr>
          <a:xfrm>
            <a:off x="2932902" y="2733129"/>
            <a:ext cx="3564000" cy="756000"/>
          </a:xfrm>
        </p:spPr>
        <p:txBody>
          <a:bodyPr/>
          <a:lstStyle>
            <a:lvl1pPr marL="0" indent="0">
              <a:buFont typeface="Arial" panose="020B0604020202020204" pitchFamily="34" charset="0"/>
              <a:buChar char="​"/>
              <a:defRPr sz="2100" b="1"/>
            </a:lvl1pPr>
            <a:lvl2pPr marL="252000">
              <a:defRPr/>
            </a:lvl2pPr>
            <a:lvl3pPr marL="504000">
              <a:defRPr/>
            </a:lvl3pPr>
          </a:lstStyle>
          <a:p>
            <a:pPr lvl="0"/>
            <a:r>
              <a:rPr lang="en-GB"/>
              <a:t>Klik for at tilføje overskrift</a:t>
            </a:r>
          </a:p>
          <a:p>
            <a:pPr lvl="1"/>
            <a:r>
              <a:rPr lang="en-GB"/>
              <a:t>Second level</a:t>
            </a:r>
          </a:p>
          <a:p>
            <a:pPr lvl="2"/>
            <a:endParaRPr lang="en-GB" dirty="0"/>
          </a:p>
        </p:txBody>
      </p:sp>
      <p:sp>
        <p:nvSpPr>
          <p:cNvPr id="13" name="Content Placeholder 12">
            <a:extLst>
              <a:ext uri="{FF2B5EF4-FFF2-40B4-BE49-F238E27FC236}">
                <a16:creationId xmlns:a16="http://schemas.microsoft.com/office/drawing/2014/main" id="{3F35B7FD-E0E2-4581-BAC7-8858E530AFEA}"/>
              </a:ext>
            </a:extLst>
          </p:cNvPr>
          <p:cNvSpPr>
            <a:spLocks noGrp="1"/>
          </p:cNvSpPr>
          <p:nvPr>
            <p:ph sz="quarter" idx="15" hasCustomPrompt="1"/>
          </p:nvPr>
        </p:nvSpPr>
        <p:spPr>
          <a:xfrm>
            <a:off x="2934000" y="4012975"/>
            <a:ext cx="936000" cy="936000"/>
          </a:xfrm>
        </p:spPr>
        <p:txBody>
          <a:bodyPr wrap="none"/>
          <a:lstStyle>
            <a:lvl1pPr marL="0" indent="0">
              <a:buNone/>
              <a:defRPr sz="1000"/>
            </a:lvl1pPr>
          </a:lstStyle>
          <a:p>
            <a:pPr lvl="0"/>
            <a:r>
              <a:rPr lang="en-GB" dirty="0"/>
              <a:t>Indsæt logo: Vælg pladsholderen, indsæt logo via Templafy/Billeder</a:t>
            </a:r>
            <a:endParaRPr lang="en-GB"/>
          </a:p>
        </p:txBody>
      </p:sp>
      <p:sp>
        <p:nvSpPr>
          <p:cNvPr id="15" name="Text Placeholder 14">
            <a:extLst>
              <a:ext uri="{FF2B5EF4-FFF2-40B4-BE49-F238E27FC236}">
                <a16:creationId xmlns:a16="http://schemas.microsoft.com/office/drawing/2014/main" id="{52C92166-E723-47D5-9A87-3354EB28C43E}"/>
              </a:ext>
            </a:extLst>
          </p:cNvPr>
          <p:cNvSpPr>
            <a:spLocks noGrp="1"/>
          </p:cNvSpPr>
          <p:nvPr>
            <p:ph type="body" sz="quarter" idx="16" hasCustomPrompt="1"/>
          </p:nvPr>
        </p:nvSpPr>
        <p:spPr>
          <a:xfrm>
            <a:off x="2932112" y="5093240"/>
            <a:ext cx="3564000" cy="756000"/>
          </a:xfrm>
        </p:spPr>
        <p:txBody>
          <a:bodyPr/>
          <a:lstStyle>
            <a:lvl1pPr marL="0" indent="0">
              <a:buFont typeface="Arial" panose="020B0604020202020204" pitchFamily="34" charset="0"/>
              <a:buChar char="​"/>
              <a:defRPr sz="2000" b="1"/>
            </a:lvl1pPr>
            <a:lvl2pPr marL="252000">
              <a:defRPr/>
            </a:lvl2pPr>
            <a:lvl3pPr marL="252000" indent="0">
              <a:buNone/>
              <a:defRPr/>
            </a:lvl3pPr>
          </a:lstStyle>
          <a:p>
            <a:pPr lvl="0"/>
            <a:r>
              <a:rPr lang="en-GB" dirty="0"/>
              <a:t>Klik for at </a:t>
            </a:r>
            <a:r>
              <a:rPr lang="en-GB"/>
              <a:t>tilføje overskrift</a:t>
            </a:r>
          </a:p>
          <a:p>
            <a:pPr lvl="1"/>
            <a:r>
              <a:rPr lang="en-GB"/>
              <a:t>Second level</a:t>
            </a:r>
            <a:endParaRPr lang="en-GB" dirty="0"/>
          </a:p>
        </p:txBody>
      </p:sp>
      <p:sp>
        <p:nvSpPr>
          <p:cNvPr id="17" name="Content Placeholder 16">
            <a:extLst>
              <a:ext uri="{FF2B5EF4-FFF2-40B4-BE49-F238E27FC236}">
                <a16:creationId xmlns:a16="http://schemas.microsoft.com/office/drawing/2014/main" id="{AE23DA26-37CC-4CA7-8253-FD9AB459D2EF}"/>
              </a:ext>
            </a:extLst>
          </p:cNvPr>
          <p:cNvSpPr>
            <a:spLocks noGrp="1"/>
          </p:cNvSpPr>
          <p:nvPr>
            <p:ph sz="quarter" idx="17" hasCustomPrompt="1"/>
          </p:nvPr>
        </p:nvSpPr>
        <p:spPr>
          <a:xfrm>
            <a:off x="7474740" y="1700213"/>
            <a:ext cx="936000" cy="936000"/>
          </a:xfrm>
        </p:spPr>
        <p:txBody>
          <a:bodyPr wrap="none"/>
          <a:lstStyle>
            <a:lvl1pPr marL="0" indent="0">
              <a:buNone/>
              <a:defRPr sz="1000"/>
            </a:lvl1pPr>
            <a:lvl2pPr marL="252000" indent="0">
              <a:buNone/>
              <a:defRPr sz="1000"/>
            </a:lvl2pPr>
          </a:lstStyle>
          <a:p>
            <a:pPr lvl="0"/>
            <a:r>
              <a:rPr lang="en-GB" dirty="0"/>
              <a:t>Indsæt logo: Vælg pladsholderen, indsæt logo via Templafy/Billeder</a:t>
            </a:r>
            <a:endParaRPr lang="en-GB"/>
          </a:p>
        </p:txBody>
      </p:sp>
      <p:sp>
        <p:nvSpPr>
          <p:cNvPr id="19" name="Text Placeholder 18">
            <a:extLst>
              <a:ext uri="{FF2B5EF4-FFF2-40B4-BE49-F238E27FC236}">
                <a16:creationId xmlns:a16="http://schemas.microsoft.com/office/drawing/2014/main" id="{62682726-03AB-4490-8664-993881FA0BB1}"/>
              </a:ext>
            </a:extLst>
          </p:cNvPr>
          <p:cNvSpPr>
            <a:spLocks noGrp="1"/>
          </p:cNvSpPr>
          <p:nvPr>
            <p:ph type="body" sz="quarter" idx="18" hasCustomPrompt="1"/>
          </p:nvPr>
        </p:nvSpPr>
        <p:spPr>
          <a:xfrm>
            <a:off x="7459663" y="2732400"/>
            <a:ext cx="3564000" cy="756000"/>
          </a:xfrm>
        </p:spPr>
        <p:txBody>
          <a:bodyPr/>
          <a:lstStyle>
            <a:lvl1pPr marL="0" indent="0">
              <a:buFont typeface="Arial" panose="020B0604020202020204" pitchFamily="34" charset="0"/>
              <a:buChar char="​"/>
              <a:defRPr sz="2000" b="1"/>
            </a:lvl1pPr>
            <a:lvl2pPr marL="252000">
              <a:defRPr/>
            </a:lvl2pPr>
            <a:lvl3pPr marL="504000">
              <a:defRPr/>
            </a:lvl3pPr>
          </a:lstStyle>
          <a:p>
            <a:pPr lvl="0"/>
            <a:r>
              <a:rPr lang="en-GB" dirty="0"/>
              <a:t>Klik for at </a:t>
            </a:r>
            <a:r>
              <a:rPr lang="en-GB"/>
              <a:t>tilføje overskrift</a:t>
            </a:r>
          </a:p>
          <a:p>
            <a:pPr lvl="1"/>
            <a:r>
              <a:rPr lang="en-GB"/>
              <a:t>Second level</a:t>
            </a:r>
          </a:p>
          <a:p>
            <a:pPr lvl="2"/>
            <a:endParaRPr lang="en-GB" dirty="0"/>
          </a:p>
        </p:txBody>
      </p:sp>
      <p:sp>
        <p:nvSpPr>
          <p:cNvPr id="21" name="Content Placeholder 20">
            <a:extLst>
              <a:ext uri="{FF2B5EF4-FFF2-40B4-BE49-F238E27FC236}">
                <a16:creationId xmlns:a16="http://schemas.microsoft.com/office/drawing/2014/main" id="{762625AB-198B-4F37-9382-C78FD9118D5A}"/>
              </a:ext>
            </a:extLst>
          </p:cNvPr>
          <p:cNvSpPr>
            <a:spLocks noGrp="1"/>
          </p:cNvSpPr>
          <p:nvPr>
            <p:ph sz="quarter" idx="19" hasCustomPrompt="1"/>
          </p:nvPr>
        </p:nvSpPr>
        <p:spPr>
          <a:xfrm>
            <a:off x="7459663" y="4012975"/>
            <a:ext cx="936000" cy="936000"/>
          </a:xfrm>
        </p:spPr>
        <p:txBody>
          <a:bodyPr wrap="none"/>
          <a:lstStyle>
            <a:lvl1pPr marL="0" indent="0">
              <a:buNone/>
              <a:defRPr sz="1000"/>
            </a:lvl1pPr>
          </a:lstStyle>
          <a:p>
            <a:pPr lvl="0"/>
            <a:r>
              <a:rPr lang="en-GB" dirty="0"/>
              <a:t>Indsæt logo: Vælg pladsholderen, indsæt logo via Templafy/Billeder</a:t>
            </a:r>
            <a:endParaRPr lang="en-GB"/>
          </a:p>
        </p:txBody>
      </p:sp>
      <p:sp>
        <p:nvSpPr>
          <p:cNvPr id="23" name="Text Placeholder 22">
            <a:extLst>
              <a:ext uri="{FF2B5EF4-FFF2-40B4-BE49-F238E27FC236}">
                <a16:creationId xmlns:a16="http://schemas.microsoft.com/office/drawing/2014/main" id="{D8AE7F93-F2C6-4199-8D16-CFB4D977F63E}"/>
              </a:ext>
            </a:extLst>
          </p:cNvPr>
          <p:cNvSpPr>
            <a:spLocks noGrp="1"/>
          </p:cNvSpPr>
          <p:nvPr>
            <p:ph type="body" sz="quarter" idx="20" hasCustomPrompt="1"/>
          </p:nvPr>
        </p:nvSpPr>
        <p:spPr>
          <a:xfrm>
            <a:off x="7473948" y="5093240"/>
            <a:ext cx="3564000" cy="756000"/>
          </a:xfrm>
        </p:spPr>
        <p:txBody>
          <a:bodyPr/>
          <a:lstStyle>
            <a:lvl1pPr marL="0" indent="0">
              <a:buFont typeface="Arial" panose="020B0604020202020204" pitchFamily="34" charset="0"/>
              <a:buChar char="​"/>
              <a:defRPr sz="2000" b="1"/>
            </a:lvl1pPr>
            <a:lvl2pPr marL="252000">
              <a:defRPr/>
            </a:lvl2pPr>
            <a:lvl3pPr marL="504000">
              <a:defRPr/>
            </a:lvl3pPr>
          </a:lstStyle>
          <a:p>
            <a:pPr lvl="0"/>
            <a:r>
              <a:rPr lang="en-GB" dirty="0"/>
              <a:t>Klik for at </a:t>
            </a:r>
            <a:r>
              <a:rPr lang="en-GB"/>
              <a:t>tilføje overskrift</a:t>
            </a:r>
          </a:p>
          <a:p>
            <a:pPr lvl="1"/>
            <a:r>
              <a:rPr lang="en-GB"/>
              <a:t>Second level</a:t>
            </a:r>
            <a:endParaRPr lang="en-GB" dirty="0"/>
          </a:p>
        </p:txBody>
      </p:sp>
      <p:sp>
        <p:nvSpPr>
          <p:cNvPr id="3" name="Footer Placeholder 2">
            <a:extLst>
              <a:ext uri="{FF2B5EF4-FFF2-40B4-BE49-F238E27FC236}">
                <a16:creationId xmlns:a16="http://schemas.microsoft.com/office/drawing/2014/main" id="{0C4D261F-AFF9-422D-9FB3-5AE92F19507E}"/>
              </a:ext>
            </a:extLst>
          </p:cNvPr>
          <p:cNvSpPr>
            <a:spLocks noGrp="1"/>
          </p:cNvSpPr>
          <p:nvPr>
            <p:ph type="ftr" sz="quarter" idx="10"/>
          </p:nvPr>
        </p:nvSpPr>
        <p:spPr/>
        <p:txBody>
          <a:bodyPr/>
          <a:lstStyle/>
          <a:p>
            <a:endParaRPr lang="en-GB" dirty="0"/>
          </a:p>
        </p:txBody>
      </p:sp>
      <p:sp>
        <p:nvSpPr>
          <p:cNvPr id="4" name="Date Placeholder 3">
            <a:extLst>
              <a:ext uri="{FF2B5EF4-FFF2-40B4-BE49-F238E27FC236}">
                <a16:creationId xmlns:a16="http://schemas.microsoft.com/office/drawing/2014/main" id="{21133E6A-A4F4-491B-846E-1DACC83D9BB7}"/>
              </a:ext>
            </a:extLst>
          </p:cNvPr>
          <p:cNvSpPr>
            <a:spLocks noGrp="1"/>
          </p:cNvSpPr>
          <p:nvPr>
            <p:ph type="dt" sz="half" idx="11"/>
          </p:nvPr>
        </p:nvSpPr>
        <p:spPr/>
        <p:txBody>
          <a:bodyPr/>
          <a:lstStyle/>
          <a:p>
            <a:fld id="{F1A13B18-F5ED-4611-8DBB-F05123AFBA22}" type="datetimeFigureOut">
              <a:rPr lang="en-GB" smtClean="0"/>
              <a:pPr/>
              <a:t>18/09/2024</a:t>
            </a:fld>
            <a:endParaRPr lang="en-GB" dirty="0"/>
          </a:p>
        </p:txBody>
      </p:sp>
      <p:sp>
        <p:nvSpPr>
          <p:cNvPr id="5" name="Slide Number Placeholder 4">
            <a:extLst>
              <a:ext uri="{FF2B5EF4-FFF2-40B4-BE49-F238E27FC236}">
                <a16:creationId xmlns:a16="http://schemas.microsoft.com/office/drawing/2014/main" id="{6C38E8B2-EC82-4BE1-85C6-8F272596913A}"/>
              </a:ext>
            </a:extLst>
          </p:cNvPr>
          <p:cNvSpPr>
            <a:spLocks noGrp="1"/>
          </p:cNvSpPr>
          <p:nvPr>
            <p:ph type="sldNum" sz="quarter" idx="12"/>
          </p:nvPr>
        </p:nvSpPr>
        <p:spPr/>
        <p:txBody>
          <a:bodyPr/>
          <a:lstStyle/>
          <a:p>
            <a:fld id="{45D37B1E-C366-494F-A587-962AD9AABC83}" type="slidenum">
              <a:rPr lang="en-GB" smtClean="0"/>
              <a:pPr/>
              <a:t>‹nr.›</a:t>
            </a:fld>
            <a:endParaRPr lang="en-GB" dirty="0"/>
          </a:p>
        </p:txBody>
      </p:sp>
    </p:spTree>
    <p:extLst>
      <p:ext uri="{BB962C8B-B14F-4D97-AF65-F5344CB8AC3E}">
        <p14:creationId xmlns:p14="http://schemas.microsoft.com/office/powerpoint/2010/main" val="35829211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Overskrift og logo">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6F8A6A9-890A-4EA2-8FA4-EA834B1A12F4}"/>
              </a:ext>
            </a:extLst>
          </p:cNvPr>
          <p:cNvSpPr>
            <a:spLocks noGrp="1"/>
          </p:cNvSpPr>
          <p:nvPr>
            <p:ph type="ctrTitle" hasCustomPrompt="1"/>
          </p:nvPr>
        </p:nvSpPr>
        <p:spPr>
          <a:xfrm>
            <a:off x="414697" y="1700212"/>
            <a:ext cx="5367600" cy="4141787"/>
          </a:xfrm>
        </p:spPr>
        <p:txBody>
          <a:bodyPr anchor="t" anchorCtr="0"/>
          <a:lstStyle>
            <a:lvl1pPr algn="l">
              <a:lnSpc>
                <a:spcPct val="100000"/>
              </a:lnSpc>
              <a:defRPr sz="3600">
                <a:solidFill>
                  <a:schemeClr val="tx1"/>
                </a:solidFill>
              </a:defRPr>
            </a:lvl1pPr>
          </a:lstStyle>
          <a:p>
            <a:r>
              <a:rPr lang="en-GB" dirty="0"/>
              <a:t>Klik for at tilføje overskrift</a:t>
            </a:r>
            <a:endParaRPr lang="en-GB"/>
          </a:p>
        </p:txBody>
      </p:sp>
      <p:sp>
        <p:nvSpPr>
          <p:cNvPr id="11" name="Date Placeholder 14">
            <a:extLst>
              <a:ext uri="{FF2B5EF4-FFF2-40B4-BE49-F238E27FC236}">
                <a16:creationId xmlns:a16="http://schemas.microsoft.com/office/drawing/2014/main" id="{705F52FC-7E26-46C0-8E8B-4445D500B9C7}"/>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18/09/2024</a:t>
            </a:fld>
            <a:endParaRPr lang="en-GB" dirty="0"/>
          </a:p>
        </p:txBody>
      </p:sp>
      <p:sp>
        <p:nvSpPr>
          <p:cNvPr id="7" name="Date Placeholder 6">
            <a:extLst>
              <a:ext uri="{FF2B5EF4-FFF2-40B4-BE49-F238E27FC236}">
                <a16:creationId xmlns:a16="http://schemas.microsoft.com/office/drawing/2014/main" id="{D01B1D99-4B52-4731-AEC4-C722464A7D1B}"/>
              </a:ext>
            </a:extLst>
          </p:cNvPr>
          <p:cNvSpPr>
            <a:spLocks noGrp="1"/>
          </p:cNvSpPr>
          <p:nvPr>
            <p:ph type="dt" sz="half" idx="10"/>
          </p:nvPr>
        </p:nvSpPr>
        <p:spPr/>
        <p:txBody>
          <a:bodyPr/>
          <a:lstStyle/>
          <a:p>
            <a:fld id="{F1A13B18-F5ED-4611-8DBB-F05123AFBA22}" type="datetimeFigureOut">
              <a:rPr lang="en-GB" smtClean="0"/>
              <a:pPr/>
              <a:t>18/09/2024</a:t>
            </a:fld>
            <a:endParaRPr lang="en-GB" dirty="0"/>
          </a:p>
        </p:txBody>
      </p:sp>
      <p:sp>
        <p:nvSpPr>
          <p:cNvPr id="9" name="Footer Placeholder 8">
            <a:extLst>
              <a:ext uri="{FF2B5EF4-FFF2-40B4-BE49-F238E27FC236}">
                <a16:creationId xmlns:a16="http://schemas.microsoft.com/office/drawing/2014/main" id="{F5FCEDFC-AE26-4F9F-9153-1837190678EF}"/>
              </a:ext>
            </a:extLst>
          </p:cNvPr>
          <p:cNvSpPr>
            <a:spLocks noGrp="1"/>
          </p:cNvSpPr>
          <p:nvPr>
            <p:ph type="ftr" sz="quarter" idx="11"/>
          </p:nvPr>
        </p:nvSpPr>
        <p:spPr/>
        <p:txBody>
          <a:bodyPr/>
          <a:lstStyle/>
          <a:p>
            <a:endParaRPr lang="en-GB" dirty="0"/>
          </a:p>
        </p:txBody>
      </p:sp>
      <p:sp>
        <p:nvSpPr>
          <p:cNvPr id="12" name="Slide Number Placeholder 11">
            <a:extLst>
              <a:ext uri="{FF2B5EF4-FFF2-40B4-BE49-F238E27FC236}">
                <a16:creationId xmlns:a16="http://schemas.microsoft.com/office/drawing/2014/main" id="{4B452C39-88DE-4155-8ED8-643714B1A9FE}"/>
              </a:ext>
            </a:extLst>
          </p:cNvPr>
          <p:cNvSpPr>
            <a:spLocks noGrp="1"/>
          </p:cNvSpPr>
          <p:nvPr>
            <p:ph type="sldNum" sz="quarter" idx="12"/>
          </p:nvPr>
        </p:nvSpPr>
        <p:spPr/>
        <p:txBody>
          <a:bodyPr/>
          <a:lstStyle/>
          <a:p>
            <a:fld id="{45D37B1E-C366-494F-A587-962AD9AABC83}" type="slidenum">
              <a:rPr lang="en-GB" smtClean="0"/>
              <a:pPr/>
              <a:t>‹nr.›</a:t>
            </a:fld>
            <a:endParaRPr lang="en-GB" dirty="0"/>
          </a:p>
        </p:txBody>
      </p:sp>
    </p:spTree>
    <p:extLst>
      <p:ext uri="{BB962C8B-B14F-4D97-AF65-F5344CB8AC3E}">
        <p14:creationId xmlns:p14="http://schemas.microsoft.com/office/powerpoint/2010/main" val="11985225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cSld name="Blank Slide">
    <p:spTree>
      <p:nvGrpSpPr>
        <p:cNvPr id="1" name=""/>
        <p:cNvGrpSpPr/>
        <p:nvPr/>
      </p:nvGrpSpPr>
      <p:grpSpPr>
        <a:xfrm>
          <a:off x="0" y="0"/>
          <a:ext cx="0" cy="0"/>
          <a:chOff x="0" y="0"/>
          <a:chExt cx="0" cy="0"/>
        </a:xfrm>
      </p:grpSpPr>
      <p:sp>
        <p:nvSpPr>
          <p:cNvPr id="2" name="PlaceHolder 1"/>
          <p:cNvSpPr>
            <a:spLocks noGrp="1"/>
          </p:cNvSpPr>
          <p:nvPr>
            <p:ph type="ftr" idx="3"/>
          </p:nvPr>
        </p:nvSpPr>
        <p:spPr/>
        <p:txBody>
          <a:bodyPr/>
          <a:lstStyle/>
          <a:p>
            <a:r>
              <a:t>Footer</a:t>
            </a:r>
          </a:p>
        </p:txBody>
      </p:sp>
      <p:sp>
        <p:nvSpPr>
          <p:cNvPr id="3" name="PlaceHolder 2"/>
          <p:cNvSpPr>
            <a:spLocks noGrp="1"/>
          </p:cNvSpPr>
          <p:nvPr>
            <p:ph type="sldNum" idx="4"/>
          </p:nvPr>
        </p:nvSpPr>
        <p:spPr/>
        <p:txBody>
          <a:bodyPr/>
          <a:lstStyle/>
          <a:p>
            <a:fld id="{B28AA9DC-14EE-4DBB-9713-52A968E99BF1}" type="slidenum">
              <a:t>‹nr.›</a:t>
            </a:fld>
            <a:endParaRPr/>
          </a:p>
        </p:txBody>
      </p:sp>
      <p:sp>
        <p:nvSpPr>
          <p:cNvPr id="4" name="PlaceHolder 3"/>
          <p:cNvSpPr>
            <a:spLocks noGrp="1"/>
          </p:cNvSpPr>
          <p:nvPr>
            <p:ph type="dt" idx="2"/>
          </p:nvPr>
        </p:nvSpPr>
        <p:spPr/>
        <p:txBody>
          <a:bodyPr/>
          <a:lstStyle/>
          <a:p>
            <a:endParaRPr/>
          </a:p>
        </p:txBody>
      </p:sp>
    </p:spTree>
    <p:extLst>
      <p:ext uri="{BB962C8B-B14F-4D97-AF65-F5344CB8AC3E}">
        <p14:creationId xmlns:p14="http://schemas.microsoft.com/office/powerpoint/2010/main" val="2297896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bin"/><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0400" y="1028247"/>
            <a:ext cx="11379347" cy="1602672"/>
          </a:xfrm>
          <a:prstGeom prst="rect">
            <a:avLst/>
          </a:prstGeom>
        </p:spPr>
        <p:txBody>
          <a:bodyPr vert="horz" lIns="0" tIns="0" rIns="0" bIns="0" rtlCol="0" anchor="t" anchorCtr="0">
            <a:noAutofit/>
          </a:bodyPr>
          <a:lstStyle/>
          <a:p>
            <a:r>
              <a:rPr lang="en-GB" dirty="0"/>
              <a:t>Klik for at redigere i master</a:t>
            </a:r>
          </a:p>
        </p:txBody>
      </p:sp>
      <p:sp>
        <p:nvSpPr>
          <p:cNvPr id="3" name="Text Placeholder 2"/>
          <p:cNvSpPr>
            <a:spLocks noGrp="1"/>
          </p:cNvSpPr>
          <p:nvPr>
            <p:ph type="body" idx="1"/>
          </p:nvPr>
        </p:nvSpPr>
        <p:spPr>
          <a:xfrm>
            <a:off x="410400" y="3369040"/>
            <a:ext cx="11371905" cy="2472960"/>
          </a:xfrm>
          <a:prstGeom prst="rect">
            <a:avLst/>
          </a:prstGeom>
        </p:spPr>
        <p:txBody>
          <a:bodyPr vert="horz" lIns="0" tIns="0" rIns="0" bIns="0" rtlCol="0">
            <a:noAutofit/>
          </a:bodyPr>
          <a:lstStyle/>
          <a:p>
            <a:pPr lvl="0"/>
            <a:r>
              <a:rPr lang="en-GB" dirty="0"/>
              <a:t>Første niveau, bullet 16 </a:t>
            </a:r>
            <a:r>
              <a:rPr lang="en-GB" dirty="0" err="1"/>
              <a:t>pkt</a:t>
            </a:r>
            <a:endParaRPr lang="en-GB" dirty="0"/>
          </a:p>
          <a:p>
            <a:pPr lvl="1"/>
            <a:r>
              <a:rPr lang="en-GB" dirty="0"/>
              <a:t>Andet niveau, bullet 14 </a:t>
            </a:r>
            <a:r>
              <a:rPr lang="en-GB" dirty="0" err="1"/>
              <a:t>pkt</a:t>
            </a:r>
            <a:endParaRPr lang="en-GB" dirty="0"/>
          </a:p>
          <a:p>
            <a:pPr lvl="2"/>
            <a:r>
              <a:rPr lang="en-GB" dirty="0"/>
              <a:t>Tredje niveau, bullet 12 </a:t>
            </a:r>
            <a:r>
              <a:rPr lang="en-GB" dirty="0" err="1"/>
              <a:t>pkt</a:t>
            </a:r>
            <a:endParaRPr lang="en-GB" dirty="0"/>
          </a:p>
          <a:p>
            <a:pPr lvl="3"/>
            <a:r>
              <a:rPr lang="en-GB" dirty="0"/>
              <a:t>Fjerde niveau, Header bold 16 </a:t>
            </a:r>
            <a:r>
              <a:rPr lang="en-GB" dirty="0" err="1"/>
              <a:t>pkt</a:t>
            </a:r>
            <a:endParaRPr lang="en-GB" dirty="0"/>
          </a:p>
          <a:p>
            <a:pPr lvl="4"/>
            <a:r>
              <a:rPr lang="en-GB" dirty="0"/>
              <a:t>Femte niveau, Body </a:t>
            </a:r>
            <a:r>
              <a:rPr lang="en-GB" dirty="0" err="1"/>
              <a:t>regular</a:t>
            </a:r>
            <a:r>
              <a:rPr lang="en-GB" dirty="0"/>
              <a:t> 16 </a:t>
            </a:r>
            <a:r>
              <a:rPr lang="en-GB" dirty="0" err="1"/>
              <a:t>pkt</a:t>
            </a:r>
            <a:endParaRPr lang="en-GB" dirty="0"/>
          </a:p>
          <a:p>
            <a:pPr lvl="5"/>
            <a:r>
              <a:rPr lang="en-GB" dirty="0"/>
              <a:t>Sjette niveau, bullet 12 </a:t>
            </a:r>
            <a:r>
              <a:rPr lang="en-GB" dirty="0" err="1"/>
              <a:t>pkt</a:t>
            </a:r>
            <a:endParaRPr lang="en-GB" dirty="0"/>
          </a:p>
          <a:p>
            <a:pPr lvl="6"/>
            <a:r>
              <a:rPr lang="en-GB" dirty="0"/>
              <a:t>Syvende niveau, bullet 12 </a:t>
            </a:r>
            <a:r>
              <a:rPr lang="en-GB" dirty="0" err="1"/>
              <a:t>pkt</a:t>
            </a:r>
            <a:r>
              <a:rPr lang="en-GB" dirty="0"/>
              <a:t> (indryk 1 gang)</a:t>
            </a:r>
            <a:endParaRPr lang="en-GB"/>
          </a:p>
          <a:p>
            <a:pPr lvl="7"/>
            <a:r>
              <a:rPr lang="en-GB" dirty="0"/>
              <a:t>Ottende niveau, Header bold, 12 </a:t>
            </a:r>
            <a:r>
              <a:rPr lang="en-GB" dirty="0" err="1"/>
              <a:t>pkt</a:t>
            </a:r>
            <a:endParaRPr lang="en-GB" dirty="0"/>
          </a:p>
          <a:p>
            <a:pPr lvl="8"/>
            <a:r>
              <a:rPr lang="en-GB" dirty="0"/>
              <a:t>Niende niveau, Body </a:t>
            </a:r>
            <a:r>
              <a:rPr lang="en-GB" dirty="0" err="1"/>
              <a:t>regular</a:t>
            </a:r>
            <a:r>
              <a:rPr lang="en-GB" dirty="0"/>
              <a:t>, 12 </a:t>
            </a:r>
            <a:r>
              <a:rPr lang="en-GB" dirty="0" err="1"/>
              <a:t>pkt</a:t>
            </a:r>
            <a:endParaRPr lang="en-GB" dirty="0"/>
          </a:p>
        </p:txBody>
      </p:sp>
      <p:sp>
        <p:nvSpPr>
          <p:cNvPr id="5" name="OFF_institute"/>
          <p:cNvSpPr>
            <a:spLocks noGrp="1"/>
          </p:cNvSpPr>
          <p:nvPr>
            <p:ph type="ftr" sz="quarter" idx="3"/>
          </p:nvPr>
        </p:nvSpPr>
        <p:spPr>
          <a:xfrm>
            <a:off x="6915600" y="6376129"/>
            <a:ext cx="2240432" cy="180000"/>
          </a:xfrm>
          <a:prstGeom prst="rect">
            <a:avLst/>
          </a:prstGeom>
        </p:spPr>
        <p:txBody>
          <a:bodyPr vert="horz" lIns="0" tIns="0" rIns="0" bIns="0" rtlCol="0" anchor="t" anchorCtr="0">
            <a:noAutofit/>
          </a:bodyPr>
          <a:lstStyle>
            <a:lvl1pPr algn="r">
              <a:defRPr sz="1000" b="0" cap="none" baseline="0">
                <a:solidFill>
                  <a:schemeClr val="tx1"/>
                </a:solidFill>
              </a:defRPr>
            </a:lvl1pPr>
          </a:lstStyle>
          <a:p>
            <a:endParaRPr lang="en-GB" dirty="0"/>
          </a:p>
        </p:txBody>
      </p:sp>
      <p:sp>
        <p:nvSpPr>
          <p:cNvPr id="16" name="Rectangle 15">
            <a:extLst>
              <a:ext uri="{FF2B5EF4-FFF2-40B4-BE49-F238E27FC236}">
                <a16:creationId xmlns:a16="http://schemas.microsoft.com/office/drawing/2014/main" id="{D9C3F3D4-B958-489D-8401-2859D15536DE}"/>
              </a:ext>
            </a:extLst>
          </p:cNvPr>
          <p:cNvSpPr/>
          <p:nvPr userDrawn="1"/>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7" name="Rectangle 16">
            <a:extLst>
              <a:ext uri="{FF2B5EF4-FFF2-40B4-BE49-F238E27FC236}">
                <a16:creationId xmlns:a16="http://schemas.microsoft.com/office/drawing/2014/main" id="{EDAD2A31-35D3-4D5D-AA2D-C72C49CA7FB0}"/>
              </a:ext>
            </a:extLst>
          </p:cNvPr>
          <p:cNvSpPr/>
          <p:nvPr userDrawn="1"/>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5" name="Date Placeholder 14">
            <a:extLst>
              <a:ext uri="{FF2B5EF4-FFF2-40B4-BE49-F238E27FC236}">
                <a16:creationId xmlns:a16="http://schemas.microsoft.com/office/drawing/2014/main" id="{A56ADEC3-98E1-4CEA-9AF5-46F4CDD2FA7D}"/>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F1A13B18-F5ED-4611-8DBB-F05123AFBA22}" type="datetimeFigureOut">
              <a:rPr lang="en-GB" smtClean="0"/>
              <a:pPr/>
              <a:t>18/09/2024</a:t>
            </a:fld>
            <a:endParaRPr lang="en-GB" dirty="0"/>
          </a:p>
        </p:txBody>
      </p:sp>
      <p:pic>
        <p:nvPicPr>
          <p:cNvPr id="25" name="Logo black">
            <a:extLst>
              <a:ext uri="{FF2B5EF4-FFF2-40B4-BE49-F238E27FC236}">
                <a16:creationId xmlns:a16="http://schemas.microsoft.com/office/drawing/2014/main" id="{860AC4C2-E6D6-4DCE-950A-C298C0AE9B87}"/>
              </a:ext>
            </a:extLst>
          </p:cNvPr>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cxnSp>
        <p:nvCxnSpPr>
          <p:cNvPr id="27" name="Straight Connector 26">
            <a:extLst>
              <a:ext uri="{FF2B5EF4-FFF2-40B4-BE49-F238E27FC236}">
                <a16:creationId xmlns:a16="http://schemas.microsoft.com/office/drawing/2014/main" id="{C6C4C210-3CAD-4E96-8F10-9CD4863FC9B7}"/>
              </a:ext>
            </a:extLst>
          </p:cNvPr>
          <p:cNvCxnSpPr>
            <a:cxnSpLocks/>
          </p:cNvCxnSpPr>
          <p:nvPr userDrawn="1"/>
        </p:nvCxnSpPr>
        <p:spPr>
          <a:xfrm>
            <a:off x="410400"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date" descr="{&quot;templafy&quot;:{&quot;id&quot;:&quot;d572fa25-8edd-43b8-9b55-27d872b6b1fc&quot;}}" title="Form.Date">
            <a:extLst>
              <a:ext uri="{FF2B5EF4-FFF2-40B4-BE49-F238E27FC236}">
                <a16:creationId xmlns:a16="http://schemas.microsoft.com/office/drawing/2014/main" id="{8A346F21-C2D9-45A4-B26D-7DDC2CEB9FB7}"/>
              </a:ext>
            </a:extLst>
          </p:cNvPr>
          <p:cNvSpPr/>
          <p:nvPr userDrawn="1"/>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tx1"/>
                </a:solidFill>
              </a:rPr>
              <a:t>September 2020</a:t>
            </a:r>
          </a:p>
        </p:txBody>
      </p:sp>
      <p:sp>
        <p:nvSpPr>
          <p:cNvPr id="6" name="Slide Number Placeholder 5"/>
          <p:cNvSpPr>
            <a:spLocks noGrp="1"/>
          </p:cNvSpPr>
          <p:nvPr>
            <p:ph type="sldNum" sz="quarter" idx="4"/>
          </p:nvPr>
        </p:nvSpPr>
        <p:spPr>
          <a:xfrm>
            <a:off x="0" y="6912000"/>
            <a:ext cx="0" cy="0"/>
          </a:xfrm>
          <a:prstGeom prst="rect">
            <a:avLst/>
          </a:prstGeom>
        </p:spPr>
        <p:txBody>
          <a:bodyPr vert="horz" lIns="0" tIns="0" rIns="0" bIns="0" rtlCol="0" anchor="t" anchorCtr="0">
            <a:noAutofit/>
          </a:bodyPr>
          <a:lstStyle>
            <a:lvl1pPr algn="ctr">
              <a:defRPr sz="100">
                <a:noFill/>
              </a:defRPr>
            </a:lvl1pPr>
          </a:lstStyle>
          <a:p>
            <a:fld id="{45D37B1E-C366-494F-A587-962AD9AABC83}" type="slidenum">
              <a:rPr lang="en-GB" smtClean="0"/>
              <a:pPr/>
              <a:t>‹nr.›</a:t>
            </a:fld>
            <a:endParaRPr lang="en-GB" dirty="0"/>
          </a:p>
        </p:txBody>
      </p:sp>
      <p:sp>
        <p:nvSpPr>
          <p:cNvPr id="18" name="Date Placeholder 14">
            <a:extLst>
              <a:ext uri="{FF2B5EF4-FFF2-40B4-BE49-F238E27FC236}">
                <a16:creationId xmlns:a16="http://schemas.microsoft.com/office/drawing/2014/main" id="{7DF98717-AAEA-4E2B-96B8-AAAFF896C0EA}"/>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18/09/2024</a:t>
            </a:fld>
            <a:endParaRPr lang="en-GB" dirty="0"/>
          </a:p>
        </p:txBody>
      </p:sp>
      <p:sp>
        <p:nvSpPr>
          <p:cNvPr id="13" name="text" descr="{&quot;templafy&quot;:{&quot;id&quot;:&quot;bbb50dc8-a7c0-4554-930d-663460fed123&quot;}}" title="UserProfile.Institut.InstituteDCU_{{DocumentLanguage}}">
            <a:extLst>
              <a:ext uri="{FF2B5EF4-FFF2-40B4-BE49-F238E27FC236}">
                <a16:creationId xmlns:a16="http://schemas.microsoft.com/office/drawing/2014/main" id="{125E96D5-3BB9-422E-861E-C7C7A150AD68}"/>
              </a:ext>
            </a:extLst>
          </p:cNvPr>
          <p:cNvSpPr txBox="1">
            <a:spLocks/>
          </p:cNvSpPr>
          <p:nvPr userDrawn="1"/>
        </p:nvSpPr>
        <p:spPr>
          <a:xfrm>
            <a:off x="411163" y="450893"/>
            <a:ext cx="5684837" cy="284778"/>
          </a:xfrm>
          <a:prstGeom prst="rect">
            <a:avLst/>
          </a:prstGeom>
          <a:noFill/>
        </p:spPr>
        <p:txBody>
          <a:bodyPr wrap="square" lIns="10800" tIns="0" rIns="0" bIns="90000" anchor="b" anchorCtr="0">
            <a:sp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The Maersk Mc-Kinney Moller Institute</a:t>
            </a:r>
          </a:p>
        </p:txBody>
      </p:sp>
    </p:spTree>
    <p:extLst>
      <p:ext uri="{BB962C8B-B14F-4D97-AF65-F5344CB8AC3E}">
        <p14:creationId xmlns:p14="http://schemas.microsoft.com/office/powerpoint/2010/main" val="2143522105"/>
      </p:ext>
    </p:extLst>
  </p:cSld>
  <p:clrMap bg1="lt1" tx1="dk1" bg2="lt2" tx2="dk2" accent1="accent1" accent2="accent2" accent3="accent3" accent4="accent4" accent5="accent5" accent6="accent6" hlink="hlink" folHlink="folHlink"/>
  <p:sldLayoutIdLst>
    <p:sldLayoutId id="2147483679" r:id="rId1"/>
    <p:sldLayoutId id="2147483681" r:id="rId2"/>
    <p:sldLayoutId id="2147483680" r:id="rId3"/>
    <p:sldLayoutId id="2147483688" r:id="rId4"/>
    <p:sldLayoutId id="2147483690" r:id="rId5"/>
    <p:sldLayoutId id="2147483686" r:id="rId6"/>
    <p:sldLayoutId id="2147483692" r:id="rId7"/>
    <p:sldLayoutId id="2147483682" r:id="rId8"/>
    <p:sldLayoutId id="2147483689" r:id="rId9"/>
    <p:sldLayoutId id="2147483676" r:id="rId10"/>
    <p:sldLayoutId id="2147483654" r:id="rId11"/>
    <p:sldLayoutId id="2147483685" r:id="rId12"/>
    <p:sldLayoutId id="2147483691" r:id="rId13"/>
    <p:sldLayoutId id="2147483662" r:id="rId14"/>
    <p:sldLayoutId id="2147483693" r:id="rId15"/>
  </p:sldLayoutIdLst>
  <p:hf hdr="0"/>
  <p:txStyles>
    <p:titleStyle>
      <a:lvl1pPr algn="l" defTabSz="914400" rtl="0" eaLnBrk="1" latinLnBrk="0" hangingPunct="1">
        <a:lnSpc>
          <a:spcPct val="97000"/>
        </a:lnSpc>
        <a:spcBef>
          <a:spcPct val="0"/>
        </a:spcBef>
        <a:buNone/>
        <a:tabLst>
          <a:tab pos="1438275" algn="l"/>
        </a:tabLst>
        <a:defRPr sz="3600" b="1" kern="1200">
          <a:solidFill>
            <a:schemeClr val="tx1"/>
          </a:solidFill>
          <a:latin typeface="+mj-lt"/>
          <a:ea typeface="+mj-ea"/>
          <a:cs typeface="+mj-cs"/>
        </a:defRPr>
      </a:lvl1pPr>
    </p:titleStyle>
    <p:body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85" userDrawn="1">
          <p15:clr>
            <a:srgbClr val="F26B43"/>
          </p15:clr>
        </p15:guide>
        <p15:guide id="4" orient="horz" pos="1071" userDrawn="1">
          <p15:clr>
            <a:srgbClr val="F26B43"/>
          </p15:clr>
        </p15:guide>
        <p15:guide id="5" pos="259" userDrawn="1">
          <p15:clr>
            <a:srgbClr val="F26B43"/>
          </p15:clr>
        </p15:guide>
        <p15:guide id="6" pos="7421" userDrawn="1">
          <p15:clr>
            <a:srgbClr val="F26B43"/>
          </p15:clr>
        </p15:guide>
        <p15:guide id="7" orient="horz" pos="1253" userDrawn="1">
          <p15:clr>
            <a:srgbClr val="F26B43"/>
          </p15:clr>
        </p15:guide>
        <p15:guide id="8" orient="horz" pos="3680" userDrawn="1">
          <p15:clr>
            <a:srgbClr val="F26B43"/>
          </p15:clr>
        </p15:guide>
        <p15:guide id="9" orient="horz" pos="3916" userDrawn="1">
          <p15:clr>
            <a:srgbClr val="F26B43"/>
          </p15:clr>
        </p15:guide>
        <p15:guide id="10" orient="horz" pos="4094" userDrawn="1">
          <p15:clr>
            <a:srgbClr val="F26B43"/>
          </p15:clr>
        </p15:guide>
        <p15:guide id="11" pos="54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tags" Target="../tags/tag1.xml"/><Relationship Id="rId2" Type="http://schemas.openxmlformats.org/officeDocument/2006/relationships/customXml" Target="../../customXml/item17.xml"/><Relationship Id="rId1" Type="http://schemas.openxmlformats.org/officeDocument/2006/relationships/customXml" Target="../../customXml/item27.xml"/><Relationship Id="rId6" Type="http://schemas.openxmlformats.org/officeDocument/2006/relationships/image" Target="../media/image3.png"/><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customXml" Target="../../customXml/item8.xml"/><Relationship Id="rId1" Type="http://schemas.openxmlformats.org/officeDocument/2006/relationships/customXml" Target="../../customXml/item10.xml"/><Relationship Id="rId5" Type="http://schemas.openxmlformats.org/officeDocument/2006/relationships/notesSlide" Target="../notesSlides/notesSlide2.xml"/><Relationship Id="rId4"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28E1C76-9E48-DB9C-8DDF-10E0E3296B1D}"/>
              </a:ext>
            </a:extLst>
          </p:cNvPr>
          <p:cNvSpPr/>
          <p:nvPr/>
        </p:nvSpPr>
        <p:spPr>
          <a:xfrm>
            <a:off x="0" y="0"/>
            <a:ext cx="12192000" cy="6858000"/>
          </a:xfrm>
          <a:prstGeom prst="rect">
            <a:avLst/>
          </a:prstGeom>
          <a:solidFill>
            <a:srgbClr val="E4E3E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DK" sz="1600" dirty="0" err="1"/>
          </a:p>
        </p:txBody>
      </p:sp>
      <p:sp>
        <p:nvSpPr>
          <p:cNvPr id="8" name="Pladsholder til slidenummer 7"/>
          <p:cNvSpPr>
            <a:spLocks noGrp="1"/>
          </p:cNvSpPr>
          <p:nvPr>
            <p:ph type="sldNum" sz="quarter" idx="4294967295"/>
          </p:nvPr>
        </p:nvSpPr>
        <p:spPr>
          <a:xfrm>
            <a:off x="0" y="6912000"/>
            <a:ext cx="0" cy="0"/>
          </a:xfrm>
        </p:spPr>
        <p:txBody>
          <a:bodyPr/>
          <a:lstStyle/>
          <a:p>
            <a:fld id="{45D37B1E-C366-494F-A587-962AD9AABC83}" type="slidenum">
              <a:rPr lang="en-GB"/>
              <a:pPr/>
              <a:t>1</a:t>
            </a:fld>
            <a:endParaRPr lang="en-GB" dirty="0"/>
          </a:p>
        </p:txBody>
      </p:sp>
      <p:pic>
        <p:nvPicPr>
          <p:cNvPr id="1026" name="Picture 2" descr="Billede">
            <a:extLst>
              <a:ext uri="{FF2B5EF4-FFF2-40B4-BE49-F238E27FC236}">
                <a16:creationId xmlns:a16="http://schemas.microsoft.com/office/drawing/2014/main" id="{3BC26C7F-AEF1-6C7D-F639-24E5DCC5A13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1050" y="-124540"/>
            <a:ext cx="12434099" cy="7107080"/>
          </a:xfrm>
          <a:prstGeom prst="rect">
            <a:avLst/>
          </a:prstGeom>
          <a:noFill/>
          <a:extLst>
            <a:ext uri="{909E8E84-426E-40DD-AFC4-6F175D3DCCD1}">
              <a14:hiddenFill xmlns:a14="http://schemas.microsoft.com/office/drawing/2010/main">
                <a:solidFill>
                  <a:srgbClr val="FFFFFF"/>
                </a:solidFill>
              </a14:hiddenFill>
            </a:ext>
          </a:extLst>
        </p:spPr>
      </p:pic>
    </p:spTree>
    <p:custDataLst>
      <p:custData r:id="rId1"/>
      <p:custData r:id="rId2"/>
      <p:tags r:id="rId3"/>
    </p:custDataLst>
    <p:extLst>
      <p:ext uri="{BB962C8B-B14F-4D97-AF65-F5344CB8AC3E}">
        <p14:creationId xmlns:p14="http://schemas.microsoft.com/office/powerpoint/2010/main" val="1505016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B5404-88DD-4C7D-B8CA-E07E973EF1FB}"/>
              </a:ext>
            </a:extLst>
          </p:cNvPr>
          <p:cNvSpPr>
            <a:spLocks noGrp="1"/>
          </p:cNvSpPr>
          <p:nvPr>
            <p:ph type="ctrTitle"/>
          </p:nvPr>
        </p:nvSpPr>
        <p:spPr>
          <a:xfrm>
            <a:off x="349384" y="1694793"/>
            <a:ext cx="11842616" cy="4135987"/>
          </a:xfrm>
        </p:spPr>
        <p:txBody>
          <a:bodyPr/>
          <a:lstStyle/>
          <a:p>
            <a:br>
              <a:rPr lang="en-GB" sz="4400">
                <a:latin typeface="Consolas" panose="020B0609020204030204" pitchFamily="49" charset="0"/>
              </a:rPr>
            </a:br>
            <a:br>
              <a:rPr lang="en-GB" sz="4400" dirty="0">
                <a:latin typeface="Consolas" panose="020B0609020204030204" pitchFamily="49" charset="0"/>
              </a:rPr>
            </a:br>
            <a:r>
              <a:rPr lang="en-GB" sz="4400" dirty="0">
                <a:latin typeface="Consolas" panose="020B0609020204030204" pitchFamily="49" charset="0"/>
              </a:rPr>
              <a:t>MongoDB</a:t>
            </a:r>
            <a:br>
              <a:rPr lang="en-GB" sz="4400" dirty="0">
                <a:latin typeface="Consolas" panose="020B0609020204030204" pitchFamily="49" charset="0"/>
              </a:rPr>
            </a:br>
            <a:br>
              <a:rPr lang="en-GB" sz="4400" dirty="0">
                <a:latin typeface="Consolas" panose="020B0609020204030204" pitchFamily="49" charset="0"/>
              </a:rPr>
            </a:br>
            <a:r>
              <a:rPr lang="en-GB" sz="4400" dirty="0">
                <a:latin typeface="Consolas" panose="020B0609020204030204" pitchFamily="49" charset="0"/>
              </a:rPr>
              <a:t>by Henrik Lange Bendixen</a:t>
            </a:r>
          </a:p>
        </p:txBody>
      </p:sp>
      <p:sp>
        <p:nvSpPr>
          <p:cNvPr id="8" name="Pladsholder til slidenummer 7"/>
          <p:cNvSpPr>
            <a:spLocks noGrp="1"/>
          </p:cNvSpPr>
          <p:nvPr>
            <p:ph type="sldNum" sz="quarter" idx="4294967295"/>
          </p:nvPr>
        </p:nvSpPr>
        <p:spPr>
          <a:xfrm>
            <a:off x="0" y="6912000"/>
            <a:ext cx="0" cy="0"/>
          </a:xfrm>
        </p:spPr>
        <p:txBody>
          <a:bodyPr/>
          <a:lstStyle/>
          <a:p>
            <a:fld id="{45D37B1E-C366-494F-A587-962AD9AABC83}" type="slidenum">
              <a:rPr lang="en-GB"/>
              <a:pPr/>
              <a:t>2</a:t>
            </a:fld>
            <a:endParaRPr lang="en-GB" dirty="0"/>
          </a:p>
        </p:txBody>
      </p:sp>
    </p:spTree>
    <p:custDataLst>
      <p:custData r:id="rId1"/>
      <p:custData r:id="rId2"/>
      <p:tags r:id="rId3"/>
    </p:custDataLst>
    <p:extLst>
      <p:ext uri="{BB962C8B-B14F-4D97-AF65-F5344CB8AC3E}">
        <p14:creationId xmlns:p14="http://schemas.microsoft.com/office/powerpoint/2010/main" val="40967806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6252-E632-DA56-61F9-AC93032F7A11}"/>
              </a:ext>
            </a:extLst>
          </p:cNvPr>
          <p:cNvSpPr>
            <a:spLocks noGrp="1"/>
          </p:cNvSpPr>
          <p:nvPr>
            <p:ph type="ctrTitle"/>
          </p:nvPr>
        </p:nvSpPr>
        <p:spPr/>
        <p:txBody>
          <a:bodyPr/>
          <a:lstStyle/>
          <a:p>
            <a:r>
              <a:rPr lang="en-DK" dirty="0"/>
              <a:t>Agenda</a:t>
            </a:r>
          </a:p>
        </p:txBody>
      </p:sp>
      <p:sp>
        <p:nvSpPr>
          <p:cNvPr id="3" name="Content Placeholder 2">
            <a:extLst>
              <a:ext uri="{FF2B5EF4-FFF2-40B4-BE49-F238E27FC236}">
                <a16:creationId xmlns:a16="http://schemas.microsoft.com/office/drawing/2014/main" id="{45C3CB33-39F3-4F23-39A4-E317DDBB79AC}"/>
              </a:ext>
            </a:extLst>
          </p:cNvPr>
          <p:cNvSpPr>
            <a:spLocks noGrp="1"/>
          </p:cNvSpPr>
          <p:nvPr>
            <p:ph sz="quarter" idx="13"/>
          </p:nvPr>
        </p:nvSpPr>
        <p:spPr>
          <a:xfrm>
            <a:off x="414697" y="1903013"/>
            <a:ext cx="3783592" cy="4502699"/>
          </a:xfrm>
        </p:spPr>
        <p:txBody>
          <a:bodyPr/>
          <a:lstStyle/>
          <a:p>
            <a:pPr marL="0" indent="0">
              <a:buNone/>
            </a:pPr>
            <a:r>
              <a:rPr lang="en-GB" sz="1100" dirty="0">
                <a:effectLst/>
                <a:latin typeface="Helvetica Neue" panose="02000503000000020004" pitchFamily="2" charset="0"/>
              </a:rPr>
              <a:t>I. Introduction to NoSQL databases</a:t>
            </a:r>
          </a:p>
          <a:p>
            <a:pPr marL="0" indent="0">
              <a:buNone/>
            </a:pPr>
            <a:r>
              <a:rPr lang="en-GB" sz="1100" dirty="0">
                <a:effectLst/>
                <a:latin typeface="Helvetica Neue" panose="02000503000000020004" pitchFamily="2" charset="0"/>
              </a:rPr>
              <a:t>A. What are NoSQL databases?</a:t>
            </a:r>
          </a:p>
          <a:p>
            <a:pPr marL="0" indent="0">
              <a:buNone/>
            </a:pPr>
            <a:r>
              <a:rPr lang="en-GB" sz="1100" dirty="0">
                <a:effectLst/>
                <a:latin typeface="Helvetica Neue" panose="02000503000000020004" pitchFamily="2" charset="0"/>
              </a:rPr>
              <a:t>B. Comparison with relational databases</a:t>
            </a:r>
          </a:p>
          <a:p>
            <a:pPr marL="0" indent="0">
              <a:buNone/>
            </a:pPr>
            <a:r>
              <a:rPr lang="en-GB" sz="1100" dirty="0">
                <a:effectLst/>
                <a:latin typeface="Helvetica Neue" panose="02000503000000020004" pitchFamily="2" charset="0"/>
              </a:rPr>
              <a:t>C. When to use NoSQL databases</a:t>
            </a:r>
          </a:p>
          <a:p>
            <a:pPr marL="0" indent="0">
              <a:buNone/>
            </a:pPr>
            <a:endParaRPr lang="en-GB" sz="1100" dirty="0">
              <a:effectLst/>
              <a:latin typeface="Helvetica Neue" panose="02000503000000020004" pitchFamily="2" charset="0"/>
            </a:endParaRPr>
          </a:p>
          <a:p>
            <a:pPr marL="0" indent="0">
              <a:buNone/>
            </a:pPr>
            <a:r>
              <a:rPr lang="en-GB" sz="1100" dirty="0">
                <a:effectLst/>
                <a:latin typeface="Helvetica Neue" panose="02000503000000020004" pitchFamily="2" charset="0"/>
              </a:rPr>
              <a:t>II. MongoDB Basics</a:t>
            </a:r>
          </a:p>
          <a:p>
            <a:pPr marL="0" indent="0">
              <a:buNone/>
            </a:pPr>
            <a:r>
              <a:rPr lang="en-GB" sz="1100" dirty="0">
                <a:effectLst/>
                <a:latin typeface="Helvetica Neue" panose="02000503000000020004" pitchFamily="2" charset="0"/>
              </a:rPr>
              <a:t>A. Introduction to MongoDB</a:t>
            </a:r>
          </a:p>
          <a:p>
            <a:pPr marL="0" indent="0">
              <a:buNone/>
            </a:pPr>
            <a:r>
              <a:rPr lang="en-GB" sz="1100" dirty="0">
                <a:effectLst/>
                <a:latin typeface="Helvetica Neue" panose="02000503000000020004" pitchFamily="2" charset="0"/>
              </a:rPr>
              <a:t>B. Collections and documents</a:t>
            </a:r>
          </a:p>
          <a:p>
            <a:pPr marL="0" indent="0">
              <a:buNone/>
            </a:pPr>
            <a:r>
              <a:rPr lang="en-GB" sz="1100" dirty="0">
                <a:effectLst/>
                <a:latin typeface="Helvetica Neue" panose="02000503000000020004" pitchFamily="2" charset="0"/>
              </a:rPr>
              <a:t>C. BSON data format</a:t>
            </a:r>
          </a:p>
          <a:p>
            <a:pPr marL="0" indent="0">
              <a:buNone/>
            </a:pPr>
            <a:r>
              <a:rPr lang="en-GB" sz="1100" dirty="0">
                <a:effectLst/>
                <a:latin typeface="Helvetica Neue" panose="02000503000000020004" pitchFamily="2" charset="0"/>
              </a:rPr>
              <a:t>D. Installing and configuring MongoDB</a:t>
            </a:r>
          </a:p>
          <a:p>
            <a:pPr marL="0" indent="0">
              <a:buNone/>
            </a:pPr>
            <a:endParaRPr lang="en-GB" sz="1100" dirty="0">
              <a:effectLst/>
              <a:latin typeface="Helvetica Neue" panose="02000503000000020004" pitchFamily="2" charset="0"/>
            </a:endParaRPr>
          </a:p>
          <a:p>
            <a:pPr marL="0" indent="0">
              <a:buNone/>
            </a:pPr>
            <a:r>
              <a:rPr lang="en-GB" sz="1100" dirty="0">
                <a:effectLst/>
                <a:latin typeface="Helvetica Neue" panose="02000503000000020004" pitchFamily="2" charset="0"/>
              </a:rPr>
              <a:t>III. Querying MongoDB</a:t>
            </a:r>
          </a:p>
          <a:p>
            <a:pPr marL="0" indent="0">
              <a:buNone/>
            </a:pPr>
            <a:r>
              <a:rPr lang="en-GB" sz="1100" dirty="0">
                <a:effectLst/>
                <a:latin typeface="Helvetica Neue" panose="02000503000000020004" pitchFamily="2" charset="0"/>
              </a:rPr>
              <a:t>A. Introduction to MongoDB Query Language (MQL)</a:t>
            </a:r>
          </a:p>
          <a:p>
            <a:pPr marL="0" indent="0">
              <a:buNone/>
            </a:pPr>
            <a:r>
              <a:rPr lang="en-GB" sz="1100" dirty="0">
                <a:effectLst/>
                <a:latin typeface="Helvetica Neue" panose="02000503000000020004" pitchFamily="2" charset="0"/>
              </a:rPr>
              <a:t>B. Filtering data with MQL</a:t>
            </a:r>
          </a:p>
          <a:p>
            <a:pPr marL="0" indent="0">
              <a:buNone/>
            </a:pPr>
            <a:r>
              <a:rPr lang="en-GB" sz="1100" dirty="0">
                <a:effectLst/>
                <a:latin typeface="Helvetica Neue" panose="02000503000000020004" pitchFamily="2" charset="0"/>
              </a:rPr>
              <a:t>C. Sorting data with MQL</a:t>
            </a:r>
          </a:p>
          <a:p>
            <a:pPr marL="0" indent="0">
              <a:buNone/>
            </a:pPr>
            <a:r>
              <a:rPr lang="en-GB" sz="1100" dirty="0">
                <a:effectLst/>
                <a:latin typeface="Helvetica Neue" panose="02000503000000020004" pitchFamily="2" charset="0"/>
              </a:rPr>
              <a:t>D. Grouping and aggregating data with MQL</a:t>
            </a:r>
          </a:p>
        </p:txBody>
      </p:sp>
      <p:sp>
        <p:nvSpPr>
          <p:cNvPr id="4" name="Date Placeholder 3">
            <a:extLst>
              <a:ext uri="{FF2B5EF4-FFF2-40B4-BE49-F238E27FC236}">
                <a16:creationId xmlns:a16="http://schemas.microsoft.com/office/drawing/2014/main" id="{51427F25-92F7-5773-B3BF-8DA005E8C7A4}"/>
              </a:ext>
            </a:extLst>
          </p:cNvPr>
          <p:cNvSpPr>
            <a:spLocks noGrp="1"/>
          </p:cNvSpPr>
          <p:nvPr>
            <p:ph type="dt" sz="half" idx="2"/>
          </p:nvPr>
        </p:nvSpPr>
        <p:spPr/>
        <p:txBody>
          <a:bodyPr/>
          <a:lstStyle/>
          <a:p>
            <a:fld id="{9758CFD2-EED9-094E-A03F-EA9F2E90BA47}" type="datetime1">
              <a:rPr lang="en-GB" smtClean="0"/>
              <a:t>18/09/2024</a:t>
            </a:fld>
            <a:endParaRPr lang="en-GB" dirty="0"/>
          </a:p>
        </p:txBody>
      </p:sp>
      <p:sp>
        <p:nvSpPr>
          <p:cNvPr id="5" name="Footer Placeholder 4">
            <a:extLst>
              <a:ext uri="{FF2B5EF4-FFF2-40B4-BE49-F238E27FC236}">
                <a16:creationId xmlns:a16="http://schemas.microsoft.com/office/drawing/2014/main" id="{5CE0CE83-EE4B-E6A8-9E39-6151E9B7A3D0}"/>
              </a:ext>
            </a:extLst>
          </p:cNvPr>
          <p:cNvSpPr>
            <a:spLocks noGrp="1"/>
          </p:cNvSpPr>
          <p:nvPr>
            <p:ph type="ftr" sz="quarter" idx="14"/>
          </p:nvPr>
        </p:nvSpPr>
        <p:spPr/>
        <p:txBody>
          <a:bodyPr/>
          <a:lstStyle/>
          <a:p>
            <a:endParaRPr lang="en-GB" dirty="0"/>
          </a:p>
        </p:txBody>
      </p:sp>
      <p:sp>
        <p:nvSpPr>
          <p:cNvPr id="6" name="Slide Number Placeholder 5">
            <a:extLst>
              <a:ext uri="{FF2B5EF4-FFF2-40B4-BE49-F238E27FC236}">
                <a16:creationId xmlns:a16="http://schemas.microsoft.com/office/drawing/2014/main" id="{30A348C8-720C-8945-C2AE-DE0866455033}"/>
              </a:ext>
            </a:extLst>
          </p:cNvPr>
          <p:cNvSpPr>
            <a:spLocks noGrp="1"/>
          </p:cNvSpPr>
          <p:nvPr>
            <p:ph type="sldNum" sz="quarter" idx="15"/>
          </p:nvPr>
        </p:nvSpPr>
        <p:spPr/>
        <p:txBody>
          <a:bodyPr/>
          <a:lstStyle/>
          <a:p>
            <a:fld id="{45D37B1E-C366-494F-A587-962AD9AABC83}" type="slidenum">
              <a:rPr lang="en-GB" smtClean="0"/>
              <a:pPr/>
              <a:t>3</a:t>
            </a:fld>
            <a:endParaRPr lang="en-GB" dirty="0"/>
          </a:p>
        </p:txBody>
      </p:sp>
      <p:sp>
        <p:nvSpPr>
          <p:cNvPr id="7" name="Content Placeholder 2">
            <a:extLst>
              <a:ext uri="{FF2B5EF4-FFF2-40B4-BE49-F238E27FC236}">
                <a16:creationId xmlns:a16="http://schemas.microsoft.com/office/drawing/2014/main" id="{E8BFD9F5-3BBF-C9F3-F239-DCAE41310920}"/>
              </a:ext>
            </a:extLst>
          </p:cNvPr>
          <p:cNvSpPr txBox="1">
            <a:spLocks/>
          </p:cNvSpPr>
          <p:nvPr/>
        </p:nvSpPr>
        <p:spPr>
          <a:xfrm>
            <a:off x="4252224" y="1903013"/>
            <a:ext cx="3783592" cy="4502699"/>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pPr marL="0" indent="0">
              <a:buFont typeface="Wingdings" panose="05000000000000000000" pitchFamily="2" charset="2"/>
              <a:buNone/>
            </a:pPr>
            <a:r>
              <a:rPr lang="en-GB" sz="1100" dirty="0">
                <a:latin typeface="Helvetica Neue" panose="02000503000000020004" pitchFamily="2" charset="0"/>
              </a:rPr>
              <a:t>IV. Indexing</a:t>
            </a:r>
          </a:p>
          <a:p>
            <a:pPr marL="0" indent="0">
              <a:buFont typeface="Wingdings" panose="05000000000000000000" pitchFamily="2" charset="2"/>
              <a:buNone/>
            </a:pPr>
            <a:r>
              <a:rPr lang="en-GB" sz="1100" dirty="0">
                <a:latin typeface="Helvetica Neue" panose="02000503000000020004" pitchFamily="2" charset="0"/>
              </a:rPr>
              <a:t>A. Introduction to indexing</a:t>
            </a:r>
          </a:p>
          <a:p>
            <a:pPr marL="0" indent="0">
              <a:buFont typeface="Wingdings" panose="05000000000000000000" pitchFamily="2" charset="2"/>
              <a:buNone/>
            </a:pPr>
            <a:r>
              <a:rPr lang="en-GB" sz="1100" dirty="0">
                <a:latin typeface="Helvetica Neue" panose="02000503000000020004" pitchFamily="2" charset="0"/>
              </a:rPr>
              <a:t>B. Index types in MongoDB</a:t>
            </a:r>
          </a:p>
          <a:p>
            <a:pPr marL="0" indent="0">
              <a:buFont typeface="Wingdings" panose="05000000000000000000" pitchFamily="2" charset="2"/>
              <a:buNone/>
            </a:pPr>
            <a:r>
              <a:rPr lang="en-GB" sz="1100" dirty="0">
                <a:latin typeface="Helvetica Neue" panose="02000503000000020004" pitchFamily="2" charset="0"/>
              </a:rPr>
              <a:t>C. Creating and managing indexes</a:t>
            </a:r>
          </a:p>
          <a:p>
            <a:pPr marL="0" indent="0">
              <a:buFont typeface="Wingdings" panose="05000000000000000000" pitchFamily="2" charset="2"/>
              <a:buNone/>
            </a:pPr>
            <a:endParaRPr lang="en-GB" sz="1100" dirty="0">
              <a:latin typeface="Helvetica Neue" panose="02000503000000020004" pitchFamily="2" charset="0"/>
            </a:endParaRPr>
          </a:p>
          <a:p>
            <a:pPr marL="0" indent="0">
              <a:buFont typeface="Wingdings" panose="05000000000000000000" pitchFamily="2" charset="2"/>
              <a:buNone/>
            </a:pPr>
            <a:r>
              <a:rPr lang="en-GB" sz="1100" dirty="0">
                <a:latin typeface="Helvetica Neue" panose="02000503000000020004" pitchFamily="2" charset="0"/>
              </a:rPr>
              <a:t>V. Data </a:t>
            </a:r>
            <a:r>
              <a:rPr lang="en-GB" sz="1100" dirty="0" err="1">
                <a:latin typeface="Helvetica Neue" panose="02000503000000020004" pitchFamily="2" charset="0"/>
              </a:rPr>
              <a:t>Modeling</a:t>
            </a:r>
            <a:r>
              <a:rPr lang="en-GB" sz="1100" dirty="0">
                <a:latin typeface="Helvetica Neue" panose="02000503000000020004" pitchFamily="2" charset="0"/>
              </a:rPr>
              <a:t> in MongoDB</a:t>
            </a:r>
          </a:p>
          <a:p>
            <a:pPr marL="0" indent="0">
              <a:buFont typeface="Wingdings" panose="05000000000000000000" pitchFamily="2" charset="2"/>
              <a:buNone/>
            </a:pPr>
            <a:r>
              <a:rPr lang="en-GB" sz="1100" dirty="0">
                <a:latin typeface="Helvetica Neue" panose="02000503000000020004" pitchFamily="2" charset="0"/>
              </a:rPr>
              <a:t>A. Best practices for data </a:t>
            </a:r>
            <a:r>
              <a:rPr lang="en-GB" sz="1100" dirty="0" err="1">
                <a:latin typeface="Helvetica Neue" panose="02000503000000020004" pitchFamily="2" charset="0"/>
              </a:rPr>
              <a:t>modeling</a:t>
            </a:r>
            <a:endParaRPr lang="en-GB" sz="1100" dirty="0">
              <a:latin typeface="Helvetica Neue" panose="02000503000000020004" pitchFamily="2" charset="0"/>
            </a:endParaRPr>
          </a:p>
          <a:p>
            <a:pPr marL="0" indent="0">
              <a:buFont typeface="Wingdings" panose="05000000000000000000" pitchFamily="2" charset="2"/>
              <a:buNone/>
            </a:pPr>
            <a:r>
              <a:rPr lang="en-GB" sz="1100" dirty="0">
                <a:latin typeface="Helvetica Neue" panose="02000503000000020004" pitchFamily="2" charset="0"/>
              </a:rPr>
              <a:t>B. Schema design</a:t>
            </a:r>
          </a:p>
          <a:p>
            <a:pPr marL="0" indent="0">
              <a:buFont typeface="Wingdings" panose="05000000000000000000" pitchFamily="2" charset="2"/>
              <a:buNone/>
            </a:pPr>
            <a:r>
              <a:rPr lang="en-GB" sz="1100" dirty="0">
                <a:latin typeface="Helvetica Neue" panose="02000503000000020004" pitchFamily="2" charset="0"/>
              </a:rPr>
              <a:t>C. Data normalization and denormalization</a:t>
            </a:r>
          </a:p>
          <a:p>
            <a:pPr marL="0" indent="0">
              <a:buFont typeface="Wingdings" panose="05000000000000000000" pitchFamily="2" charset="2"/>
              <a:buNone/>
            </a:pPr>
            <a:endParaRPr lang="en-GB" sz="1100" dirty="0">
              <a:latin typeface="Helvetica Neue" panose="02000503000000020004" pitchFamily="2" charset="0"/>
            </a:endParaRPr>
          </a:p>
        </p:txBody>
      </p:sp>
      <p:sp>
        <p:nvSpPr>
          <p:cNvPr id="8" name="Content Placeholder 2">
            <a:extLst>
              <a:ext uri="{FF2B5EF4-FFF2-40B4-BE49-F238E27FC236}">
                <a16:creationId xmlns:a16="http://schemas.microsoft.com/office/drawing/2014/main" id="{A2AB3B5B-4F12-B08F-B80A-7DA6AEFDEA02}"/>
              </a:ext>
            </a:extLst>
          </p:cNvPr>
          <p:cNvSpPr txBox="1">
            <a:spLocks/>
          </p:cNvSpPr>
          <p:nvPr/>
        </p:nvSpPr>
        <p:spPr>
          <a:xfrm>
            <a:off x="7808182" y="1903013"/>
            <a:ext cx="4224188" cy="4502699"/>
          </a:xfrm>
          <a:prstGeom prst="rect">
            <a:avLst/>
          </a:prstGeom>
        </p:spPr>
        <p:txBody>
          <a:bodyPr vert="horz" lIns="0" tIns="0" rIns="0" bIns="0" rtlCol="0">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pPr marL="0" indent="0">
              <a:buFont typeface="Wingdings" panose="05000000000000000000" pitchFamily="2" charset="2"/>
              <a:buNone/>
            </a:pPr>
            <a:r>
              <a:rPr lang="en-GB" sz="1100" dirty="0">
                <a:latin typeface="Helvetica Neue" panose="02000503000000020004" pitchFamily="2" charset="0"/>
              </a:rPr>
              <a:t>VII. Security</a:t>
            </a:r>
          </a:p>
          <a:p>
            <a:pPr marL="0" indent="0">
              <a:buFont typeface="Wingdings" panose="05000000000000000000" pitchFamily="2" charset="2"/>
              <a:buNone/>
            </a:pPr>
            <a:r>
              <a:rPr lang="en-GB" sz="1100" dirty="0">
                <a:latin typeface="Helvetica Neue" panose="02000503000000020004" pitchFamily="2" charset="0"/>
              </a:rPr>
              <a:t>A. MongoDB security features</a:t>
            </a:r>
          </a:p>
          <a:p>
            <a:pPr marL="0" indent="0">
              <a:buFont typeface="Wingdings" panose="05000000000000000000" pitchFamily="2" charset="2"/>
              <a:buNone/>
            </a:pPr>
            <a:r>
              <a:rPr lang="en-GB" sz="1100" dirty="0">
                <a:latin typeface="Helvetica Neue" panose="02000503000000020004" pitchFamily="2" charset="0"/>
              </a:rPr>
              <a:t>B. Authentication and authorization</a:t>
            </a:r>
          </a:p>
          <a:p>
            <a:pPr marL="0" indent="0">
              <a:buFont typeface="Wingdings" panose="05000000000000000000" pitchFamily="2" charset="2"/>
              <a:buNone/>
            </a:pPr>
            <a:r>
              <a:rPr lang="en-GB" sz="1100" dirty="0">
                <a:latin typeface="Helvetica Neue" panose="02000503000000020004" pitchFamily="2" charset="0"/>
              </a:rPr>
              <a:t>C. Encryption</a:t>
            </a:r>
          </a:p>
          <a:p>
            <a:pPr marL="0" indent="0">
              <a:buFont typeface="Wingdings" panose="05000000000000000000" pitchFamily="2" charset="2"/>
              <a:buNone/>
            </a:pPr>
            <a:endParaRPr lang="en-GB" sz="1100" dirty="0">
              <a:latin typeface="Helvetica Neue" panose="02000503000000020004" pitchFamily="2" charset="0"/>
            </a:endParaRPr>
          </a:p>
          <a:p>
            <a:pPr marL="0" indent="0">
              <a:buFont typeface="Wingdings" panose="05000000000000000000" pitchFamily="2" charset="2"/>
              <a:buNone/>
            </a:pPr>
            <a:r>
              <a:rPr lang="en-GB" sz="1100" dirty="0">
                <a:latin typeface="Helvetica Neue" panose="02000503000000020004" pitchFamily="2" charset="0"/>
              </a:rPr>
              <a:t>VIII. MongoDB and Node.js</a:t>
            </a:r>
          </a:p>
          <a:p>
            <a:pPr marL="0" indent="0">
              <a:buFont typeface="Wingdings" panose="05000000000000000000" pitchFamily="2" charset="2"/>
              <a:buNone/>
            </a:pPr>
            <a:r>
              <a:rPr lang="en-GB" sz="1100" dirty="0">
                <a:latin typeface="Helvetica Neue" panose="02000503000000020004" pitchFamily="2" charset="0"/>
              </a:rPr>
              <a:t>A. Connecting to a MongoDB database using Node.js</a:t>
            </a:r>
          </a:p>
          <a:p>
            <a:pPr marL="0" indent="0">
              <a:buFont typeface="Wingdings" panose="05000000000000000000" pitchFamily="2" charset="2"/>
              <a:buNone/>
            </a:pPr>
            <a:r>
              <a:rPr lang="en-GB" sz="1100" dirty="0">
                <a:latin typeface="Helvetica Neue" panose="02000503000000020004" pitchFamily="2" charset="0"/>
              </a:rPr>
              <a:t>B. CRUD operations using Node.js and MongoDB</a:t>
            </a:r>
          </a:p>
          <a:p>
            <a:pPr marL="0" indent="0">
              <a:buFont typeface="Wingdings" panose="05000000000000000000" pitchFamily="2" charset="2"/>
              <a:buNone/>
            </a:pPr>
            <a:r>
              <a:rPr lang="en-GB" sz="1100" dirty="0">
                <a:latin typeface="Helvetica Neue" panose="02000503000000020004" pitchFamily="2" charset="0"/>
              </a:rPr>
              <a:t>C. Handling errors and exceptions</a:t>
            </a:r>
          </a:p>
          <a:p>
            <a:pPr marL="0" indent="0">
              <a:buFont typeface="Wingdings" panose="05000000000000000000" pitchFamily="2" charset="2"/>
              <a:buNone/>
            </a:pPr>
            <a:r>
              <a:rPr lang="en-GB" sz="1100" dirty="0">
                <a:latin typeface="Helvetica Neue" panose="02000503000000020004" pitchFamily="2" charset="0"/>
              </a:rPr>
              <a:t>D. Injection attacks in Node.js and MongoDB</a:t>
            </a:r>
          </a:p>
          <a:p>
            <a:pPr marL="0" indent="0">
              <a:buFont typeface="Wingdings" panose="05000000000000000000" pitchFamily="2" charset="2"/>
              <a:buNone/>
            </a:pPr>
            <a:r>
              <a:rPr lang="en-GB" sz="1100" dirty="0">
                <a:latin typeface="Helvetica Neue" panose="02000503000000020004" pitchFamily="2" charset="0"/>
              </a:rPr>
              <a:t>E. Cross-site scripting (XSS) in Node.js and MongoDB</a:t>
            </a:r>
          </a:p>
          <a:p>
            <a:pPr marL="0" indent="0">
              <a:buFont typeface="Wingdings" panose="05000000000000000000" pitchFamily="2" charset="2"/>
              <a:buNone/>
            </a:pPr>
            <a:endParaRPr lang="en-GB" sz="1100" dirty="0">
              <a:latin typeface="Helvetica Neue" panose="02000503000000020004" pitchFamily="2" charset="0"/>
            </a:endParaRPr>
          </a:p>
          <a:p>
            <a:pPr marL="0" indent="0">
              <a:buFont typeface="Wingdings" panose="05000000000000000000" pitchFamily="2" charset="2"/>
              <a:buNone/>
            </a:pPr>
            <a:r>
              <a:rPr lang="en-GB" sz="1100" dirty="0">
                <a:latin typeface="Helvetica Neue" panose="02000503000000020004" pitchFamily="2" charset="0"/>
              </a:rPr>
              <a:t>IX. Conclusion</a:t>
            </a:r>
          </a:p>
          <a:p>
            <a:pPr marL="0" indent="0">
              <a:buFont typeface="Wingdings" panose="05000000000000000000" pitchFamily="2" charset="2"/>
              <a:buNone/>
            </a:pPr>
            <a:r>
              <a:rPr lang="en-GB" sz="1100" dirty="0">
                <a:latin typeface="Helvetica Neue" panose="02000503000000020004" pitchFamily="2" charset="0"/>
              </a:rPr>
              <a:t>A. Recap of key concepts</a:t>
            </a:r>
          </a:p>
        </p:txBody>
      </p:sp>
    </p:spTree>
    <p:extLst>
      <p:ext uri="{BB962C8B-B14F-4D97-AF65-F5344CB8AC3E}">
        <p14:creationId xmlns:p14="http://schemas.microsoft.com/office/powerpoint/2010/main" val="14474101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PlaceHolder 1"/>
          <p:cNvSpPr>
            <a:spLocks noGrp="1"/>
          </p:cNvSpPr>
          <p:nvPr>
            <p:ph type="title"/>
          </p:nvPr>
        </p:nvSpPr>
        <p:spPr>
          <a:xfrm>
            <a:off x="414720" y="999000"/>
            <a:ext cx="10952280" cy="700560"/>
          </a:xfrm>
          <a:prstGeom prst="rect">
            <a:avLst/>
          </a:prstGeom>
          <a:noFill/>
          <a:ln w="0">
            <a:noFill/>
          </a:ln>
        </p:spPr>
        <p:txBody>
          <a:bodyPr lIns="0" tIns="0" rIns="0" bIns="0" anchor="t">
            <a:noAutofit/>
          </a:bodyPr>
          <a:lstStyle/>
          <a:p>
            <a:pPr indent="0">
              <a:lnSpc>
                <a:spcPct val="100000"/>
              </a:lnSpc>
              <a:buNone/>
              <a:tabLst>
                <a:tab pos="1438200" algn="l"/>
              </a:tabLst>
            </a:pPr>
            <a:r>
              <a:rPr lang="en-DK" sz="3600" b="1" strike="noStrike" spc="-1">
                <a:solidFill>
                  <a:srgbClr val="000000"/>
                </a:solidFill>
                <a:latin typeface="Arial"/>
              </a:rPr>
              <a:t>Goal of todays lecture</a:t>
            </a:r>
            <a:endParaRPr lang="en-US" sz="3600" b="0" strike="noStrike" spc="-1">
              <a:solidFill>
                <a:srgbClr val="000000"/>
              </a:solidFill>
              <a:latin typeface="Arial"/>
            </a:endParaRPr>
          </a:p>
        </p:txBody>
      </p:sp>
      <p:sp>
        <p:nvSpPr>
          <p:cNvPr id="167" name="PlaceHolder 2"/>
          <p:cNvSpPr>
            <a:spLocks noGrp="1"/>
          </p:cNvSpPr>
          <p:nvPr>
            <p:ph/>
          </p:nvPr>
        </p:nvSpPr>
        <p:spPr>
          <a:xfrm>
            <a:off x="414720" y="1989000"/>
            <a:ext cx="9778680" cy="4151160"/>
          </a:xfrm>
          <a:prstGeom prst="rect">
            <a:avLst/>
          </a:prstGeom>
          <a:noFill/>
          <a:ln w="0">
            <a:noFill/>
          </a:ln>
        </p:spPr>
        <p:txBody>
          <a:bodyPr lIns="0" tIns="0" rIns="0" bIns="0" anchor="t">
            <a:noAutofit/>
          </a:bodyPr>
          <a:lstStyle/>
          <a:p>
            <a:pPr indent="0">
              <a:lnSpc>
                <a:spcPct val="110000"/>
              </a:lnSpc>
              <a:buNone/>
              <a:tabLst>
                <a:tab pos="0" algn="l"/>
              </a:tabLst>
            </a:pPr>
            <a:r>
              <a:rPr lang="en-GB" sz="1600" b="0" strike="noStrike" spc="-1">
                <a:solidFill>
                  <a:srgbClr val="000000"/>
                </a:solidFill>
                <a:latin typeface="Helvetica Neue"/>
              </a:rPr>
              <a:t>After this lecture you should be able to understand what a NoSQL database is, how it is different from a relational database, and when each of them are appropriate.</a:t>
            </a:r>
            <a:endParaRPr lang="en-US" sz="1600" b="0" strike="noStrike" spc="-1">
              <a:solidFill>
                <a:srgbClr val="000000"/>
              </a:solidFill>
              <a:latin typeface="Arial"/>
            </a:endParaRPr>
          </a:p>
        </p:txBody>
      </p:sp>
      <p:sp>
        <p:nvSpPr>
          <p:cNvPr id="168" name="PlaceHolder 3"/>
          <p:cNvSpPr>
            <a:spLocks noGrp="1"/>
          </p:cNvSpPr>
          <p:nvPr>
            <p:ph type="ftr" idx="12"/>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5" name="PlaceHolder 4"/>
          <p:cNvSpPr>
            <a:spLocks noGrp="1"/>
          </p:cNvSpPr>
          <p:nvPr>
            <p:ph type="sldNum" idx="4"/>
          </p:nvPr>
        </p:nvSpPr>
        <p:spPr/>
        <p:txBody>
          <a:bodyPr/>
          <a:lstStyle/>
          <a:p>
            <a:fld id="{81B9F44B-113C-47C8-86FE-30A8E586A108}" type="slidenum">
              <a:t>4</a:t>
            </a:fld>
            <a:endParaRPr/>
          </a:p>
        </p:txBody>
      </p:sp>
      <p:sp>
        <p:nvSpPr>
          <p:cNvPr id="6" name="PlaceHolder 5"/>
          <p:cNvSpPr>
            <a:spLocks noGrp="1"/>
          </p:cNvSpPr>
          <p:nvPr>
            <p:ph type="dt" idx="2"/>
          </p:nvPr>
        </p:nvSpPr>
        <p:spPr/>
        <p:txBody>
          <a:bodyPr/>
          <a:lstStyle/>
          <a:p>
            <a:fld id="{4C3C6748-F30B-47F2-92B4-30FF32E873D3}" type="datetime1">
              <a:rPr lang="da-DK"/>
              <a:t>18.09.2024</a:t>
            </a:fld>
            <a:endParaRPr lang="da-DK"/>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PlaceHolder 1"/>
          <p:cNvSpPr>
            <a:spLocks noGrp="1"/>
          </p:cNvSpPr>
          <p:nvPr>
            <p:ph type="title"/>
          </p:nvPr>
        </p:nvSpPr>
        <p:spPr>
          <a:xfrm>
            <a:off x="349560" y="1760400"/>
            <a:ext cx="10068480" cy="4070160"/>
          </a:xfrm>
          <a:prstGeom prst="rect">
            <a:avLst/>
          </a:prstGeom>
          <a:noFill/>
          <a:ln w="0">
            <a:noFill/>
          </a:ln>
        </p:spPr>
        <p:txBody>
          <a:bodyPr lIns="0" tIns="0" rIns="0" bIns="0" anchor="t">
            <a:noAutofit/>
          </a:bodyPr>
          <a:lstStyle/>
          <a:p>
            <a:pPr indent="0">
              <a:buNone/>
              <a:tabLst>
                <a:tab pos="1438200" algn="l"/>
              </a:tabLst>
            </a:pPr>
            <a:endParaRPr lang="en-US" sz="9400" b="1" strike="noStrike" spc="-1">
              <a:solidFill>
                <a:srgbClr val="000000"/>
              </a:solidFill>
              <a:latin typeface="Arial"/>
            </a:endParaRPr>
          </a:p>
        </p:txBody>
      </p:sp>
      <p:sp>
        <p:nvSpPr>
          <p:cNvPr id="170" name="Rektangel 3"/>
          <p:cNvSpPr/>
          <p:nvPr/>
        </p:nvSpPr>
        <p:spPr>
          <a:xfrm>
            <a:off x="0" y="0"/>
            <a:ext cx="12191760" cy="6857640"/>
          </a:xfrm>
          <a:prstGeom prst="rect">
            <a:avLst/>
          </a:prstGeom>
          <a:solidFill>
            <a:schemeClr val="accent1"/>
          </a:solidFill>
          <a:ln>
            <a:solidFill>
              <a:srgbClr val="AEB862"/>
            </a:solidFill>
          </a:ln>
        </p:spPr>
        <p:style>
          <a:lnRef idx="2">
            <a:schemeClr val="accent1">
              <a:shade val="50000"/>
            </a:schemeClr>
          </a:lnRef>
          <a:fillRef idx="1">
            <a:schemeClr val="accent1"/>
          </a:fillRef>
          <a:effectRef idx="0">
            <a:schemeClr val="accent1"/>
          </a:effectRef>
          <a:fontRef idx="minor"/>
        </p:style>
        <p:txBody>
          <a:bodyPr lIns="72000" tIns="72000" rIns="72000" bIns="72000" anchor="ctr">
            <a:noAutofit/>
          </a:bodyPr>
          <a:lstStyle/>
          <a:p>
            <a:pPr algn="ctr">
              <a:lnSpc>
                <a:spcPct val="100000"/>
              </a:lnSpc>
            </a:pPr>
            <a:r>
              <a:rPr lang="da-DK" sz="2800" b="1" strike="noStrike" spc="-1">
                <a:solidFill>
                  <a:schemeClr val="lt1"/>
                </a:solidFill>
                <a:latin typeface="Arial"/>
              </a:rPr>
              <a:t>NoSQL Databases</a:t>
            </a:r>
            <a:endParaRPr lang="da-DK" sz="2800" b="0" strike="noStrike" spc="-1">
              <a:solidFill>
                <a:srgbClr val="000000"/>
              </a:solidFill>
              <a:latin typeface="Arial"/>
            </a:endParaRPr>
          </a:p>
        </p:txBody>
      </p:sp>
      <p:sp>
        <p:nvSpPr>
          <p:cNvPr id="3" name="PlaceHolder 2"/>
          <p:cNvSpPr>
            <a:spLocks noGrp="1"/>
          </p:cNvSpPr>
          <p:nvPr>
            <p:ph type="dt" idx="5"/>
          </p:nvPr>
        </p:nvSpPr>
        <p:spPr>
          <a:xfrm>
            <a:off x="0" y="6912000"/>
            <a:ext cx="0" cy="0"/>
          </a:xfrm>
          <a:prstGeom prst="rect">
            <a:avLst/>
          </a:prstGeom>
          <a:noFill/>
          <a:ln w="0">
            <a:noFill/>
          </a:ln>
        </p:spPr>
        <p:txBody>
          <a:bodyPr tIns="0" bIns="0" anchor="ctr">
            <a:noAutofit/>
          </a:bodyPr>
          <a:lstStyle>
            <a:defPPr>
              <a:defRPr lang="en-DK"/>
            </a:defPPr>
            <a:lvl1pPr marL="0" indent="0" algn="l" defTabSz="914400" rtl="0" eaLnBrk="1" latinLnBrk="0" hangingPunct="1">
              <a:lnSpc>
                <a:spcPct val="100000"/>
              </a:lnSpc>
              <a:buNone/>
              <a:defRPr lang="en-GB" sz="100" b="0" strike="noStrike" kern="1200" spc="-1">
                <a:solidFill>
                  <a:srgbClr val="FFFFFF">
                    <a:alpha val="1000"/>
                  </a:srgbClr>
                </a:solidFill>
                <a:latin typeface="Arial"/>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da-DK"/>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PlaceHolder 1"/>
          <p:cNvSpPr>
            <a:spLocks noGrp="1"/>
          </p:cNvSpPr>
          <p:nvPr>
            <p:ph type="title"/>
          </p:nvPr>
        </p:nvSpPr>
        <p:spPr>
          <a:xfrm>
            <a:off x="414720" y="999000"/>
            <a:ext cx="10952280" cy="70056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a:solidFill>
                  <a:srgbClr val="000000"/>
                </a:solidFill>
                <a:latin typeface="Arial"/>
              </a:rPr>
              <a:t>Introduction to NoSQL Databases</a:t>
            </a:r>
            <a:endParaRPr lang="en-US" sz="3600" b="0" strike="noStrike" spc="-1">
              <a:solidFill>
                <a:srgbClr val="000000"/>
              </a:solidFill>
              <a:latin typeface="Arial"/>
            </a:endParaRPr>
          </a:p>
        </p:txBody>
      </p:sp>
      <p:sp>
        <p:nvSpPr>
          <p:cNvPr id="172" name="PlaceHolder 2"/>
          <p:cNvSpPr>
            <a:spLocks noGrp="1"/>
          </p:cNvSpPr>
          <p:nvPr>
            <p:ph/>
          </p:nvPr>
        </p:nvSpPr>
        <p:spPr>
          <a:xfrm>
            <a:off x="414720" y="1989000"/>
            <a:ext cx="9778680" cy="4151160"/>
          </a:xfrm>
          <a:prstGeom prst="rect">
            <a:avLst/>
          </a:prstGeom>
          <a:noFill/>
          <a:ln w="0">
            <a:noFill/>
          </a:ln>
        </p:spPr>
        <p:txBody>
          <a:bodyPr lIns="0" tIns="0" rIns="0" bIns="0" anchor="t">
            <a:noAutofit/>
          </a:bodyPr>
          <a:lstStyle/>
          <a:p>
            <a:pPr marL="252000" indent="-252000">
              <a:lnSpc>
                <a:spcPct val="110000"/>
              </a:lnSpc>
              <a:buClr>
                <a:srgbClr val="000000"/>
              </a:buClr>
              <a:buFont typeface="Wingdings" charset="2"/>
              <a:buChar char=""/>
            </a:pPr>
            <a:r>
              <a:rPr lang="en-GB" sz="1600" b="0" strike="noStrike" spc="-1">
                <a:solidFill>
                  <a:srgbClr val="000000"/>
                </a:solidFill>
                <a:latin typeface="Helvetica Neue"/>
              </a:rPr>
              <a:t>NoSQL databases are non-relational databases that do not use the traditional tabular schema of relational databases</a:t>
            </a:r>
            <a:endParaRPr lang="en-US" sz="1600" b="0" strike="noStrike" spc="-1">
              <a:solidFill>
                <a:srgbClr val="000000"/>
              </a:solidFill>
              <a:latin typeface="Arial"/>
            </a:endParaRPr>
          </a:p>
          <a:p>
            <a:pPr marL="252000" indent="-252000">
              <a:lnSpc>
                <a:spcPct val="110000"/>
              </a:lnSpc>
              <a:buClr>
                <a:srgbClr val="000000"/>
              </a:buClr>
              <a:buFont typeface="Wingdings" charset="2"/>
              <a:buChar char=""/>
            </a:pPr>
            <a:r>
              <a:rPr lang="en-GB" sz="1600" b="0" strike="noStrike" spc="-1">
                <a:solidFill>
                  <a:srgbClr val="000000"/>
                </a:solidFill>
                <a:latin typeface="Helvetica Neue"/>
              </a:rPr>
              <a:t>They are different from relational databases in terms of data models, scaling, and query languages</a:t>
            </a:r>
            <a:endParaRPr lang="en-US" sz="1600" b="0" strike="noStrike" spc="-1">
              <a:solidFill>
                <a:srgbClr val="000000"/>
              </a:solidFill>
              <a:latin typeface="Arial"/>
            </a:endParaRPr>
          </a:p>
          <a:p>
            <a:pPr marL="252000" indent="-252000">
              <a:lnSpc>
                <a:spcPct val="110000"/>
              </a:lnSpc>
              <a:buClr>
                <a:srgbClr val="000000"/>
              </a:buClr>
              <a:buFont typeface="Wingdings" charset="2"/>
              <a:buChar char=""/>
            </a:pPr>
            <a:r>
              <a:rPr lang="en-GB" sz="1600" b="0" strike="noStrike" spc="-1">
                <a:solidFill>
                  <a:srgbClr val="000000"/>
                </a:solidFill>
                <a:latin typeface="Helvetica Neue"/>
              </a:rPr>
              <a:t>Advantages of using NoSQL databases include flexibility, scalability, and performance, while disadvantages include complexity and lack of standards</a:t>
            </a:r>
            <a:endParaRPr lang="en-US" sz="1600" b="0" strike="noStrike" spc="-1">
              <a:solidFill>
                <a:srgbClr val="000000"/>
              </a:solidFill>
              <a:latin typeface="Arial"/>
            </a:endParaRPr>
          </a:p>
          <a:p>
            <a:pPr marL="252000" indent="-252000">
              <a:lnSpc>
                <a:spcPct val="110000"/>
              </a:lnSpc>
              <a:buClr>
                <a:srgbClr val="000000"/>
              </a:buClr>
              <a:buFont typeface="Wingdings" charset="2"/>
              <a:buChar char=""/>
            </a:pPr>
            <a:r>
              <a:rPr lang="en-GB" sz="1600" b="0" strike="noStrike" spc="-1">
                <a:solidFill>
                  <a:srgbClr val="000000"/>
                </a:solidFill>
                <a:latin typeface="Helvetica Neue"/>
              </a:rPr>
              <a:t>MongoDB is a popular open-source NoSQL database that uses a document-oriented data model</a:t>
            </a:r>
            <a:endParaRPr lang="en-US" sz="1600" b="0" strike="noStrike" spc="-1">
              <a:solidFill>
                <a:srgbClr val="000000"/>
              </a:solidFill>
              <a:latin typeface="Arial"/>
            </a:endParaRPr>
          </a:p>
        </p:txBody>
      </p:sp>
      <p:sp>
        <p:nvSpPr>
          <p:cNvPr id="173" name="PlaceHolder 3"/>
          <p:cNvSpPr>
            <a:spLocks noGrp="1"/>
          </p:cNvSpPr>
          <p:nvPr>
            <p:ph type="ftr" idx="13"/>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5" name="PlaceHolder 4"/>
          <p:cNvSpPr>
            <a:spLocks noGrp="1"/>
          </p:cNvSpPr>
          <p:nvPr>
            <p:ph type="sldNum" idx="4"/>
          </p:nvPr>
        </p:nvSpPr>
        <p:spPr/>
        <p:txBody>
          <a:bodyPr/>
          <a:lstStyle/>
          <a:p>
            <a:fld id="{396715C3-9D82-44D6-B4C8-30E02E4330F8}" type="slidenum">
              <a:t>6</a:t>
            </a:fld>
            <a:endParaRPr/>
          </a:p>
        </p:txBody>
      </p:sp>
      <p:sp>
        <p:nvSpPr>
          <p:cNvPr id="6" name="PlaceHolder 5"/>
          <p:cNvSpPr>
            <a:spLocks noGrp="1"/>
          </p:cNvSpPr>
          <p:nvPr>
            <p:ph type="dt" idx="2"/>
          </p:nvPr>
        </p:nvSpPr>
        <p:spPr/>
        <p:txBody>
          <a:bodyPr/>
          <a:lstStyle/>
          <a:p>
            <a:fld id="{F8FEC151-6D3B-4FC2-82D2-9E382674394E}" type="datetime1">
              <a:rPr lang="da-DK"/>
              <a:t>18.09.2024</a:t>
            </a:fld>
            <a:endParaRPr lang="da-DK"/>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PlaceHolder 1"/>
          <p:cNvSpPr>
            <a:spLocks noGrp="1"/>
          </p:cNvSpPr>
          <p:nvPr>
            <p:ph type="title"/>
          </p:nvPr>
        </p:nvSpPr>
        <p:spPr>
          <a:xfrm>
            <a:off x="414720" y="999000"/>
            <a:ext cx="10952280" cy="70056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a:solidFill>
                  <a:srgbClr val="000000"/>
                </a:solidFill>
                <a:latin typeface="Arial"/>
              </a:rPr>
              <a:t>Overview of NoSQL Database Types</a:t>
            </a:r>
            <a:endParaRPr lang="en-US" sz="3600" b="0" strike="noStrike" spc="-1">
              <a:solidFill>
                <a:srgbClr val="000000"/>
              </a:solidFill>
              <a:latin typeface="Arial"/>
            </a:endParaRPr>
          </a:p>
        </p:txBody>
      </p:sp>
      <p:sp>
        <p:nvSpPr>
          <p:cNvPr id="175" name="PlaceHolder 2"/>
          <p:cNvSpPr>
            <a:spLocks noGrp="1"/>
          </p:cNvSpPr>
          <p:nvPr>
            <p:ph/>
          </p:nvPr>
        </p:nvSpPr>
        <p:spPr>
          <a:xfrm>
            <a:off x="414720" y="1796053"/>
            <a:ext cx="9778680" cy="4151160"/>
          </a:xfrm>
          <a:prstGeom prst="rect">
            <a:avLst/>
          </a:prstGeom>
          <a:noFill/>
          <a:ln w="0">
            <a:noFill/>
          </a:ln>
        </p:spPr>
        <p:txBody>
          <a:bodyPr lIns="0" tIns="0" rIns="0" bIns="0" anchor="t">
            <a:noAutofit/>
          </a:bodyPr>
          <a:lstStyle/>
          <a:p>
            <a:pPr marL="252000" indent="-252000">
              <a:lnSpc>
                <a:spcPct val="110000"/>
              </a:lnSpc>
              <a:buClr>
                <a:srgbClr val="000000"/>
              </a:buClr>
              <a:buFont typeface="Wingdings" charset="2"/>
              <a:buChar char=""/>
            </a:pPr>
            <a:r>
              <a:rPr lang="en-GB" sz="1600" b="0" strike="noStrike" spc="-1" dirty="0">
                <a:solidFill>
                  <a:srgbClr val="000000"/>
                </a:solidFill>
                <a:latin typeface="Helvetica Neue"/>
              </a:rPr>
              <a:t>NoSQL databases are non-relational databases that use different data models than traditional relational databases</a:t>
            </a:r>
            <a:endParaRPr lang="en-US" sz="1600" b="0" strike="noStrike" spc="-1" dirty="0">
              <a:solidFill>
                <a:srgbClr val="000000"/>
              </a:solidFill>
              <a:latin typeface="Arial"/>
            </a:endParaRPr>
          </a:p>
          <a:p>
            <a:pPr marL="252000" indent="-252000">
              <a:lnSpc>
                <a:spcPct val="110000"/>
              </a:lnSpc>
              <a:buClr>
                <a:srgbClr val="000000"/>
              </a:buClr>
              <a:buFont typeface="Wingdings" charset="2"/>
              <a:buChar char=""/>
            </a:pPr>
            <a:r>
              <a:rPr lang="en-GB" sz="1600" b="0" strike="noStrike" spc="-1" dirty="0">
                <a:solidFill>
                  <a:srgbClr val="000000"/>
                </a:solidFill>
                <a:latin typeface="Helvetica Neue"/>
              </a:rPr>
              <a:t>There are several types of NoSQL databases, including key-value, document-based, column-family, and graph-based databases</a:t>
            </a:r>
            <a:endParaRPr lang="en-US" sz="1600" b="0" strike="noStrike" spc="-1" dirty="0">
              <a:solidFill>
                <a:srgbClr val="000000"/>
              </a:solidFill>
              <a:latin typeface="Arial"/>
            </a:endParaRPr>
          </a:p>
          <a:p>
            <a:pPr marL="252000" indent="-252000">
              <a:lnSpc>
                <a:spcPct val="110000"/>
              </a:lnSpc>
              <a:buClr>
                <a:srgbClr val="000000"/>
              </a:buClr>
              <a:buFont typeface="Wingdings" charset="2"/>
              <a:buChar char=""/>
            </a:pPr>
            <a:r>
              <a:rPr lang="en-GB" sz="1600" b="0" strike="noStrike" spc="-1" dirty="0">
                <a:solidFill>
                  <a:srgbClr val="000000"/>
                </a:solidFill>
                <a:latin typeface="Helvetica Neue"/>
              </a:rPr>
              <a:t>Key-value databases store data as a collection of key-value pairs and are highly scalable</a:t>
            </a:r>
            <a:endParaRPr lang="en-US" sz="1600" b="0" strike="noStrike" spc="-1" dirty="0">
              <a:solidFill>
                <a:srgbClr val="000000"/>
              </a:solidFill>
              <a:latin typeface="Arial"/>
            </a:endParaRPr>
          </a:p>
          <a:p>
            <a:pPr marL="252000" indent="-252000">
              <a:lnSpc>
                <a:spcPct val="110000"/>
              </a:lnSpc>
              <a:buClr>
                <a:srgbClr val="000000"/>
              </a:buClr>
              <a:buFont typeface="Wingdings" charset="2"/>
              <a:buChar char=""/>
            </a:pPr>
            <a:r>
              <a:rPr lang="en-GB" sz="1600" b="0" strike="noStrike" spc="-1" dirty="0">
                <a:solidFill>
                  <a:srgbClr val="000000"/>
                </a:solidFill>
                <a:latin typeface="Helvetica Neue"/>
              </a:rPr>
              <a:t>Document-based databases store data in documents that can be nested and are highly flexible</a:t>
            </a:r>
            <a:endParaRPr lang="en-US" sz="1600" b="0" strike="noStrike" spc="-1" dirty="0">
              <a:solidFill>
                <a:srgbClr val="000000"/>
              </a:solidFill>
              <a:latin typeface="Arial"/>
            </a:endParaRPr>
          </a:p>
          <a:p>
            <a:pPr marL="252000" indent="-252000">
              <a:lnSpc>
                <a:spcPct val="110000"/>
              </a:lnSpc>
              <a:buClr>
                <a:srgbClr val="000000"/>
              </a:buClr>
              <a:buFont typeface="Wingdings" charset="2"/>
              <a:buChar char=""/>
            </a:pPr>
            <a:r>
              <a:rPr lang="en-GB" sz="1600" b="0" strike="noStrike" spc="-1" dirty="0">
                <a:solidFill>
                  <a:srgbClr val="000000"/>
                </a:solidFill>
                <a:latin typeface="Helvetica Neue"/>
              </a:rPr>
              <a:t>Column-family databases store data in columns rather than rows and are designed for large-scale data storage and retrieval</a:t>
            </a:r>
            <a:endParaRPr lang="en-US" sz="1600" b="0" strike="noStrike" spc="-1" dirty="0">
              <a:solidFill>
                <a:srgbClr val="000000"/>
              </a:solidFill>
              <a:latin typeface="Arial"/>
            </a:endParaRPr>
          </a:p>
          <a:p>
            <a:pPr marL="252000" indent="-252000">
              <a:lnSpc>
                <a:spcPct val="110000"/>
              </a:lnSpc>
              <a:buClr>
                <a:srgbClr val="000000"/>
              </a:buClr>
              <a:buFont typeface="Wingdings" charset="2"/>
              <a:buChar char=""/>
            </a:pPr>
            <a:r>
              <a:rPr lang="en-GB" sz="1600" b="0" strike="noStrike" spc="-1" dirty="0">
                <a:solidFill>
                  <a:srgbClr val="000000"/>
                </a:solidFill>
                <a:latin typeface="Helvetica Neue"/>
              </a:rPr>
              <a:t>Graph-based databases store data in nodes and edges and are designed for highly connected data</a:t>
            </a:r>
            <a:endParaRPr lang="en-US" sz="1600" b="0" strike="noStrike" spc="-1" dirty="0">
              <a:solidFill>
                <a:srgbClr val="000000"/>
              </a:solidFill>
              <a:latin typeface="Arial"/>
            </a:endParaRPr>
          </a:p>
          <a:p>
            <a:pPr marL="252000" indent="-252000">
              <a:lnSpc>
                <a:spcPct val="110000"/>
              </a:lnSpc>
              <a:buClr>
                <a:srgbClr val="000000"/>
              </a:buClr>
              <a:buFont typeface="Wingdings" charset="2"/>
              <a:buChar char=""/>
            </a:pPr>
            <a:r>
              <a:rPr lang="en-GB" sz="1600" b="0" strike="noStrike" spc="-1" dirty="0">
                <a:solidFill>
                  <a:srgbClr val="000000"/>
                </a:solidFill>
                <a:latin typeface="Helvetica Neue"/>
              </a:rPr>
              <a:t>Examples of NoSQL databases include Apache Cassandra (column-family), MongoDB (document-based), Redis (key-value), and Neo4j (graph-based)</a:t>
            </a:r>
            <a:endParaRPr lang="en-US" sz="1600" b="0" strike="noStrike" spc="-1" dirty="0">
              <a:solidFill>
                <a:srgbClr val="000000"/>
              </a:solidFill>
              <a:latin typeface="Arial"/>
            </a:endParaRPr>
          </a:p>
          <a:p>
            <a:pPr marL="252000" indent="-252000">
              <a:lnSpc>
                <a:spcPct val="110000"/>
              </a:lnSpc>
              <a:buClr>
                <a:srgbClr val="000000"/>
              </a:buClr>
              <a:buFont typeface="Wingdings" charset="2"/>
              <a:buChar char=""/>
            </a:pPr>
            <a:r>
              <a:rPr lang="en-GB" sz="1600" b="0" strike="noStrike" spc="-1" dirty="0">
                <a:solidFill>
                  <a:srgbClr val="000000"/>
                </a:solidFill>
                <a:latin typeface="Helvetica Neue"/>
              </a:rPr>
              <a:t>NoSQL databases differ from relational databases in their data model, scalability, and query language, among other factors</a:t>
            </a:r>
            <a:endParaRPr lang="en-US" sz="1600" b="0" strike="noStrike" spc="-1" dirty="0">
              <a:solidFill>
                <a:srgbClr val="000000"/>
              </a:solidFill>
              <a:latin typeface="Arial"/>
            </a:endParaRPr>
          </a:p>
        </p:txBody>
      </p:sp>
      <p:sp>
        <p:nvSpPr>
          <p:cNvPr id="176" name="PlaceHolder 3"/>
          <p:cNvSpPr>
            <a:spLocks noGrp="1"/>
          </p:cNvSpPr>
          <p:nvPr>
            <p:ph type="ftr" idx="14"/>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5" name="PlaceHolder 4"/>
          <p:cNvSpPr>
            <a:spLocks noGrp="1"/>
          </p:cNvSpPr>
          <p:nvPr>
            <p:ph type="sldNum" idx="4"/>
          </p:nvPr>
        </p:nvSpPr>
        <p:spPr/>
        <p:txBody>
          <a:bodyPr/>
          <a:lstStyle/>
          <a:p>
            <a:fld id="{871B9A9F-CACA-4FC8-A359-0E370AFDE30C}" type="slidenum">
              <a:rPr/>
              <a:t>7</a:t>
            </a:fld>
            <a:endParaRPr/>
          </a:p>
        </p:txBody>
      </p:sp>
      <p:sp>
        <p:nvSpPr>
          <p:cNvPr id="6" name="PlaceHolder 5"/>
          <p:cNvSpPr>
            <a:spLocks noGrp="1"/>
          </p:cNvSpPr>
          <p:nvPr>
            <p:ph type="dt" idx="2"/>
          </p:nvPr>
        </p:nvSpPr>
        <p:spPr/>
        <p:txBody>
          <a:bodyPr/>
          <a:lstStyle/>
          <a:p>
            <a:fld id="{D9794A4F-284A-4688-9F9A-3BF8FA0AF5E7}" type="datetime1">
              <a:rPr lang="da-DK"/>
              <a:t>18.09.2024</a:t>
            </a:fld>
            <a:endParaRPr lang="da-DK"/>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PlaceHolder 1"/>
          <p:cNvSpPr>
            <a:spLocks noGrp="1"/>
          </p:cNvSpPr>
          <p:nvPr>
            <p:ph type="title"/>
          </p:nvPr>
        </p:nvSpPr>
        <p:spPr>
          <a:xfrm>
            <a:off x="414720" y="999000"/>
            <a:ext cx="10952280" cy="121104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a:solidFill>
                  <a:srgbClr val="000000"/>
                </a:solidFill>
                <a:latin typeface="Arial"/>
              </a:rPr>
              <a:t>Key Differences Between NoSQL and Relational Databases</a:t>
            </a:r>
            <a:endParaRPr lang="en-US" sz="3600" b="0" strike="noStrike" spc="-1">
              <a:solidFill>
                <a:srgbClr val="000000"/>
              </a:solidFill>
              <a:latin typeface="Arial"/>
            </a:endParaRPr>
          </a:p>
        </p:txBody>
      </p:sp>
      <p:sp>
        <p:nvSpPr>
          <p:cNvPr id="178" name="PlaceHolder 2"/>
          <p:cNvSpPr>
            <a:spLocks noGrp="1"/>
          </p:cNvSpPr>
          <p:nvPr>
            <p:ph/>
          </p:nvPr>
        </p:nvSpPr>
        <p:spPr>
          <a:xfrm>
            <a:off x="414720" y="2210400"/>
            <a:ext cx="7750800" cy="3929760"/>
          </a:xfrm>
          <a:prstGeom prst="rect">
            <a:avLst/>
          </a:prstGeom>
          <a:noFill/>
          <a:ln w="0">
            <a:noFill/>
          </a:ln>
        </p:spPr>
        <p:txBody>
          <a:bodyPr lIns="0" tIns="0" rIns="0" bIns="0" anchor="t">
            <a:noAutofit/>
          </a:bodyPr>
          <a:lstStyle/>
          <a:p>
            <a:pPr marL="252000" indent="0">
              <a:lnSpc>
                <a:spcPct val="110000"/>
              </a:lnSpc>
              <a:buNone/>
            </a:pPr>
            <a:r>
              <a:rPr lang="en-GB" sz="1600" b="0" strike="noStrike" spc="-1" dirty="0">
                <a:solidFill>
                  <a:srgbClr val="000000"/>
                </a:solidFill>
                <a:latin typeface="Helvetica Neue"/>
              </a:rPr>
              <a:t>NoSQL databases:</a:t>
            </a:r>
            <a:endParaRPr lang="en-US" sz="1600" b="0" strike="noStrike" spc="-1" dirty="0">
              <a:solidFill>
                <a:srgbClr val="000000"/>
              </a:solidFill>
              <a:latin typeface="Arial"/>
            </a:endParaRPr>
          </a:p>
          <a:p>
            <a:pPr marL="252000" indent="-252000">
              <a:lnSpc>
                <a:spcPct val="110000"/>
              </a:lnSpc>
              <a:buClr>
                <a:srgbClr val="000000"/>
              </a:buClr>
              <a:buFont typeface="Wingdings" charset="2"/>
              <a:buChar char=""/>
            </a:pPr>
            <a:r>
              <a:rPr lang="en-GB" sz="1600" b="0" strike="noStrike" spc="-1" dirty="0">
                <a:solidFill>
                  <a:srgbClr val="000000"/>
                </a:solidFill>
                <a:latin typeface="Helvetica Neue"/>
              </a:rPr>
              <a:t>use a non-tabular data model, while relational databases use a tabular data model</a:t>
            </a:r>
            <a:endParaRPr lang="en-US" sz="1600" b="0" strike="noStrike" spc="-1" dirty="0">
              <a:solidFill>
                <a:srgbClr val="000000"/>
              </a:solidFill>
              <a:latin typeface="Arial"/>
            </a:endParaRPr>
          </a:p>
          <a:p>
            <a:pPr marL="252000" indent="-252000">
              <a:lnSpc>
                <a:spcPct val="110000"/>
              </a:lnSpc>
              <a:buClr>
                <a:srgbClr val="000000"/>
              </a:buClr>
              <a:buFont typeface="Wingdings" charset="2"/>
              <a:buChar char=""/>
            </a:pPr>
            <a:r>
              <a:rPr lang="en-GB" sz="1600" b="0" strike="noStrike" spc="-1" dirty="0">
                <a:solidFill>
                  <a:srgbClr val="000000"/>
                </a:solidFill>
                <a:latin typeface="Helvetica Neue"/>
              </a:rPr>
              <a:t>are designed for scalability and performance, while relational </a:t>
            </a:r>
            <a:endParaRPr lang="en-US" sz="1600" b="0" strike="noStrike" spc="-1" dirty="0">
              <a:solidFill>
                <a:srgbClr val="000000"/>
              </a:solidFill>
              <a:latin typeface="Arial"/>
            </a:endParaRPr>
          </a:p>
          <a:p>
            <a:pPr marL="252000" indent="0">
              <a:lnSpc>
                <a:spcPct val="110000"/>
              </a:lnSpc>
              <a:buNone/>
            </a:pPr>
            <a:r>
              <a:rPr lang="en-GB" sz="1600" b="0" strike="noStrike" spc="-1" dirty="0">
                <a:solidFill>
                  <a:srgbClr val="000000"/>
                </a:solidFill>
                <a:latin typeface="Helvetica Neue"/>
              </a:rPr>
              <a:t>databases are designed for consistency and data integrity</a:t>
            </a:r>
            <a:endParaRPr lang="en-US" sz="1600" b="0" strike="noStrike" spc="-1" dirty="0">
              <a:solidFill>
                <a:srgbClr val="000000"/>
              </a:solidFill>
              <a:latin typeface="Arial"/>
            </a:endParaRPr>
          </a:p>
          <a:p>
            <a:pPr marL="252000" indent="-252000">
              <a:lnSpc>
                <a:spcPct val="110000"/>
              </a:lnSpc>
              <a:buClr>
                <a:srgbClr val="000000"/>
              </a:buClr>
              <a:buFont typeface="Wingdings" charset="2"/>
              <a:buChar char=""/>
            </a:pPr>
            <a:r>
              <a:rPr lang="en-GB" sz="1600" b="0" strike="noStrike" spc="-1" dirty="0">
                <a:solidFill>
                  <a:srgbClr val="000000"/>
                </a:solidFill>
                <a:latin typeface="Helvetica Neue"/>
              </a:rPr>
              <a:t>are schema-less or have flexible schemas, while relational databases have fixed schemas</a:t>
            </a:r>
            <a:endParaRPr lang="en-US" sz="1600" b="0" strike="noStrike" spc="-1" dirty="0">
              <a:solidFill>
                <a:srgbClr val="000000"/>
              </a:solidFill>
              <a:latin typeface="Arial"/>
            </a:endParaRPr>
          </a:p>
          <a:p>
            <a:pPr marL="252000" indent="-252000">
              <a:lnSpc>
                <a:spcPct val="110000"/>
              </a:lnSpc>
              <a:buClr>
                <a:srgbClr val="000000"/>
              </a:buClr>
              <a:buFont typeface="Wingdings" charset="2"/>
              <a:buChar char=""/>
            </a:pPr>
            <a:r>
              <a:rPr lang="en-GB" sz="1600" b="0" strike="noStrike" spc="-1" dirty="0">
                <a:solidFill>
                  <a:srgbClr val="000000"/>
                </a:solidFill>
                <a:latin typeface="Helvetica Neue"/>
              </a:rPr>
              <a:t>typically use horizontal scaling, while relational databases use vertical scaling</a:t>
            </a:r>
            <a:endParaRPr lang="en-US" sz="1600" b="0" strike="noStrike" spc="-1" dirty="0">
              <a:solidFill>
                <a:srgbClr val="000000"/>
              </a:solidFill>
              <a:latin typeface="Arial"/>
            </a:endParaRPr>
          </a:p>
          <a:p>
            <a:pPr marL="252000" indent="-252000">
              <a:lnSpc>
                <a:spcPct val="110000"/>
              </a:lnSpc>
              <a:buClr>
                <a:srgbClr val="000000"/>
              </a:buClr>
              <a:buFont typeface="Wingdings" charset="2"/>
              <a:buChar char=""/>
            </a:pPr>
            <a:r>
              <a:rPr lang="en-GB" sz="1600" b="0" strike="noStrike" spc="-1" dirty="0">
                <a:solidFill>
                  <a:srgbClr val="000000"/>
                </a:solidFill>
                <a:latin typeface="Helvetica Neue"/>
              </a:rPr>
              <a:t>have a different query language than relational databases, often using a variant of SQL or a custom query language</a:t>
            </a:r>
            <a:endParaRPr lang="en-US" sz="1600" b="0" strike="noStrike" spc="-1" dirty="0">
              <a:solidFill>
                <a:srgbClr val="000000"/>
              </a:solidFill>
              <a:latin typeface="Arial"/>
            </a:endParaRPr>
          </a:p>
        </p:txBody>
      </p:sp>
      <p:sp>
        <p:nvSpPr>
          <p:cNvPr id="179" name="PlaceHolder 3"/>
          <p:cNvSpPr>
            <a:spLocks noGrp="1"/>
          </p:cNvSpPr>
          <p:nvPr>
            <p:ph type="ftr" idx="15"/>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180" name="Rectangle 6"/>
          <p:cNvSpPr/>
          <p:nvPr/>
        </p:nvSpPr>
        <p:spPr>
          <a:xfrm>
            <a:off x="2881440" y="5651280"/>
            <a:ext cx="6018840" cy="977760"/>
          </a:xfrm>
          <a:prstGeom prst="rect">
            <a:avLst/>
          </a:prstGeom>
          <a:solidFill>
            <a:schemeClr val="accent1"/>
          </a:solidFill>
          <a:ln>
            <a:solidFill>
              <a:srgbClr val="AEB862"/>
            </a:solidFill>
          </a:ln>
        </p:spPr>
        <p:style>
          <a:lnRef idx="2">
            <a:schemeClr val="accent1">
              <a:shade val="50000"/>
            </a:schemeClr>
          </a:lnRef>
          <a:fillRef idx="1">
            <a:schemeClr val="accent1"/>
          </a:fillRef>
          <a:effectRef idx="0">
            <a:schemeClr val="accent1"/>
          </a:effectRef>
          <a:fontRef idx="minor"/>
        </p:style>
        <p:txBody>
          <a:bodyPr lIns="72000" tIns="72000" rIns="72000" bIns="72000" anchor="ctr">
            <a:noAutofit/>
          </a:bodyPr>
          <a:lstStyle/>
          <a:p>
            <a:pPr algn="ctr">
              <a:lnSpc>
                <a:spcPct val="100000"/>
              </a:lnSpc>
            </a:pPr>
            <a:r>
              <a:rPr lang="en-GB" sz="1600" b="0" strike="noStrike" spc="-1">
                <a:solidFill>
                  <a:schemeClr val="lt1"/>
                </a:solidFill>
                <a:latin typeface="Arial"/>
              </a:rPr>
              <a:t>A tabular data model is a way of organizing data in rows and columns, similar to a spreadsheet.</a:t>
            </a:r>
            <a:endParaRPr lang="da-DK" sz="1600" b="0" strike="noStrike" spc="-1">
              <a:solidFill>
                <a:srgbClr val="000000"/>
              </a:solidFill>
              <a:latin typeface="Arial"/>
            </a:endParaRPr>
          </a:p>
        </p:txBody>
      </p:sp>
      <p:sp>
        <p:nvSpPr>
          <p:cNvPr id="5" name="PlaceHolder 4"/>
          <p:cNvSpPr>
            <a:spLocks noGrp="1"/>
          </p:cNvSpPr>
          <p:nvPr>
            <p:ph type="sldNum" idx="4"/>
          </p:nvPr>
        </p:nvSpPr>
        <p:spPr/>
        <p:txBody>
          <a:bodyPr/>
          <a:lstStyle/>
          <a:p>
            <a:fld id="{4AE05755-8BCB-47E3-80D8-ED9F2A9AC99F}" type="slidenum">
              <a:rPr/>
              <a:t>8</a:t>
            </a:fld>
            <a:endParaRPr/>
          </a:p>
        </p:txBody>
      </p:sp>
      <p:sp>
        <p:nvSpPr>
          <p:cNvPr id="6" name="PlaceHolder 5"/>
          <p:cNvSpPr>
            <a:spLocks noGrp="1"/>
          </p:cNvSpPr>
          <p:nvPr>
            <p:ph type="dt" idx="2"/>
          </p:nvPr>
        </p:nvSpPr>
        <p:spPr/>
        <p:txBody>
          <a:bodyPr/>
          <a:lstStyle/>
          <a:p>
            <a:fld id="{CAA2394C-2AC9-4FBC-80F7-698E5C54A73D}" type="datetime1">
              <a:rPr lang="da-DK"/>
              <a:t>18.09.2024</a:t>
            </a:fld>
            <a:endParaRPr lang="da-DK"/>
          </a:p>
        </p:txBody>
      </p:sp>
      <p:pic>
        <p:nvPicPr>
          <p:cNvPr id="2" name="Picture 1">
            <a:extLst>
              <a:ext uri="{FF2B5EF4-FFF2-40B4-BE49-F238E27FC236}">
                <a16:creationId xmlns:a16="http://schemas.microsoft.com/office/drawing/2014/main" id="{5725601F-ADCF-723F-30BB-E612C5C47B94}"/>
              </a:ext>
            </a:extLst>
          </p:cNvPr>
          <p:cNvPicPr>
            <a:picLocks noChangeAspect="1"/>
          </p:cNvPicPr>
          <p:nvPr/>
        </p:nvPicPr>
        <p:blipFill>
          <a:blip r:embed="rId2"/>
          <a:stretch>
            <a:fillRect/>
          </a:stretch>
        </p:blipFill>
        <p:spPr>
          <a:xfrm>
            <a:off x="8229600" y="3114083"/>
            <a:ext cx="3726032" cy="204186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PlaceHolder 1"/>
          <p:cNvSpPr>
            <a:spLocks noGrp="1"/>
          </p:cNvSpPr>
          <p:nvPr>
            <p:ph type="title"/>
          </p:nvPr>
        </p:nvSpPr>
        <p:spPr>
          <a:xfrm>
            <a:off x="414720" y="999000"/>
            <a:ext cx="10952280" cy="121104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a:solidFill>
                  <a:srgbClr val="000000"/>
                </a:solidFill>
                <a:latin typeface="Arial"/>
              </a:rPr>
              <a:t>Key Differences Between NoSQL and Relational Databases</a:t>
            </a:r>
            <a:endParaRPr lang="en-US" sz="3600" b="0" strike="noStrike" spc="-1">
              <a:solidFill>
                <a:srgbClr val="000000"/>
              </a:solidFill>
              <a:latin typeface="Arial"/>
            </a:endParaRPr>
          </a:p>
        </p:txBody>
      </p:sp>
      <p:sp>
        <p:nvSpPr>
          <p:cNvPr id="179" name="PlaceHolder 3"/>
          <p:cNvSpPr>
            <a:spLocks noGrp="1"/>
          </p:cNvSpPr>
          <p:nvPr>
            <p:ph type="ftr" idx="15"/>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5" name="PlaceHolder 4"/>
          <p:cNvSpPr>
            <a:spLocks noGrp="1"/>
          </p:cNvSpPr>
          <p:nvPr>
            <p:ph type="sldNum" idx="4"/>
          </p:nvPr>
        </p:nvSpPr>
        <p:spPr/>
        <p:txBody>
          <a:bodyPr/>
          <a:lstStyle/>
          <a:p>
            <a:fld id="{4AE05755-8BCB-47E3-80D8-ED9F2A9AC99F}" type="slidenum">
              <a:rPr/>
              <a:t>9</a:t>
            </a:fld>
            <a:endParaRPr/>
          </a:p>
        </p:txBody>
      </p:sp>
      <p:sp>
        <p:nvSpPr>
          <p:cNvPr id="6" name="PlaceHolder 5"/>
          <p:cNvSpPr>
            <a:spLocks noGrp="1"/>
          </p:cNvSpPr>
          <p:nvPr>
            <p:ph type="dt" idx="2"/>
          </p:nvPr>
        </p:nvSpPr>
        <p:spPr/>
        <p:txBody>
          <a:bodyPr/>
          <a:lstStyle/>
          <a:p>
            <a:fld id="{CAA2394C-2AC9-4FBC-80F7-698E5C54A73D}" type="datetime1">
              <a:rPr lang="da-DK"/>
              <a:t>18.09.2024</a:t>
            </a:fld>
            <a:endParaRPr lang="da-DK"/>
          </a:p>
        </p:txBody>
      </p:sp>
      <p:pic>
        <p:nvPicPr>
          <p:cNvPr id="1026" name="Picture 2" descr="MongoDB vs. MySQL {Detailed Comparison of Databases}">
            <a:extLst>
              <a:ext uri="{FF2B5EF4-FFF2-40B4-BE49-F238E27FC236}">
                <a16:creationId xmlns:a16="http://schemas.microsoft.com/office/drawing/2014/main" id="{7E2C7F33-368F-DEF8-BEFC-8227830925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90766" y="2010329"/>
            <a:ext cx="6087122" cy="45653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00901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PlaceHolder 1"/>
          <p:cNvSpPr>
            <a:spLocks noGrp="1"/>
          </p:cNvSpPr>
          <p:nvPr>
            <p:ph type="title"/>
          </p:nvPr>
        </p:nvSpPr>
        <p:spPr>
          <a:xfrm>
            <a:off x="414720" y="999000"/>
            <a:ext cx="10952280" cy="121104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a:solidFill>
                  <a:srgbClr val="000000"/>
                </a:solidFill>
                <a:latin typeface="Arial"/>
              </a:rPr>
              <a:t>Key Differences Between NoSQL and Relational Databases</a:t>
            </a:r>
            <a:endParaRPr lang="en-US" sz="3600" b="0" strike="noStrike" spc="-1">
              <a:solidFill>
                <a:srgbClr val="000000"/>
              </a:solidFill>
              <a:latin typeface="Arial"/>
            </a:endParaRPr>
          </a:p>
        </p:txBody>
      </p:sp>
      <p:sp>
        <p:nvSpPr>
          <p:cNvPr id="179" name="PlaceHolder 3"/>
          <p:cNvSpPr>
            <a:spLocks noGrp="1"/>
          </p:cNvSpPr>
          <p:nvPr>
            <p:ph type="ftr" idx="15"/>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5" name="PlaceHolder 4"/>
          <p:cNvSpPr>
            <a:spLocks noGrp="1"/>
          </p:cNvSpPr>
          <p:nvPr>
            <p:ph type="sldNum" idx="4"/>
          </p:nvPr>
        </p:nvSpPr>
        <p:spPr/>
        <p:txBody>
          <a:bodyPr/>
          <a:lstStyle/>
          <a:p>
            <a:fld id="{4AE05755-8BCB-47E3-80D8-ED9F2A9AC99F}" type="slidenum">
              <a:rPr/>
              <a:t>10</a:t>
            </a:fld>
            <a:endParaRPr/>
          </a:p>
        </p:txBody>
      </p:sp>
      <p:sp>
        <p:nvSpPr>
          <p:cNvPr id="6" name="PlaceHolder 5"/>
          <p:cNvSpPr>
            <a:spLocks noGrp="1"/>
          </p:cNvSpPr>
          <p:nvPr>
            <p:ph type="dt" idx="2"/>
          </p:nvPr>
        </p:nvSpPr>
        <p:spPr/>
        <p:txBody>
          <a:bodyPr/>
          <a:lstStyle/>
          <a:p>
            <a:fld id="{CAA2394C-2AC9-4FBC-80F7-698E5C54A73D}" type="datetime1">
              <a:rPr lang="da-DK"/>
              <a:t>18.09.2024</a:t>
            </a:fld>
            <a:endParaRPr lang="da-DK"/>
          </a:p>
        </p:txBody>
      </p:sp>
      <p:pic>
        <p:nvPicPr>
          <p:cNvPr id="2" name="Picture 1">
            <a:extLst>
              <a:ext uri="{FF2B5EF4-FFF2-40B4-BE49-F238E27FC236}">
                <a16:creationId xmlns:a16="http://schemas.microsoft.com/office/drawing/2014/main" id="{9DE28CF2-BFA9-455A-63C2-8AACF207F9D8}"/>
              </a:ext>
            </a:extLst>
          </p:cNvPr>
          <p:cNvPicPr>
            <a:picLocks noChangeAspect="1"/>
          </p:cNvPicPr>
          <p:nvPr/>
        </p:nvPicPr>
        <p:blipFill>
          <a:blip r:embed="rId2"/>
          <a:stretch>
            <a:fillRect/>
          </a:stretch>
        </p:blipFill>
        <p:spPr>
          <a:xfrm>
            <a:off x="2823099" y="1951978"/>
            <a:ext cx="7772400" cy="4226242"/>
          </a:xfrm>
          <a:prstGeom prst="rect">
            <a:avLst/>
          </a:prstGeom>
        </p:spPr>
      </p:pic>
    </p:spTree>
    <p:extLst>
      <p:ext uri="{BB962C8B-B14F-4D97-AF65-F5344CB8AC3E}">
        <p14:creationId xmlns:p14="http://schemas.microsoft.com/office/powerpoint/2010/main" val="27528451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PlaceHolder 1"/>
          <p:cNvSpPr>
            <a:spLocks noGrp="1"/>
          </p:cNvSpPr>
          <p:nvPr>
            <p:ph type="title"/>
          </p:nvPr>
        </p:nvSpPr>
        <p:spPr>
          <a:xfrm>
            <a:off x="414720" y="999000"/>
            <a:ext cx="10952280" cy="70056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a:solidFill>
                  <a:srgbClr val="000000"/>
                </a:solidFill>
                <a:latin typeface="Arial"/>
              </a:rPr>
              <a:t>Considerations for Choosing NoSQL Databases</a:t>
            </a:r>
            <a:endParaRPr lang="en-US" sz="3600" b="0" strike="noStrike" spc="-1">
              <a:solidFill>
                <a:srgbClr val="000000"/>
              </a:solidFill>
              <a:latin typeface="Arial"/>
            </a:endParaRPr>
          </a:p>
        </p:txBody>
      </p:sp>
      <p:sp>
        <p:nvSpPr>
          <p:cNvPr id="182" name="PlaceHolder 2"/>
          <p:cNvSpPr>
            <a:spLocks noGrp="1"/>
          </p:cNvSpPr>
          <p:nvPr>
            <p:ph/>
          </p:nvPr>
        </p:nvSpPr>
        <p:spPr>
          <a:xfrm>
            <a:off x="414720" y="1989000"/>
            <a:ext cx="9778680" cy="4151160"/>
          </a:xfrm>
          <a:prstGeom prst="rect">
            <a:avLst/>
          </a:prstGeom>
          <a:noFill/>
          <a:ln w="0">
            <a:noFill/>
          </a:ln>
        </p:spPr>
        <p:txBody>
          <a:bodyPr lIns="0" tIns="0" rIns="0" bIns="0" anchor="t">
            <a:noAutofit/>
          </a:bodyPr>
          <a:lstStyle/>
          <a:p>
            <a:pPr marL="252000" indent="-252000">
              <a:lnSpc>
                <a:spcPct val="110000"/>
              </a:lnSpc>
              <a:buClr>
                <a:srgbClr val="000000"/>
              </a:buClr>
              <a:buFont typeface="Wingdings" charset="2"/>
              <a:buChar char=""/>
            </a:pPr>
            <a:r>
              <a:rPr lang="en-GB" sz="1600" b="0" strike="noStrike" spc="-1">
                <a:solidFill>
                  <a:srgbClr val="000000"/>
                </a:solidFill>
                <a:latin typeface="Helvetica Neue"/>
              </a:rPr>
              <a:t>NoSQL databases are best suited for applications that require high scalability, flexibility, and performance, such as web applications, real-time analytics, and big data processing</a:t>
            </a:r>
            <a:endParaRPr lang="en-US" sz="1600" b="0" strike="noStrike" spc="-1">
              <a:solidFill>
                <a:srgbClr val="000000"/>
              </a:solidFill>
              <a:latin typeface="Arial"/>
            </a:endParaRPr>
          </a:p>
          <a:p>
            <a:pPr marL="252000" indent="-252000">
              <a:lnSpc>
                <a:spcPct val="110000"/>
              </a:lnSpc>
              <a:buClr>
                <a:srgbClr val="000000"/>
              </a:buClr>
              <a:buFont typeface="Wingdings" charset="2"/>
              <a:buChar char=""/>
            </a:pPr>
            <a:r>
              <a:rPr lang="en-GB" sz="1600" b="0" strike="noStrike" spc="-1">
                <a:solidFill>
                  <a:srgbClr val="000000"/>
                </a:solidFill>
                <a:latin typeface="Helvetica Neue"/>
              </a:rPr>
              <a:t>They are particularly useful for applications that handle semi-structured or unstructured data, such as social media data or sensor data</a:t>
            </a:r>
            <a:endParaRPr lang="en-US" sz="1600" b="0" strike="noStrike" spc="-1">
              <a:solidFill>
                <a:srgbClr val="000000"/>
              </a:solidFill>
              <a:latin typeface="Arial"/>
            </a:endParaRPr>
          </a:p>
          <a:p>
            <a:pPr marL="252000" indent="-252000">
              <a:lnSpc>
                <a:spcPct val="110000"/>
              </a:lnSpc>
              <a:buClr>
                <a:srgbClr val="000000"/>
              </a:buClr>
              <a:buFont typeface="Wingdings" charset="2"/>
              <a:buChar char=""/>
            </a:pPr>
            <a:r>
              <a:rPr lang="en-GB" sz="1600" b="0" strike="noStrike" spc="-1">
                <a:solidFill>
                  <a:srgbClr val="000000"/>
                </a:solidFill>
                <a:latin typeface="Helvetica Neue"/>
              </a:rPr>
              <a:t>Furthermore, NoSQL databases can be a good choice for startups or small companies that need to rapidly develop and iterate their applications, as NoSQL databases offer more flexibility and require less upfront design than relational databases</a:t>
            </a:r>
            <a:endParaRPr lang="en-US" sz="1600" b="0" strike="noStrike" spc="-1">
              <a:solidFill>
                <a:srgbClr val="000000"/>
              </a:solidFill>
              <a:latin typeface="Arial"/>
            </a:endParaRPr>
          </a:p>
          <a:p>
            <a:pPr marL="252000" indent="-252000">
              <a:lnSpc>
                <a:spcPct val="110000"/>
              </a:lnSpc>
              <a:buClr>
                <a:srgbClr val="000000"/>
              </a:buClr>
              <a:buFont typeface="Wingdings" charset="2"/>
              <a:buChar char=""/>
            </a:pPr>
            <a:r>
              <a:rPr lang="en-GB" sz="1600" b="0" strike="noStrike" spc="-1">
                <a:solidFill>
                  <a:srgbClr val="000000"/>
                </a:solidFill>
                <a:latin typeface="Helvetica Neue"/>
              </a:rPr>
              <a:t>However, NoSQL databases may not be the best choice for applications that require strict consistency, data integrity, and transaction support, such as financial systems or e-commerce applications</a:t>
            </a:r>
            <a:endParaRPr lang="en-US" sz="1600" b="0" strike="noStrike" spc="-1">
              <a:solidFill>
                <a:srgbClr val="000000"/>
              </a:solidFill>
              <a:latin typeface="Arial"/>
            </a:endParaRPr>
          </a:p>
          <a:p>
            <a:pPr marL="252000" indent="-252000">
              <a:lnSpc>
                <a:spcPct val="110000"/>
              </a:lnSpc>
              <a:buClr>
                <a:srgbClr val="000000"/>
              </a:buClr>
              <a:buFont typeface="Wingdings" charset="2"/>
              <a:buChar char=""/>
            </a:pPr>
            <a:r>
              <a:rPr lang="en-GB" sz="1600" b="0" strike="noStrike" spc="-1">
                <a:solidFill>
                  <a:srgbClr val="000000"/>
                </a:solidFill>
                <a:latin typeface="Helvetica Neue"/>
              </a:rPr>
              <a:t>Choosing a NoSQL database should also take into account factors such as data size, query complexity, and development team expertise</a:t>
            </a:r>
            <a:endParaRPr lang="en-US" sz="1600" b="0" strike="noStrike" spc="-1">
              <a:solidFill>
                <a:srgbClr val="000000"/>
              </a:solidFill>
              <a:latin typeface="Arial"/>
            </a:endParaRPr>
          </a:p>
        </p:txBody>
      </p:sp>
      <p:sp>
        <p:nvSpPr>
          <p:cNvPr id="183" name="PlaceHolder 3"/>
          <p:cNvSpPr>
            <a:spLocks noGrp="1"/>
          </p:cNvSpPr>
          <p:nvPr>
            <p:ph type="ftr" idx="16"/>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5" name="PlaceHolder 4"/>
          <p:cNvSpPr>
            <a:spLocks noGrp="1"/>
          </p:cNvSpPr>
          <p:nvPr>
            <p:ph type="sldNum" idx="4"/>
          </p:nvPr>
        </p:nvSpPr>
        <p:spPr/>
        <p:txBody>
          <a:bodyPr/>
          <a:lstStyle/>
          <a:p>
            <a:fld id="{B94256F8-6C90-4FEE-A8E9-89E8AF508047}" type="slidenum">
              <a:t>11</a:t>
            </a:fld>
            <a:endParaRPr/>
          </a:p>
        </p:txBody>
      </p:sp>
      <p:sp>
        <p:nvSpPr>
          <p:cNvPr id="6" name="PlaceHolder 5"/>
          <p:cNvSpPr>
            <a:spLocks noGrp="1"/>
          </p:cNvSpPr>
          <p:nvPr>
            <p:ph type="dt" idx="2"/>
          </p:nvPr>
        </p:nvSpPr>
        <p:spPr/>
        <p:txBody>
          <a:bodyPr/>
          <a:lstStyle/>
          <a:p>
            <a:fld id="{4C490A2D-E7E2-4971-A36B-17738977AD01}" type="datetime1">
              <a:rPr lang="da-DK"/>
              <a:t>18.09.2024</a:t>
            </a:fld>
            <a:endParaRPr lang="da-DK"/>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PlaceHolder 1"/>
          <p:cNvSpPr>
            <a:spLocks noGrp="1"/>
          </p:cNvSpPr>
          <p:nvPr>
            <p:ph type="title"/>
          </p:nvPr>
        </p:nvSpPr>
        <p:spPr>
          <a:xfrm>
            <a:off x="414720" y="999000"/>
            <a:ext cx="10952280" cy="120312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a:solidFill>
                  <a:srgbClr val="000000"/>
                </a:solidFill>
                <a:latin typeface="Arial"/>
              </a:rPr>
              <a:t>Examples of NoSQL Database Applications</a:t>
            </a:r>
            <a:endParaRPr lang="en-US" sz="3600" b="0" strike="noStrike" spc="-1">
              <a:solidFill>
                <a:srgbClr val="000000"/>
              </a:solidFill>
              <a:latin typeface="Arial"/>
            </a:endParaRPr>
          </a:p>
        </p:txBody>
      </p:sp>
      <p:sp>
        <p:nvSpPr>
          <p:cNvPr id="185" name="PlaceHolder 2"/>
          <p:cNvSpPr>
            <a:spLocks noGrp="1"/>
          </p:cNvSpPr>
          <p:nvPr>
            <p:ph/>
          </p:nvPr>
        </p:nvSpPr>
        <p:spPr>
          <a:xfrm>
            <a:off x="414720" y="1846387"/>
            <a:ext cx="9778680" cy="4151160"/>
          </a:xfrm>
          <a:prstGeom prst="rect">
            <a:avLst/>
          </a:prstGeom>
          <a:noFill/>
          <a:ln w="0">
            <a:noFill/>
          </a:ln>
        </p:spPr>
        <p:txBody>
          <a:bodyPr lIns="0" tIns="0" rIns="0" bIns="0" anchor="t">
            <a:noAutofit/>
          </a:bodyPr>
          <a:lstStyle/>
          <a:p>
            <a:pPr marL="252000" indent="-252000">
              <a:lnSpc>
                <a:spcPct val="110000"/>
              </a:lnSpc>
              <a:buClr>
                <a:srgbClr val="000000"/>
              </a:buClr>
              <a:buFont typeface="Wingdings" charset="2"/>
              <a:buChar char=""/>
            </a:pPr>
            <a:r>
              <a:rPr lang="en-GB" sz="1400" b="0" strike="noStrike" spc="-1" dirty="0">
                <a:solidFill>
                  <a:srgbClr val="000000"/>
                </a:solidFill>
                <a:latin typeface="Helvetica Neue"/>
              </a:rPr>
              <a:t>General web applications: Document-based NoSQL databases such as MongoDB are often used for web applications due to their flexibility and scalability. MongoDB allows for easy </a:t>
            </a:r>
            <a:r>
              <a:rPr lang="en-GB" sz="1400" b="0" strike="noStrike" spc="-1" dirty="0" err="1">
                <a:solidFill>
                  <a:srgbClr val="000000"/>
                </a:solidFill>
                <a:latin typeface="Helvetica Neue"/>
              </a:rPr>
              <a:t>modeling</a:t>
            </a:r>
            <a:r>
              <a:rPr lang="en-GB" sz="1400" b="0" strike="noStrike" spc="-1" dirty="0">
                <a:solidFill>
                  <a:srgbClr val="000000"/>
                </a:solidFill>
                <a:latin typeface="Helvetica Neue"/>
              </a:rPr>
              <a:t> of complex data structures, such as user profiles or product catalogues, and can easily scale horizontally as traffic increases.</a:t>
            </a:r>
            <a:endParaRPr lang="en-US" sz="1400" b="0" strike="noStrike" spc="-1" dirty="0">
              <a:solidFill>
                <a:srgbClr val="000000"/>
              </a:solidFill>
              <a:latin typeface="Arial"/>
            </a:endParaRPr>
          </a:p>
          <a:p>
            <a:pPr marL="252000" indent="-252000">
              <a:lnSpc>
                <a:spcPct val="110000"/>
              </a:lnSpc>
              <a:buClr>
                <a:srgbClr val="000000"/>
              </a:buClr>
              <a:buFont typeface="Wingdings" charset="2"/>
              <a:buChar char=""/>
            </a:pPr>
            <a:r>
              <a:rPr lang="en-GB" sz="1400" b="0" strike="noStrike" spc="-1" dirty="0">
                <a:solidFill>
                  <a:srgbClr val="000000"/>
                </a:solidFill>
                <a:latin typeface="Helvetica Neue"/>
              </a:rPr>
              <a:t>Real-time analytics: Column-family NoSQL databases such as Apache Cassandra are often used for real-time analytics due to their ability to handle large amounts of data and support for high write throughput. Cassandra allows for fast writes and queries of data, making it suitable for real-time data processing.</a:t>
            </a:r>
            <a:endParaRPr lang="en-US" sz="1400" b="0" strike="noStrike" spc="-1" dirty="0">
              <a:solidFill>
                <a:srgbClr val="000000"/>
              </a:solidFill>
              <a:latin typeface="Arial"/>
            </a:endParaRPr>
          </a:p>
          <a:p>
            <a:pPr marL="252000" indent="-252000">
              <a:lnSpc>
                <a:spcPct val="110000"/>
              </a:lnSpc>
              <a:buClr>
                <a:srgbClr val="000000"/>
              </a:buClr>
              <a:buFont typeface="Wingdings" charset="2"/>
              <a:buChar char=""/>
            </a:pPr>
            <a:r>
              <a:rPr lang="en-GB" sz="1400" b="0" strike="noStrike" spc="-1" dirty="0">
                <a:solidFill>
                  <a:srgbClr val="000000"/>
                </a:solidFill>
                <a:latin typeface="Helvetica Neue"/>
              </a:rPr>
              <a:t>Big data processing: Key-value NoSQL databases such as Redis or Memcached are often used for big data processing due to their ability to handle large amounts of data in memory. They can be used for caching frequently accessed data, which can improve application performance and reduce load times.</a:t>
            </a:r>
            <a:endParaRPr lang="en-US" sz="1400" b="0" strike="noStrike" spc="-1" dirty="0">
              <a:solidFill>
                <a:srgbClr val="000000"/>
              </a:solidFill>
              <a:latin typeface="Arial"/>
            </a:endParaRPr>
          </a:p>
          <a:p>
            <a:pPr marL="252000" indent="-252000">
              <a:lnSpc>
                <a:spcPct val="110000"/>
              </a:lnSpc>
              <a:buClr>
                <a:srgbClr val="000000"/>
              </a:buClr>
              <a:buFont typeface="Wingdings" charset="2"/>
              <a:buChar char=""/>
            </a:pPr>
            <a:r>
              <a:rPr lang="en-GB" sz="1400" b="0" strike="noStrike" spc="-1" dirty="0">
                <a:solidFill>
                  <a:srgbClr val="000000"/>
                </a:solidFill>
                <a:latin typeface="Helvetica Neue"/>
              </a:rPr>
              <a:t>Social media: Graph-based NoSQL databases such as Neo4j are often used for social media applications due to their ability to store and query highly connected data. Neo4j allows for efficient querying of data based on relationships between nodes, making it suitable for recommendation engines or social network analysis.</a:t>
            </a:r>
            <a:endParaRPr lang="en-US" sz="1400" b="0" strike="noStrike" spc="-1" dirty="0">
              <a:solidFill>
                <a:srgbClr val="000000"/>
              </a:solidFill>
              <a:latin typeface="Arial"/>
            </a:endParaRPr>
          </a:p>
          <a:p>
            <a:pPr marL="252000" indent="-252000">
              <a:lnSpc>
                <a:spcPct val="110000"/>
              </a:lnSpc>
              <a:buClr>
                <a:srgbClr val="000000"/>
              </a:buClr>
              <a:buFont typeface="Wingdings" charset="2"/>
              <a:buChar char=""/>
            </a:pPr>
            <a:r>
              <a:rPr lang="en-GB" sz="1400" b="0" strike="noStrike" spc="-1" dirty="0">
                <a:solidFill>
                  <a:srgbClr val="000000"/>
                </a:solidFill>
                <a:latin typeface="Helvetica Neue"/>
              </a:rPr>
              <a:t>Choosing the right NoSQL database for an application depends on several factors, such as the size and complexity of the data, the query requirements, and the development team expertise.</a:t>
            </a:r>
            <a:endParaRPr lang="en-US" sz="1400" b="0" strike="noStrike" spc="-1" dirty="0">
              <a:solidFill>
                <a:srgbClr val="000000"/>
              </a:solidFill>
              <a:latin typeface="Arial"/>
            </a:endParaRPr>
          </a:p>
        </p:txBody>
      </p:sp>
      <p:sp>
        <p:nvSpPr>
          <p:cNvPr id="186" name="PlaceHolder 3"/>
          <p:cNvSpPr>
            <a:spLocks noGrp="1"/>
          </p:cNvSpPr>
          <p:nvPr>
            <p:ph type="ftr" idx="17"/>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5" name="PlaceHolder 4"/>
          <p:cNvSpPr>
            <a:spLocks noGrp="1"/>
          </p:cNvSpPr>
          <p:nvPr>
            <p:ph type="sldNum" idx="4"/>
          </p:nvPr>
        </p:nvSpPr>
        <p:spPr/>
        <p:txBody>
          <a:bodyPr/>
          <a:lstStyle/>
          <a:p>
            <a:fld id="{82199BE7-0182-4C91-8310-164EEA0BF2F0}" type="slidenum">
              <a:rPr/>
              <a:t>12</a:t>
            </a:fld>
            <a:endParaRPr/>
          </a:p>
        </p:txBody>
      </p:sp>
      <p:sp>
        <p:nvSpPr>
          <p:cNvPr id="6" name="PlaceHolder 5"/>
          <p:cNvSpPr>
            <a:spLocks noGrp="1"/>
          </p:cNvSpPr>
          <p:nvPr>
            <p:ph type="dt" idx="2"/>
          </p:nvPr>
        </p:nvSpPr>
        <p:spPr/>
        <p:txBody>
          <a:bodyPr/>
          <a:lstStyle/>
          <a:p>
            <a:fld id="{CA5A3C9F-21E6-4420-AD5A-E5A23FCD77BD}" type="datetime1">
              <a:rPr lang="da-DK"/>
              <a:t>18.09.2024</a:t>
            </a:fld>
            <a:endParaRPr lang="da-DK"/>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PlaceHolder 1"/>
          <p:cNvSpPr>
            <a:spLocks noGrp="1"/>
          </p:cNvSpPr>
          <p:nvPr>
            <p:ph type="title"/>
          </p:nvPr>
        </p:nvSpPr>
        <p:spPr>
          <a:xfrm>
            <a:off x="414720" y="999000"/>
            <a:ext cx="10952280" cy="114732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dirty="0">
                <a:solidFill>
                  <a:srgbClr val="000000"/>
                </a:solidFill>
                <a:latin typeface="Arial"/>
              </a:rPr>
              <a:t>Examples Relational Database Applications</a:t>
            </a:r>
            <a:endParaRPr lang="en-US" sz="3600" b="0" strike="noStrike" spc="-1" dirty="0">
              <a:solidFill>
                <a:srgbClr val="000000"/>
              </a:solidFill>
              <a:latin typeface="Arial"/>
            </a:endParaRPr>
          </a:p>
        </p:txBody>
      </p:sp>
      <p:sp>
        <p:nvSpPr>
          <p:cNvPr id="188" name="PlaceHolder 2"/>
          <p:cNvSpPr>
            <a:spLocks noGrp="1"/>
          </p:cNvSpPr>
          <p:nvPr>
            <p:ph/>
          </p:nvPr>
        </p:nvSpPr>
        <p:spPr>
          <a:xfrm>
            <a:off x="414720" y="1707840"/>
            <a:ext cx="9778680" cy="4151160"/>
          </a:xfrm>
          <a:prstGeom prst="rect">
            <a:avLst/>
          </a:prstGeom>
          <a:noFill/>
          <a:ln w="0">
            <a:noFill/>
          </a:ln>
        </p:spPr>
        <p:txBody>
          <a:bodyPr lIns="0" tIns="0" rIns="0" bIns="0" anchor="t">
            <a:noAutofit/>
          </a:bodyPr>
          <a:lstStyle/>
          <a:p>
            <a:pPr marL="252000" indent="-252000">
              <a:lnSpc>
                <a:spcPct val="110000"/>
              </a:lnSpc>
              <a:buClr>
                <a:srgbClr val="000000"/>
              </a:buClr>
              <a:buFont typeface="Wingdings" charset="2"/>
              <a:buChar char=""/>
            </a:pPr>
            <a:r>
              <a:rPr lang="en-GB" sz="1400" b="0" strike="noStrike" spc="-1" dirty="0">
                <a:solidFill>
                  <a:srgbClr val="000000"/>
                </a:solidFill>
                <a:latin typeface="Helvetica Neue"/>
              </a:rPr>
              <a:t>Financial systems: Relational databases are often used for financial systems due to their strict consistency and data integrity. These databases allow for transaction support, which ensures that data changes are atomic and durable, making them suitable for financial applications that require precise and accurate data.</a:t>
            </a:r>
            <a:endParaRPr lang="en-US" sz="1400" b="0" strike="noStrike" spc="-1" dirty="0">
              <a:solidFill>
                <a:srgbClr val="000000"/>
              </a:solidFill>
              <a:latin typeface="Arial"/>
            </a:endParaRPr>
          </a:p>
          <a:p>
            <a:pPr marL="252000" indent="-252000">
              <a:lnSpc>
                <a:spcPct val="110000"/>
              </a:lnSpc>
              <a:buClr>
                <a:srgbClr val="000000"/>
              </a:buClr>
              <a:buFont typeface="Wingdings" charset="2"/>
              <a:buChar char=""/>
            </a:pPr>
            <a:r>
              <a:rPr lang="en-GB" sz="1400" b="0" strike="noStrike" spc="-1" dirty="0">
                <a:solidFill>
                  <a:srgbClr val="000000"/>
                </a:solidFill>
                <a:latin typeface="Helvetica Neue"/>
              </a:rPr>
              <a:t>E-commerce applications: Relational databases are often used for e-commerce applications due to their support for complex transactions and data integrity. They allow for the creation of complex relationships between entities, such as products, orders, and customers, and can enforce constraints to ensure data consistency.</a:t>
            </a:r>
            <a:endParaRPr lang="en-US" sz="1400" b="0" strike="noStrike" spc="-1" dirty="0">
              <a:solidFill>
                <a:srgbClr val="000000"/>
              </a:solidFill>
              <a:latin typeface="Arial"/>
            </a:endParaRPr>
          </a:p>
          <a:p>
            <a:pPr marL="252000" indent="-252000">
              <a:lnSpc>
                <a:spcPct val="110000"/>
              </a:lnSpc>
              <a:buClr>
                <a:srgbClr val="000000"/>
              </a:buClr>
              <a:buFont typeface="Wingdings" charset="2"/>
              <a:buChar char=""/>
            </a:pPr>
            <a:r>
              <a:rPr lang="en-GB" sz="1400" b="0" strike="noStrike" spc="-1" dirty="0">
                <a:solidFill>
                  <a:srgbClr val="000000"/>
                </a:solidFill>
                <a:latin typeface="Helvetica Neue"/>
              </a:rPr>
              <a:t>Content management systems: Relational databases are often used for content management systems due to their ability to handle complex data relationships and queries. They allow for the creation of complex relationships between entities, such as articles, comments, and authors, and can easily handle complex queries, such as filtering and sorting by multiple attributes.</a:t>
            </a:r>
            <a:endParaRPr lang="en-US" sz="1400" b="0" strike="noStrike" spc="-1" dirty="0">
              <a:solidFill>
                <a:srgbClr val="000000"/>
              </a:solidFill>
              <a:latin typeface="Arial"/>
            </a:endParaRPr>
          </a:p>
          <a:p>
            <a:pPr marL="252000" indent="-252000">
              <a:lnSpc>
                <a:spcPct val="110000"/>
              </a:lnSpc>
              <a:buClr>
                <a:srgbClr val="000000"/>
              </a:buClr>
              <a:buFont typeface="Wingdings" charset="2"/>
              <a:buChar char=""/>
            </a:pPr>
            <a:r>
              <a:rPr lang="en-GB" sz="1400" b="0" strike="noStrike" spc="-1" dirty="0">
                <a:solidFill>
                  <a:srgbClr val="000000"/>
                </a:solidFill>
                <a:latin typeface="Helvetica Neue"/>
              </a:rPr>
              <a:t>Enterprise resource planning (ERP) systems: Relational databases are often used for ERP systems due to their ability to handle complex data structures and relationships. All relational databases allow for the creation of complex relationships between entities, such as customers, vendors, and products, and can easily handle complex queries, such as data aggregation and reporting.</a:t>
            </a:r>
            <a:endParaRPr lang="en-US" sz="1400" b="0" strike="noStrike" spc="-1" dirty="0">
              <a:solidFill>
                <a:srgbClr val="000000"/>
              </a:solidFill>
              <a:latin typeface="Arial"/>
            </a:endParaRPr>
          </a:p>
          <a:p>
            <a:pPr marL="252000" indent="-252000">
              <a:lnSpc>
                <a:spcPct val="110000"/>
              </a:lnSpc>
              <a:buClr>
                <a:srgbClr val="000000"/>
              </a:buClr>
              <a:buFont typeface="Wingdings" charset="2"/>
              <a:buChar char=""/>
            </a:pPr>
            <a:r>
              <a:rPr lang="en-GB" sz="1400" b="0" strike="noStrike" spc="-1" dirty="0">
                <a:solidFill>
                  <a:srgbClr val="000000"/>
                </a:solidFill>
                <a:latin typeface="Helvetica Neue"/>
              </a:rPr>
              <a:t>Choosing the right relational database for an application depends on several factors, such as the size and complexity of the data, the query requirements, and the development team expertise.</a:t>
            </a:r>
            <a:endParaRPr lang="en-US" sz="1400" b="0" strike="noStrike" spc="-1" dirty="0">
              <a:solidFill>
                <a:srgbClr val="000000"/>
              </a:solidFill>
              <a:latin typeface="Arial"/>
            </a:endParaRPr>
          </a:p>
        </p:txBody>
      </p:sp>
      <p:sp>
        <p:nvSpPr>
          <p:cNvPr id="189" name="PlaceHolder 3"/>
          <p:cNvSpPr>
            <a:spLocks noGrp="1"/>
          </p:cNvSpPr>
          <p:nvPr>
            <p:ph type="ftr" idx="18"/>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5" name="PlaceHolder 4"/>
          <p:cNvSpPr>
            <a:spLocks noGrp="1"/>
          </p:cNvSpPr>
          <p:nvPr>
            <p:ph type="sldNum" idx="4"/>
          </p:nvPr>
        </p:nvSpPr>
        <p:spPr/>
        <p:txBody>
          <a:bodyPr/>
          <a:lstStyle/>
          <a:p>
            <a:fld id="{81D4209C-6221-4E4A-8588-C46AE5E555A7}" type="slidenum">
              <a:rPr/>
              <a:t>13</a:t>
            </a:fld>
            <a:endParaRPr/>
          </a:p>
        </p:txBody>
      </p:sp>
      <p:sp>
        <p:nvSpPr>
          <p:cNvPr id="6" name="PlaceHolder 5"/>
          <p:cNvSpPr>
            <a:spLocks noGrp="1"/>
          </p:cNvSpPr>
          <p:nvPr>
            <p:ph type="dt" idx="2"/>
          </p:nvPr>
        </p:nvSpPr>
        <p:spPr/>
        <p:txBody>
          <a:bodyPr/>
          <a:lstStyle/>
          <a:p>
            <a:fld id="{A9BB52F9-0C29-4B45-BEA3-6F8865172504}" type="datetime1">
              <a:rPr lang="da-DK"/>
              <a:t>18.09.2024</a:t>
            </a:fld>
            <a:endParaRPr lang="da-DK"/>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PlaceHolder 1"/>
          <p:cNvSpPr>
            <a:spLocks noGrp="1"/>
          </p:cNvSpPr>
          <p:nvPr>
            <p:ph type="title"/>
          </p:nvPr>
        </p:nvSpPr>
        <p:spPr>
          <a:xfrm>
            <a:off x="349560" y="1760400"/>
            <a:ext cx="10068480" cy="4070160"/>
          </a:xfrm>
          <a:prstGeom prst="rect">
            <a:avLst/>
          </a:prstGeom>
          <a:noFill/>
          <a:ln w="0">
            <a:noFill/>
          </a:ln>
        </p:spPr>
        <p:txBody>
          <a:bodyPr lIns="0" tIns="0" rIns="0" bIns="0" anchor="t">
            <a:noAutofit/>
          </a:bodyPr>
          <a:lstStyle/>
          <a:p>
            <a:pPr indent="0">
              <a:buNone/>
              <a:tabLst>
                <a:tab pos="1438200" algn="l"/>
              </a:tabLst>
            </a:pPr>
            <a:endParaRPr lang="en-US" sz="9400" b="1" strike="noStrike" spc="-1">
              <a:solidFill>
                <a:srgbClr val="000000"/>
              </a:solidFill>
              <a:latin typeface="Arial"/>
            </a:endParaRPr>
          </a:p>
        </p:txBody>
      </p:sp>
      <p:sp>
        <p:nvSpPr>
          <p:cNvPr id="191" name="Rektangel 3"/>
          <p:cNvSpPr/>
          <p:nvPr/>
        </p:nvSpPr>
        <p:spPr>
          <a:xfrm>
            <a:off x="0" y="0"/>
            <a:ext cx="12191760" cy="6857640"/>
          </a:xfrm>
          <a:prstGeom prst="rect">
            <a:avLst/>
          </a:prstGeom>
          <a:solidFill>
            <a:schemeClr val="accent1"/>
          </a:solidFill>
          <a:ln>
            <a:solidFill>
              <a:srgbClr val="AEB862"/>
            </a:solidFill>
          </a:ln>
        </p:spPr>
        <p:style>
          <a:lnRef idx="2">
            <a:schemeClr val="accent1">
              <a:shade val="50000"/>
            </a:schemeClr>
          </a:lnRef>
          <a:fillRef idx="1">
            <a:schemeClr val="accent1"/>
          </a:fillRef>
          <a:effectRef idx="0">
            <a:schemeClr val="accent1"/>
          </a:effectRef>
          <a:fontRef idx="minor"/>
        </p:style>
        <p:txBody>
          <a:bodyPr lIns="72000" tIns="72000" rIns="72000" bIns="72000" anchor="ctr">
            <a:noAutofit/>
          </a:bodyPr>
          <a:lstStyle/>
          <a:p>
            <a:pPr algn="ctr">
              <a:lnSpc>
                <a:spcPct val="100000"/>
              </a:lnSpc>
            </a:pPr>
            <a:r>
              <a:rPr lang="da-DK" sz="2800" b="1" strike="noStrike" spc="-1">
                <a:solidFill>
                  <a:schemeClr val="lt1"/>
                </a:solidFill>
                <a:latin typeface="Arial"/>
              </a:rPr>
              <a:t>MongoDB Basics</a:t>
            </a:r>
            <a:endParaRPr lang="da-DK" sz="2800" b="0" strike="noStrike" spc="-1">
              <a:solidFill>
                <a:srgbClr val="000000"/>
              </a:solidFill>
              <a:latin typeface="Arial"/>
            </a:endParaRPr>
          </a:p>
        </p:txBody>
      </p:sp>
      <p:sp>
        <p:nvSpPr>
          <p:cNvPr id="3" name="PlaceHolder 2"/>
          <p:cNvSpPr>
            <a:spLocks noGrp="1"/>
          </p:cNvSpPr>
          <p:nvPr>
            <p:ph type="dt" idx="5"/>
          </p:nvPr>
        </p:nvSpPr>
        <p:spPr>
          <a:xfrm>
            <a:off x="0" y="6912000"/>
            <a:ext cx="0" cy="0"/>
          </a:xfrm>
          <a:prstGeom prst="rect">
            <a:avLst/>
          </a:prstGeom>
          <a:noFill/>
          <a:ln w="0">
            <a:noFill/>
          </a:ln>
        </p:spPr>
        <p:txBody>
          <a:bodyPr tIns="0" bIns="0" anchor="ctr">
            <a:noAutofit/>
          </a:bodyPr>
          <a:lstStyle>
            <a:defPPr>
              <a:defRPr lang="en-DK"/>
            </a:defPPr>
            <a:lvl1pPr marL="0" indent="0" algn="l" defTabSz="914400" rtl="0" eaLnBrk="1" latinLnBrk="0" hangingPunct="1">
              <a:lnSpc>
                <a:spcPct val="100000"/>
              </a:lnSpc>
              <a:buNone/>
              <a:defRPr lang="en-GB" sz="100" b="0" strike="noStrike" kern="1200" spc="-1">
                <a:solidFill>
                  <a:srgbClr val="FFFFFF">
                    <a:alpha val="1000"/>
                  </a:srgbClr>
                </a:solidFill>
                <a:latin typeface="Arial"/>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da-DK"/>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PlaceHolder 1"/>
          <p:cNvSpPr>
            <a:spLocks noGrp="1"/>
          </p:cNvSpPr>
          <p:nvPr>
            <p:ph type="title"/>
          </p:nvPr>
        </p:nvSpPr>
        <p:spPr>
          <a:xfrm>
            <a:off x="414720" y="999000"/>
            <a:ext cx="10952280" cy="114732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dirty="0">
                <a:solidFill>
                  <a:srgbClr val="000000"/>
                </a:solidFill>
                <a:latin typeface="Arial"/>
              </a:rPr>
              <a:t>Introduction to MongoDB Data Model and Architecture</a:t>
            </a:r>
            <a:endParaRPr lang="en-US" sz="3600" b="0" strike="noStrike" spc="-1" dirty="0">
              <a:solidFill>
                <a:srgbClr val="000000"/>
              </a:solidFill>
              <a:latin typeface="Arial"/>
            </a:endParaRPr>
          </a:p>
        </p:txBody>
      </p:sp>
      <p:sp>
        <p:nvSpPr>
          <p:cNvPr id="193" name="PlaceHolder 2"/>
          <p:cNvSpPr>
            <a:spLocks noGrp="1"/>
          </p:cNvSpPr>
          <p:nvPr>
            <p:ph/>
          </p:nvPr>
        </p:nvSpPr>
        <p:spPr>
          <a:xfrm>
            <a:off x="414720" y="2224440"/>
            <a:ext cx="7289640" cy="4151160"/>
          </a:xfrm>
          <a:prstGeom prst="rect">
            <a:avLst/>
          </a:prstGeom>
          <a:noFill/>
          <a:ln w="0">
            <a:noFill/>
          </a:ln>
        </p:spPr>
        <p:txBody>
          <a:bodyPr lIns="0" tIns="0" rIns="0" bIns="0" anchor="t">
            <a:noAutofit/>
          </a:bodyPr>
          <a:lstStyle/>
          <a:p>
            <a:pPr marL="252000" indent="-252000">
              <a:lnSpc>
                <a:spcPct val="110000"/>
              </a:lnSpc>
              <a:buClr>
                <a:srgbClr val="000000"/>
              </a:buClr>
              <a:buFont typeface="Wingdings" charset="2"/>
              <a:buChar char=""/>
            </a:pPr>
            <a:r>
              <a:rPr lang="en-GB" sz="1400" b="0" strike="noStrike" spc="-1">
                <a:solidFill>
                  <a:srgbClr val="000000"/>
                </a:solidFill>
                <a:latin typeface="Helvetica Neue"/>
              </a:rPr>
              <a:t>MongoDB is a document-oriented NoSQL database that stores data as BSON documents in collections</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A BSON document is a binary-encoded representation of a JSON document, which can contain nested documents and arrays</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Collections are analogous to tables in relational databases and can contain documents with different structures and fields</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MongoDB has a flexible schema that allows for dynamic changes to the structure of documents and collections</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This database supports horizontal scaling through the use of sharding, which distributes data across multiple servers</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MongoDB can be accessed through a command-line interface or through drivers and APIs in different programming languages</a:t>
            </a:r>
            <a:endParaRPr lang="en-US" sz="1400" b="0" strike="noStrike" spc="-1">
              <a:solidFill>
                <a:srgbClr val="000000"/>
              </a:solidFill>
              <a:latin typeface="Arial"/>
            </a:endParaRPr>
          </a:p>
        </p:txBody>
      </p:sp>
      <p:sp>
        <p:nvSpPr>
          <p:cNvPr id="194" name="PlaceHolder 3"/>
          <p:cNvSpPr>
            <a:spLocks noGrp="1"/>
          </p:cNvSpPr>
          <p:nvPr>
            <p:ph type="ftr" idx="19"/>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5" name="PlaceHolder 4"/>
          <p:cNvSpPr>
            <a:spLocks noGrp="1"/>
          </p:cNvSpPr>
          <p:nvPr>
            <p:ph type="sldNum" idx="4"/>
          </p:nvPr>
        </p:nvSpPr>
        <p:spPr/>
        <p:txBody>
          <a:bodyPr/>
          <a:lstStyle/>
          <a:p>
            <a:fld id="{5719C4E3-2D0B-473D-BC1A-231B100D1C84}" type="slidenum">
              <a:t>15</a:t>
            </a:fld>
            <a:endParaRPr/>
          </a:p>
        </p:txBody>
      </p:sp>
      <p:sp>
        <p:nvSpPr>
          <p:cNvPr id="6" name="PlaceHolder 5"/>
          <p:cNvSpPr>
            <a:spLocks noGrp="1"/>
          </p:cNvSpPr>
          <p:nvPr>
            <p:ph type="dt" idx="2"/>
          </p:nvPr>
        </p:nvSpPr>
        <p:spPr/>
        <p:txBody>
          <a:bodyPr/>
          <a:lstStyle/>
          <a:p>
            <a:fld id="{A16EB590-EED7-418C-9CB5-1CFDE8803E76}" type="datetime1">
              <a:rPr lang="da-DK"/>
              <a:t>18.09.2024</a:t>
            </a:fld>
            <a:endParaRPr lang="da-DK"/>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PlaceHolder 1"/>
          <p:cNvSpPr>
            <a:spLocks noGrp="1"/>
          </p:cNvSpPr>
          <p:nvPr>
            <p:ph type="title"/>
          </p:nvPr>
        </p:nvSpPr>
        <p:spPr>
          <a:xfrm>
            <a:off x="414720" y="999000"/>
            <a:ext cx="10952280" cy="114732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a:solidFill>
                  <a:srgbClr val="000000"/>
                </a:solidFill>
                <a:latin typeface="Arial"/>
              </a:rPr>
              <a:t>Overview of MongoDB and its Features</a:t>
            </a:r>
            <a:endParaRPr lang="en-US" sz="3600" b="0" strike="noStrike" spc="-1">
              <a:solidFill>
                <a:srgbClr val="000000"/>
              </a:solidFill>
              <a:latin typeface="Arial"/>
            </a:endParaRPr>
          </a:p>
        </p:txBody>
      </p:sp>
      <p:sp>
        <p:nvSpPr>
          <p:cNvPr id="196" name="PlaceHolder 2"/>
          <p:cNvSpPr>
            <a:spLocks noGrp="1"/>
          </p:cNvSpPr>
          <p:nvPr>
            <p:ph/>
          </p:nvPr>
        </p:nvSpPr>
        <p:spPr>
          <a:xfrm>
            <a:off x="414720" y="1968840"/>
            <a:ext cx="7289640" cy="4151160"/>
          </a:xfrm>
          <a:prstGeom prst="rect">
            <a:avLst/>
          </a:prstGeom>
          <a:noFill/>
          <a:ln w="0">
            <a:noFill/>
          </a:ln>
        </p:spPr>
        <p:txBody>
          <a:bodyPr lIns="0" tIns="0" rIns="0" bIns="0" anchor="t">
            <a:noAutofit/>
          </a:bodyPr>
          <a:lstStyle/>
          <a:p>
            <a:pPr marL="252000" indent="0">
              <a:lnSpc>
                <a:spcPct val="110000"/>
              </a:lnSpc>
              <a:buNone/>
            </a:pPr>
            <a:r>
              <a:rPr lang="en-GB" sz="1400" b="0" strike="noStrike" spc="-1">
                <a:solidFill>
                  <a:srgbClr val="000000"/>
                </a:solidFill>
                <a:latin typeface="Helvetica Neue"/>
              </a:rPr>
              <a:t>MongoDB:</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is a popular open-source document-oriented NoSQL database</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is designed for scalability, flexibility, and performance, and is used by many organizations for large-scale data storage and retrieval</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supports dynamic schema, which allows for the easy addition and removal of fields in documents without having to modify the entire collection schema</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supports horizontal scaling through sharding, which allows for the distribution of data across multiple servers</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secures ACID transactions at the document level, which ensures that changes to documents are atomic, consistent, isolated, and durable</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has a flexible query language, called MongoDB Query Language (MQL), which allows for complex queries, aggregations, and data manipulations</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has a large community and a wide range of drivers and tools available for different programming languages and platforms</a:t>
            </a:r>
            <a:endParaRPr lang="en-US" sz="1400" b="0" strike="noStrike" spc="-1">
              <a:solidFill>
                <a:srgbClr val="000000"/>
              </a:solidFill>
              <a:latin typeface="Arial"/>
            </a:endParaRPr>
          </a:p>
        </p:txBody>
      </p:sp>
      <p:sp>
        <p:nvSpPr>
          <p:cNvPr id="197" name="PlaceHolder 3"/>
          <p:cNvSpPr>
            <a:spLocks noGrp="1"/>
          </p:cNvSpPr>
          <p:nvPr>
            <p:ph type="ftr" idx="20"/>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5" name="PlaceHolder 4"/>
          <p:cNvSpPr>
            <a:spLocks noGrp="1"/>
          </p:cNvSpPr>
          <p:nvPr>
            <p:ph type="sldNum" idx="4"/>
          </p:nvPr>
        </p:nvSpPr>
        <p:spPr/>
        <p:txBody>
          <a:bodyPr/>
          <a:lstStyle/>
          <a:p>
            <a:fld id="{70BC2499-7432-4C88-BAA4-0AF6C1E0A2D3}" type="slidenum">
              <a:t>16</a:t>
            </a:fld>
            <a:endParaRPr/>
          </a:p>
        </p:txBody>
      </p:sp>
      <p:sp>
        <p:nvSpPr>
          <p:cNvPr id="6" name="PlaceHolder 5"/>
          <p:cNvSpPr>
            <a:spLocks noGrp="1"/>
          </p:cNvSpPr>
          <p:nvPr>
            <p:ph type="dt" idx="2"/>
          </p:nvPr>
        </p:nvSpPr>
        <p:spPr/>
        <p:txBody>
          <a:bodyPr/>
          <a:lstStyle/>
          <a:p>
            <a:fld id="{DED6ED9D-CCD1-4A1C-A7ED-BDD0F216799C}" type="datetime1">
              <a:rPr lang="da-DK"/>
              <a:t>18.09.2024</a:t>
            </a:fld>
            <a:endParaRPr lang="da-DK"/>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PlaceHolder 1"/>
          <p:cNvSpPr>
            <a:spLocks noGrp="1"/>
          </p:cNvSpPr>
          <p:nvPr>
            <p:ph type="title"/>
          </p:nvPr>
        </p:nvSpPr>
        <p:spPr>
          <a:xfrm>
            <a:off x="414720" y="999000"/>
            <a:ext cx="10952280" cy="114732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a:solidFill>
                  <a:srgbClr val="000000"/>
                </a:solidFill>
                <a:latin typeface="Arial"/>
              </a:rPr>
              <a:t>MongoDB Data Model Basics</a:t>
            </a:r>
            <a:endParaRPr lang="en-US" sz="3600" b="0" strike="noStrike" spc="-1">
              <a:solidFill>
                <a:srgbClr val="000000"/>
              </a:solidFill>
              <a:latin typeface="Arial"/>
            </a:endParaRPr>
          </a:p>
        </p:txBody>
      </p:sp>
      <p:sp>
        <p:nvSpPr>
          <p:cNvPr id="199" name="PlaceHolder 2"/>
          <p:cNvSpPr>
            <a:spLocks noGrp="1"/>
          </p:cNvSpPr>
          <p:nvPr>
            <p:ph/>
          </p:nvPr>
        </p:nvSpPr>
        <p:spPr>
          <a:xfrm>
            <a:off x="414720" y="2224440"/>
            <a:ext cx="7289640" cy="4151160"/>
          </a:xfrm>
          <a:prstGeom prst="rect">
            <a:avLst/>
          </a:prstGeom>
          <a:noFill/>
          <a:ln w="0">
            <a:noFill/>
          </a:ln>
        </p:spPr>
        <p:txBody>
          <a:bodyPr lIns="0" tIns="0" rIns="0" bIns="0" anchor="t">
            <a:noAutofit/>
          </a:bodyPr>
          <a:lstStyle/>
          <a:p>
            <a:pPr marL="252000" indent="-252000">
              <a:lnSpc>
                <a:spcPct val="110000"/>
              </a:lnSpc>
              <a:buClr>
                <a:srgbClr val="000000"/>
              </a:buClr>
              <a:buFont typeface="Wingdings" charset="2"/>
              <a:buChar char=""/>
            </a:pPr>
            <a:r>
              <a:rPr lang="en-GB" sz="1400" b="0" strike="noStrike" spc="-1" dirty="0">
                <a:solidFill>
                  <a:srgbClr val="000000"/>
                </a:solidFill>
                <a:latin typeface="Helvetica Neue"/>
              </a:rPr>
              <a:t>MongoDB stores data in collections, which are analogous to tables in a relational database</a:t>
            </a:r>
            <a:endParaRPr lang="en-US" sz="1400" b="0" strike="noStrike" spc="-1" dirty="0">
              <a:solidFill>
                <a:srgbClr val="000000"/>
              </a:solidFill>
              <a:latin typeface="Arial"/>
            </a:endParaRPr>
          </a:p>
          <a:p>
            <a:pPr marL="709200" lvl="1" indent="-252000">
              <a:lnSpc>
                <a:spcPct val="110000"/>
              </a:lnSpc>
              <a:buClr>
                <a:srgbClr val="000000"/>
              </a:buClr>
              <a:buFont typeface="Wingdings" charset="2"/>
              <a:buChar char=""/>
            </a:pPr>
            <a:r>
              <a:rPr lang="en-GB" sz="1200" b="0" strike="noStrike" spc="-1" dirty="0">
                <a:solidFill>
                  <a:srgbClr val="000000"/>
                </a:solidFill>
                <a:latin typeface="Helvetica Neue"/>
              </a:rPr>
              <a:t>Each collection can contain multiple documents, which are similar to rows in a table</a:t>
            </a:r>
            <a:endParaRPr lang="en-US" sz="1200" b="0" strike="noStrike" spc="-1" dirty="0">
              <a:solidFill>
                <a:srgbClr val="000000"/>
              </a:solidFill>
              <a:latin typeface="Arial"/>
            </a:endParaRPr>
          </a:p>
          <a:p>
            <a:pPr marL="709200" lvl="1" indent="-252000">
              <a:lnSpc>
                <a:spcPct val="110000"/>
              </a:lnSpc>
              <a:buClr>
                <a:srgbClr val="000000"/>
              </a:buClr>
              <a:buFont typeface="Wingdings" charset="2"/>
              <a:buChar char=""/>
            </a:pPr>
            <a:r>
              <a:rPr lang="en-GB" sz="1200" b="0" strike="noStrike" spc="-1" dirty="0">
                <a:solidFill>
                  <a:srgbClr val="000000"/>
                </a:solidFill>
                <a:latin typeface="Helvetica Neue"/>
              </a:rPr>
              <a:t>Every document in MongoDB are stored in BSON format, which allows for efficient storage and retrieval of data</a:t>
            </a:r>
            <a:endParaRPr lang="en-US" sz="1200" b="0" strike="noStrike" spc="-1" dirty="0">
              <a:solidFill>
                <a:srgbClr val="000000"/>
              </a:solidFill>
              <a:latin typeface="Arial"/>
            </a:endParaRPr>
          </a:p>
          <a:p>
            <a:pPr marL="709200" lvl="1" indent="-252000">
              <a:lnSpc>
                <a:spcPct val="110000"/>
              </a:lnSpc>
              <a:buClr>
                <a:srgbClr val="000000"/>
              </a:buClr>
              <a:buFont typeface="Wingdings" charset="2"/>
              <a:buChar char=""/>
            </a:pPr>
            <a:r>
              <a:rPr lang="en-GB" sz="1200" b="0" strike="noStrike" spc="-1" dirty="0">
                <a:solidFill>
                  <a:srgbClr val="000000"/>
                </a:solidFill>
                <a:latin typeface="Helvetica Neue"/>
              </a:rPr>
              <a:t>Each document in a collection can have a different structure and can contain different fields</a:t>
            </a:r>
            <a:endParaRPr lang="en-US" sz="1000" b="0" strike="noStrike" spc="-1" dirty="0">
              <a:solidFill>
                <a:srgbClr val="000000"/>
              </a:solidFill>
              <a:latin typeface="Arial"/>
            </a:endParaRPr>
          </a:p>
          <a:p>
            <a:pPr marL="252000" indent="-252000">
              <a:lnSpc>
                <a:spcPct val="110000"/>
              </a:lnSpc>
              <a:buClr>
                <a:srgbClr val="000000"/>
              </a:buClr>
              <a:buFont typeface="Wingdings" charset="2"/>
              <a:buChar char=""/>
            </a:pPr>
            <a:r>
              <a:rPr lang="en-GB" sz="1400" b="0" strike="noStrike" spc="-1" dirty="0">
                <a:solidFill>
                  <a:srgbClr val="000000"/>
                </a:solidFill>
                <a:latin typeface="Helvetica Neue"/>
              </a:rPr>
              <a:t>Documents in the database can contain nested documents and arrays, which allows for flexible data </a:t>
            </a:r>
            <a:r>
              <a:rPr lang="en-GB" sz="1400" b="0" strike="noStrike" spc="-1" dirty="0" err="1">
                <a:solidFill>
                  <a:srgbClr val="000000"/>
                </a:solidFill>
                <a:latin typeface="Helvetica Neue"/>
              </a:rPr>
              <a:t>modeling</a:t>
            </a:r>
            <a:endParaRPr lang="en-US" sz="1400" b="0" strike="noStrike" spc="-1" dirty="0">
              <a:solidFill>
                <a:srgbClr val="000000"/>
              </a:solidFill>
              <a:latin typeface="Arial"/>
            </a:endParaRPr>
          </a:p>
          <a:p>
            <a:pPr marL="252000" indent="-252000">
              <a:lnSpc>
                <a:spcPct val="110000"/>
              </a:lnSpc>
              <a:buClr>
                <a:srgbClr val="000000"/>
              </a:buClr>
              <a:buFont typeface="Wingdings" charset="2"/>
              <a:buChar char=""/>
            </a:pPr>
            <a:r>
              <a:rPr lang="en-GB" sz="1400" b="0" strike="noStrike" spc="-1" dirty="0">
                <a:solidFill>
                  <a:srgbClr val="000000"/>
                </a:solidFill>
                <a:latin typeface="Helvetica Neue"/>
              </a:rPr>
              <a:t>MongoDB documents have a unique identifier, called an </a:t>
            </a:r>
            <a:r>
              <a:rPr lang="en-GB" sz="1400" b="0" strike="noStrike" spc="-1" dirty="0" err="1">
                <a:solidFill>
                  <a:srgbClr val="000000"/>
                </a:solidFill>
                <a:latin typeface="Helvetica Neue"/>
              </a:rPr>
              <a:t>ObjectID</a:t>
            </a:r>
            <a:r>
              <a:rPr lang="en-GB" sz="1400" b="0" strike="noStrike" spc="-1" dirty="0">
                <a:solidFill>
                  <a:srgbClr val="000000"/>
                </a:solidFill>
                <a:latin typeface="Helvetica Neue"/>
              </a:rPr>
              <a:t>, which is automatically generated by MongoDB when a new document is inserted into a collection</a:t>
            </a:r>
            <a:endParaRPr lang="en-US" sz="1400" b="0" strike="noStrike" spc="-1" dirty="0">
              <a:solidFill>
                <a:srgbClr val="000000"/>
              </a:solidFill>
              <a:latin typeface="Arial"/>
            </a:endParaRPr>
          </a:p>
        </p:txBody>
      </p:sp>
      <p:sp>
        <p:nvSpPr>
          <p:cNvPr id="200" name="PlaceHolder 3"/>
          <p:cNvSpPr>
            <a:spLocks noGrp="1"/>
          </p:cNvSpPr>
          <p:nvPr>
            <p:ph type="ftr" idx="21"/>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5" name="PlaceHolder 4"/>
          <p:cNvSpPr>
            <a:spLocks noGrp="1"/>
          </p:cNvSpPr>
          <p:nvPr>
            <p:ph type="sldNum" idx="4"/>
          </p:nvPr>
        </p:nvSpPr>
        <p:spPr/>
        <p:txBody>
          <a:bodyPr/>
          <a:lstStyle/>
          <a:p>
            <a:fld id="{895D2816-128E-4558-A8B2-ECD211BF8E58}" type="slidenum">
              <a:rPr/>
              <a:t>17</a:t>
            </a:fld>
            <a:endParaRPr/>
          </a:p>
        </p:txBody>
      </p:sp>
      <p:sp>
        <p:nvSpPr>
          <p:cNvPr id="6" name="PlaceHolder 5"/>
          <p:cNvSpPr>
            <a:spLocks noGrp="1"/>
          </p:cNvSpPr>
          <p:nvPr>
            <p:ph type="dt" idx="2"/>
          </p:nvPr>
        </p:nvSpPr>
        <p:spPr/>
        <p:txBody>
          <a:bodyPr/>
          <a:lstStyle/>
          <a:p>
            <a:fld id="{EA9775D2-597A-4474-821E-A8115EDC2469}" type="datetime1">
              <a:rPr lang="da-DK"/>
              <a:t>18.09.2024</a:t>
            </a:fld>
            <a:endParaRPr lang="da-DK"/>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PlaceHolder 1"/>
          <p:cNvSpPr>
            <a:spLocks noGrp="1"/>
          </p:cNvSpPr>
          <p:nvPr>
            <p:ph type="title"/>
          </p:nvPr>
        </p:nvSpPr>
        <p:spPr>
          <a:xfrm>
            <a:off x="414720" y="999000"/>
            <a:ext cx="10952280" cy="114732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a:solidFill>
                  <a:srgbClr val="000000"/>
                </a:solidFill>
                <a:latin typeface="Arial"/>
              </a:rPr>
              <a:t>Overview of BSON and its Advantages</a:t>
            </a:r>
            <a:endParaRPr lang="en-US" sz="3600" b="0" strike="noStrike" spc="-1">
              <a:solidFill>
                <a:srgbClr val="000000"/>
              </a:solidFill>
              <a:latin typeface="Arial"/>
            </a:endParaRPr>
          </a:p>
        </p:txBody>
      </p:sp>
      <p:sp>
        <p:nvSpPr>
          <p:cNvPr id="202" name="PlaceHolder 2"/>
          <p:cNvSpPr>
            <a:spLocks noGrp="1"/>
          </p:cNvSpPr>
          <p:nvPr>
            <p:ph/>
          </p:nvPr>
        </p:nvSpPr>
        <p:spPr>
          <a:xfrm>
            <a:off x="414720" y="2224440"/>
            <a:ext cx="7289640" cy="4151160"/>
          </a:xfrm>
          <a:prstGeom prst="rect">
            <a:avLst/>
          </a:prstGeom>
          <a:noFill/>
          <a:ln w="0">
            <a:noFill/>
          </a:ln>
        </p:spPr>
        <p:txBody>
          <a:bodyPr lIns="0" tIns="0" rIns="0" bIns="0" anchor="t">
            <a:noAutofit/>
          </a:bodyPr>
          <a:lstStyle/>
          <a:p>
            <a:pPr marL="252000" indent="0">
              <a:lnSpc>
                <a:spcPct val="110000"/>
              </a:lnSpc>
              <a:buNone/>
            </a:pPr>
            <a:r>
              <a:rPr lang="en-GB" sz="1400" b="0" strike="noStrike" spc="-1">
                <a:solidFill>
                  <a:srgbClr val="000000"/>
                </a:solidFill>
                <a:latin typeface="Helvetica Neue"/>
              </a:rPr>
              <a:t>BSON:</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is a binary-encoded serialization format used by MongoDB to store and retrieve data</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has a structure similar JSON, but BSON is more efficient and supports additional data types, such as Date, Binary, and Regular Expression</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allows for the storage of binary data, such as images or multimedia files, which can be difficult to represent in JSON format</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supports indexing and query operations, which allows for efficient searching and retrieval of data in MongoDB</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is more compact than JSON, which reduces the amount of disk space and network bandwidth required for data storage and transfer</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is compatible with JSON, which allows for easy conversion between the two formats</a:t>
            </a:r>
            <a:endParaRPr lang="en-US" sz="1400" b="0" strike="noStrike" spc="-1">
              <a:solidFill>
                <a:srgbClr val="000000"/>
              </a:solidFill>
              <a:latin typeface="Arial"/>
            </a:endParaRPr>
          </a:p>
        </p:txBody>
      </p:sp>
      <p:sp>
        <p:nvSpPr>
          <p:cNvPr id="203" name="PlaceHolder 3"/>
          <p:cNvSpPr>
            <a:spLocks noGrp="1"/>
          </p:cNvSpPr>
          <p:nvPr>
            <p:ph type="ftr" idx="22"/>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5" name="PlaceHolder 4"/>
          <p:cNvSpPr>
            <a:spLocks noGrp="1"/>
          </p:cNvSpPr>
          <p:nvPr>
            <p:ph type="sldNum" idx="4"/>
          </p:nvPr>
        </p:nvSpPr>
        <p:spPr/>
        <p:txBody>
          <a:bodyPr/>
          <a:lstStyle/>
          <a:p>
            <a:fld id="{E53F24C2-C24B-4B56-8797-3C54B22CEF9B}" type="slidenum">
              <a:t>18</a:t>
            </a:fld>
            <a:endParaRPr/>
          </a:p>
        </p:txBody>
      </p:sp>
      <p:sp>
        <p:nvSpPr>
          <p:cNvPr id="6" name="PlaceHolder 5"/>
          <p:cNvSpPr>
            <a:spLocks noGrp="1"/>
          </p:cNvSpPr>
          <p:nvPr>
            <p:ph type="dt" idx="2"/>
          </p:nvPr>
        </p:nvSpPr>
        <p:spPr/>
        <p:txBody>
          <a:bodyPr/>
          <a:lstStyle/>
          <a:p>
            <a:fld id="{057E0141-165F-49CA-A1D3-7C8B57E47BDE}" type="datetime1">
              <a:rPr lang="da-DK"/>
              <a:t>18.09.2024</a:t>
            </a:fld>
            <a:endParaRPr lang="da-DK"/>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PlaceHolder 1"/>
          <p:cNvSpPr>
            <a:spLocks noGrp="1"/>
          </p:cNvSpPr>
          <p:nvPr>
            <p:ph type="title"/>
          </p:nvPr>
        </p:nvSpPr>
        <p:spPr>
          <a:xfrm>
            <a:off x="414720" y="999000"/>
            <a:ext cx="10952280" cy="114732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dirty="0">
                <a:solidFill>
                  <a:srgbClr val="000000"/>
                </a:solidFill>
                <a:latin typeface="Arial"/>
              </a:rPr>
              <a:t>Installing MongoDB on Windows</a:t>
            </a:r>
            <a:endParaRPr lang="en-US" sz="3600" b="0" strike="noStrike" spc="-1" dirty="0">
              <a:solidFill>
                <a:srgbClr val="000000"/>
              </a:solidFill>
              <a:latin typeface="Arial"/>
            </a:endParaRPr>
          </a:p>
        </p:txBody>
      </p:sp>
      <p:sp>
        <p:nvSpPr>
          <p:cNvPr id="205" name="PlaceHolder 2"/>
          <p:cNvSpPr>
            <a:spLocks noGrp="1"/>
          </p:cNvSpPr>
          <p:nvPr>
            <p:ph/>
          </p:nvPr>
        </p:nvSpPr>
        <p:spPr>
          <a:xfrm>
            <a:off x="414720" y="2224440"/>
            <a:ext cx="7289640" cy="4151160"/>
          </a:xfrm>
          <a:prstGeom prst="rect">
            <a:avLst/>
          </a:prstGeom>
          <a:noFill/>
          <a:ln w="0">
            <a:noFill/>
          </a:ln>
        </p:spPr>
        <p:txBody>
          <a:bodyPr lIns="0" tIns="0" rIns="0" bIns="0" anchor="t">
            <a:noAutofit/>
          </a:bodyPr>
          <a:lstStyle/>
          <a:p>
            <a:pPr marL="252000" indent="-252000">
              <a:lnSpc>
                <a:spcPct val="110000"/>
              </a:lnSpc>
              <a:buClr>
                <a:srgbClr val="000000"/>
              </a:buClr>
              <a:buFont typeface="Wingdings" charset="2"/>
              <a:buChar char=""/>
            </a:pPr>
            <a:r>
              <a:rPr lang="da-DK" sz="1400" b="0" strike="noStrike" spc="-1" dirty="0">
                <a:solidFill>
                  <a:srgbClr val="000000"/>
                </a:solidFill>
                <a:latin typeface="Helvetica Neue"/>
              </a:rPr>
              <a:t>Go to </a:t>
            </a:r>
            <a:r>
              <a:rPr lang="da-DK" sz="1400" b="0" strike="noStrike" spc="-1" dirty="0" err="1">
                <a:solidFill>
                  <a:srgbClr val="000000"/>
                </a:solidFill>
                <a:latin typeface="Helvetica Neue"/>
              </a:rPr>
              <a:t>mongodb.com</a:t>
            </a:r>
            <a:r>
              <a:rPr lang="da-DK" sz="1400" b="0" strike="noStrike" spc="-1" dirty="0">
                <a:solidFill>
                  <a:srgbClr val="000000"/>
                </a:solidFill>
                <a:latin typeface="Helvetica Neue"/>
              </a:rPr>
              <a:t>/</a:t>
            </a:r>
            <a:r>
              <a:rPr lang="da-DK" sz="1400" b="0" strike="noStrike" spc="-1" dirty="0" err="1">
                <a:solidFill>
                  <a:srgbClr val="000000"/>
                </a:solidFill>
                <a:latin typeface="Helvetica Neue"/>
              </a:rPr>
              <a:t>try</a:t>
            </a:r>
            <a:r>
              <a:rPr lang="da-DK" sz="1400" b="0" strike="noStrike" spc="-1" dirty="0">
                <a:solidFill>
                  <a:srgbClr val="000000"/>
                </a:solidFill>
                <a:latin typeface="Helvetica Neue"/>
              </a:rPr>
              <a:t>/download/community</a:t>
            </a:r>
          </a:p>
          <a:p>
            <a:pPr marL="252000" indent="-252000">
              <a:lnSpc>
                <a:spcPct val="110000"/>
              </a:lnSpc>
              <a:buClr>
                <a:srgbClr val="000000"/>
              </a:buClr>
              <a:buFont typeface="Wingdings" charset="2"/>
              <a:buChar char=""/>
            </a:pPr>
            <a:r>
              <a:rPr lang="en-US" sz="1400" b="0" strike="noStrike" spc="-1" dirty="0">
                <a:solidFill>
                  <a:srgbClr val="000000"/>
                </a:solidFill>
                <a:latin typeface="Arial"/>
              </a:rPr>
              <a:t>Select the latest (current) version</a:t>
            </a:r>
          </a:p>
          <a:p>
            <a:pPr marL="252000" indent="-252000">
              <a:lnSpc>
                <a:spcPct val="110000"/>
              </a:lnSpc>
              <a:buClr>
                <a:srgbClr val="000000"/>
              </a:buClr>
              <a:buFont typeface="Wingdings" charset="2"/>
              <a:buChar char=""/>
            </a:pPr>
            <a:r>
              <a:rPr lang="en-US" sz="1400" spc="-1" dirty="0">
                <a:solidFill>
                  <a:srgbClr val="000000"/>
                </a:solidFill>
                <a:latin typeface="Arial"/>
              </a:rPr>
              <a:t>Choose your platform</a:t>
            </a:r>
          </a:p>
          <a:p>
            <a:pPr marL="252000" indent="-252000">
              <a:lnSpc>
                <a:spcPct val="110000"/>
              </a:lnSpc>
              <a:buClr>
                <a:srgbClr val="000000"/>
              </a:buClr>
              <a:buFont typeface="Wingdings" charset="2"/>
              <a:buChar char=""/>
            </a:pPr>
            <a:r>
              <a:rPr lang="en-US" sz="1400" b="0" strike="noStrike" spc="-1" dirty="0">
                <a:solidFill>
                  <a:srgbClr val="000000"/>
                </a:solidFill>
                <a:latin typeface="Arial"/>
              </a:rPr>
              <a:t>Choose and </a:t>
            </a:r>
            <a:r>
              <a:rPr lang="en-US" sz="1400" b="0" strike="noStrike" spc="-1" dirty="0" err="1">
                <a:solidFill>
                  <a:srgbClr val="000000"/>
                </a:solidFill>
                <a:latin typeface="Arial"/>
              </a:rPr>
              <a:t>msi</a:t>
            </a:r>
            <a:r>
              <a:rPr lang="en-US" sz="1400" b="0" strike="noStrike" spc="-1" dirty="0">
                <a:solidFill>
                  <a:srgbClr val="000000"/>
                </a:solidFill>
                <a:latin typeface="Arial"/>
              </a:rPr>
              <a:t> (Microsoft installer) package</a:t>
            </a:r>
          </a:p>
          <a:p>
            <a:pPr marL="252000" indent="-252000">
              <a:lnSpc>
                <a:spcPct val="110000"/>
              </a:lnSpc>
              <a:buClr>
                <a:srgbClr val="000000"/>
              </a:buClr>
              <a:buFont typeface="Wingdings" charset="2"/>
              <a:buChar char=""/>
            </a:pPr>
            <a:r>
              <a:rPr lang="en-US" sz="1400" spc="-1" dirty="0">
                <a:solidFill>
                  <a:srgbClr val="000000"/>
                </a:solidFill>
                <a:latin typeface="Arial"/>
              </a:rPr>
              <a:t>Click download</a:t>
            </a:r>
          </a:p>
          <a:p>
            <a:pPr marL="252000" indent="-252000">
              <a:lnSpc>
                <a:spcPct val="110000"/>
              </a:lnSpc>
              <a:buClr>
                <a:srgbClr val="000000"/>
              </a:buClr>
              <a:buFont typeface="Wingdings" charset="2"/>
              <a:buChar char=""/>
            </a:pPr>
            <a:r>
              <a:rPr lang="en-US" sz="1400" b="0" strike="noStrike" spc="-1" dirty="0">
                <a:solidFill>
                  <a:srgbClr val="000000"/>
                </a:solidFill>
                <a:latin typeface="Arial"/>
              </a:rPr>
              <a:t>Run the installation wizard</a:t>
            </a:r>
          </a:p>
        </p:txBody>
      </p:sp>
      <p:sp>
        <p:nvSpPr>
          <p:cNvPr id="206" name="PlaceHolder 3"/>
          <p:cNvSpPr>
            <a:spLocks noGrp="1"/>
          </p:cNvSpPr>
          <p:nvPr>
            <p:ph type="ftr" idx="23"/>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5" name="PlaceHolder 4"/>
          <p:cNvSpPr>
            <a:spLocks noGrp="1"/>
          </p:cNvSpPr>
          <p:nvPr>
            <p:ph type="sldNum" idx="4"/>
          </p:nvPr>
        </p:nvSpPr>
        <p:spPr/>
        <p:txBody>
          <a:bodyPr/>
          <a:lstStyle/>
          <a:p>
            <a:fld id="{C891E961-34F6-450C-9FDD-D01A5560A145}" type="slidenum">
              <a:rPr/>
              <a:t>19</a:t>
            </a:fld>
            <a:endParaRPr/>
          </a:p>
        </p:txBody>
      </p:sp>
      <p:sp>
        <p:nvSpPr>
          <p:cNvPr id="6" name="PlaceHolder 5"/>
          <p:cNvSpPr>
            <a:spLocks noGrp="1"/>
          </p:cNvSpPr>
          <p:nvPr>
            <p:ph type="dt" idx="2"/>
          </p:nvPr>
        </p:nvSpPr>
        <p:spPr/>
        <p:txBody>
          <a:bodyPr/>
          <a:lstStyle/>
          <a:p>
            <a:fld id="{0F34F9B2-2076-40DA-B937-9679DE2AF8D1}" type="datetime1">
              <a:rPr lang="da-DK"/>
              <a:t>18.09.2024</a:t>
            </a:fld>
            <a:endParaRPr lang="da-DK"/>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PlaceHolder 1"/>
          <p:cNvSpPr>
            <a:spLocks noGrp="1"/>
          </p:cNvSpPr>
          <p:nvPr>
            <p:ph type="title"/>
          </p:nvPr>
        </p:nvSpPr>
        <p:spPr>
          <a:xfrm>
            <a:off x="414720" y="999000"/>
            <a:ext cx="10952280" cy="114732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dirty="0">
                <a:solidFill>
                  <a:srgbClr val="000000"/>
                </a:solidFill>
                <a:latin typeface="Arial"/>
              </a:rPr>
              <a:t>Installing MongoDB on Mac</a:t>
            </a:r>
            <a:endParaRPr lang="en-US" sz="3600" b="0" strike="noStrike" spc="-1" dirty="0">
              <a:solidFill>
                <a:srgbClr val="000000"/>
              </a:solidFill>
              <a:latin typeface="Arial"/>
            </a:endParaRPr>
          </a:p>
        </p:txBody>
      </p:sp>
      <p:sp>
        <p:nvSpPr>
          <p:cNvPr id="205" name="PlaceHolder 2"/>
          <p:cNvSpPr>
            <a:spLocks noGrp="1"/>
          </p:cNvSpPr>
          <p:nvPr>
            <p:ph/>
          </p:nvPr>
        </p:nvSpPr>
        <p:spPr>
          <a:xfrm>
            <a:off x="414720" y="1692351"/>
            <a:ext cx="6622184" cy="310038"/>
          </a:xfrm>
          <a:prstGeom prst="rect">
            <a:avLst/>
          </a:prstGeom>
          <a:noFill/>
          <a:ln w="0">
            <a:noFill/>
          </a:ln>
        </p:spPr>
        <p:txBody>
          <a:bodyPr lIns="0" tIns="0" rIns="0" bIns="0" anchor="t">
            <a:noAutofit/>
          </a:bodyPr>
          <a:lstStyle/>
          <a:p>
            <a:pPr marL="252000" indent="-252000">
              <a:lnSpc>
                <a:spcPct val="110000"/>
              </a:lnSpc>
              <a:buClr>
                <a:srgbClr val="000000"/>
              </a:buClr>
              <a:buFont typeface="Wingdings" charset="2"/>
              <a:buChar char=""/>
            </a:pPr>
            <a:r>
              <a:rPr lang="da-DK" sz="1400" b="0" strike="noStrike" spc="-1" dirty="0" err="1">
                <a:solidFill>
                  <a:srgbClr val="000000"/>
                </a:solidFill>
                <a:latin typeface="Helvetica Neue"/>
              </a:rPr>
              <a:t>Install</a:t>
            </a:r>
            <a:r>
              <a:rPr lang="da-DK" sz="1400" b="0" strike="noStrike" spc="-1" dirty="0">
                <a:solidFill>
                  <a:srgbClr val="000000"/>
                </a:solidFill>
                <a:latin typeface="Helvetica Neue"/>
              </a:rPr>
              <a:t> </a:t>
            </a:r>
            <a:r>
              <a:rPr lang="da-DK" sz="1400" b="0" strike="noStrike" spc="-1" dirty="0" err="1">
                <a:solidFill>
                  <a:srgbClr val="000000"/>
                </a:solidFill>
                <a:latin typeface="Helvetica Neue"/>
              </a:rPr>
              <a:t>homebrew</a:t>
            </a:r>
            <a:r>
              <a:rPr lang="da-DK" sz="1400" b="0" strike="noStrike" spc="-1" dirty="0">
                <a:solidFill>
                  <a:srgbClr val="000000"/>
                </a:solidFill>
                <a:latin typeface="Helvetica Neue"/>
              </a:rPr>
              <a:t> vi the terminal </a:t>
            </a:r>
            <a:r>
              <a:rPr lang="da-DK" sz="1400" b="0" strike="noStrike" spc="-1" dirty="0" err="1">
                <a:solidFill>
                  <a:srgbClr val="000000"/>
                </a:solidFill>
                <a:latin typeface="Helvetica Neue"/>
              </a:rPr>
              <a:t>if</a:t>
            </a:r>
            <a:r>
              <a:rPr lang="da-DK" sz="1400" b="0" strike="noStrike" spc="-1" dirty="0">
                <a:solidFill>
                  <a:srgbClr val="000000"/>
                </a:solidFill>
                <a:latin typeface="Helvetica Neue"/>
              </a:rPr>
              <a:t> </a:t>
            </a:r>
            <a:r>
              <a:rPr lang="da-DK" sz="1400" b="0" strike="noStrike" spc="-1" dirty="0" err="1">
                <a:solidFill>
                  <a:srgbClr val="000000"/>
                </a:solidFill>
                <a:latin typeface="Helvetica Neue"/>
              </a:rPr>
              <a:t>you</a:t>
            </a:r>
            <a:r>
              <a:rPr lang="da-DK" sz="1400" b="0" strike="noStrike" spc="-1" dirty="0">
                <a:solidFill>
                  <a:srgbClr val="000000"/>
                </a:solidFill>
                <a:latin typeface="Helvetica Neue"/>
              </a:rPr>
              <a:t> </a:t>
            </a:r>
            <a:r>
              <a:rPr lang="da-DK" sz="1400" b="0" strike="noStrike" spc="-1" dirty="0" err="1">
                <a:solidFill>
                  <a:srgbClr val="000000"/>
                </a:solidFill>
                <a:latin typeface="Helvetica Neue"/>
              </a:rPr>
              <a:t>haven’t</a:t>
            </a:r>
            <a:r>
              <a:rPr lang="da-DK" sz="1400" b="0" strike="noStrike" spc="-1" dirty="0">
                <a:solidFill>
                  <a:srgbClr val="000000"/>
                </a:solidFill>
                <a:latin typeface="Helvetica Neue"/>
              </a:rPr>
              <a:t> </a:t>
            </a:r>
            <a:r>
              <a:rPr lang="da-DK" sz="1400" b="0" strike="noStrike" spc="-1" dirty="0" err="1">
                <a:solidFill>
                  <a:srgbClr val="000000"/>
                </a:solidFill>
                <a:latin typeface="Helvetica Neue"/>
              </a:rPr>
              <a:t>already</a:t>
            </a:r>
            <a:r>
              <a:rPr lang="da-DK" sz="1400" b="0" strike="noStrike" spc="-1" dirty="0">
                <a:solidFill>
                  <a:srgbClr val="000000"/>
                </a:solidFill>
                <a:latin typeface="Helvetica Neue"/>
              </a:rPr>
              <a:t>:</a:t>
            </a:r>
            <a:endParaRPr lang="en-US" sz="1400" b="0" strike="noStrike" spc="-1" dirty="0">
              <a:solidFill>
                <a:srgbClr val="000000"/>
              </a:solidFill>
              <a:latin typeface="Arial"/>
            </a:endParaRPr>
          </a:p>
        </p:txBody>
      </p:sp>
      <p:sp>
        <p:nvSpPr>
          <p:cNvPr id="5" name="PlaceHolder 4"/>
          <p:cNvSpPr>
            <a:spLocks noGrp="1"/>
          </p:cNvSpPr>
          <p:nvPr>
            <p:ph type="sldNum" idx="4"/>
          </p:nvPr>
        </p:nvSpPr>
        <p:spPr/>
        <p:txBody>
          <a:bodyPr/>
          <a:lstStyle/>
          <a:p>
            <a:fld id="{C891E961-34F6-450C-9FDD-D01A5560A145}" type="slidenum">
              <a:rPr/>
              <a:t>20</a:t>
            </a:fld>
            <a:endParaRPr/>
          </a:p>
        </p:txBody>
      </p:sp>
      <p:sp>
        <p:nvSpPr>
          <p:cNvPr id="6" name="PlaceHolder 5"/>
          <p:cNvSpPr>
            <a:spLocks noGrp="1"/>
          </p:cNvSpPr>
          <p:nvPr>
            <p:ph type="dt" idx="2"/>
          </p:nvPr>
        </p:nvSpPr>
        <p:spPr/>
        <p:txBody>
          <a:bodyPr/>
          <a:lstStyle/>
          <a:p>
            <a:fld id="{0F34F9B2-2076-40DA-B937-9679DE2AF8D1}" type="datetime1">
              <a:rPr lang="da-DK"/>
              <a:t>18.09.2024</a:t>
            </a:fld>
            <a:endParaRPr lang="da-DK"/>
          </a:p>
        </p:txBody>
      </p:sp>
      <p:sp>
        <p:nvSpPr>
          <p:cNvPr id="2" name="Rectangle 6">
            <a:extLst>
              <a:ext uri="{FF2B5EF4-FFF2-40B4-BE49-F238E27FC236}">
                <a16:creationId xmlns:a16="http://schemas.microsoft.com/office/drawing/2014/main" id="{6C120BC5-A39B-4175-667B-DACCAAC1BA05}"/>
              </a:ext>
            </a:extLst>
          </p:cNvPr>
          <p:cNvSpPr/>
          <p:nvPr/>
        </p:nvSpPr>
        <p:spPr>
          <a:xfrm>
            <a:off x="537355" y="2080509"/>
            <a:ext cx="10952279" cy="448654"/>
          </a:xfrm>
          <a:prstGeom prst="rect">
            <a:avLst/>
          </a:prstGeom>
          <a:solidFill>
            <a:schemeClr val="tx1">
              <a:lumMod val="85000"/>
              <a:lumOff val="15000"/>
            </a:schemeClr>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72000" tIns="72000" rIns="72000" bIns="72000" anchor="t">
            <a:noAutofit/>
          </a:bodyPr>
          <a:lstStyle/>
          <a:p>
            <a:pPr>
              <a:lnSpc>
                <a:spcPct val="100000"/>
              </a:lnSpc>
            </a:pPr>
            <a:r>
              <a:rPr lang="en-GB" sz="1400" b="0" strike="noStrike" spc="-1" dirty="0">
                <a:solidFill>
                  <a:srgbClr val="9CDCFE"/>
                </a:solidFill>
                <a:latin typeface="Menlo"/>
              </a:rPr>
              <a:t>/bin/bash -c "$(curl -</a:t>
            </a:r>
            <a:r>
              <a:rPr lang="en-GB" sz="1400" b="0" strike="noStrike" spc="-1" dirty="0" err="1">
                <a:solidFill>
                  <a:srgbClr val="9CDCFE"/>
                </a:solidFill>
                <a:latin typeface="Menlo"/>
              </a:rPr>
              <a:t>fsSL</a:t>
            </a:r>
            <a:r>
              <a:rPr lang="en-GB" sz="1400" b="0" strike="noStrike" spc="-1" dirty="0">
                <a:solidFill>
                  <a:srgbClr val="9CDCFE"/>
                </a:solidFill>
                <a:latin typeface="Menlo"/>
              </a:rPr>
              <a:t> https://</a:t>
            </a:r>
            <a:r>
              <a:rPr lang="en-GB" sz="1400" b="0" strike="noStrike" spc="-1" dirty="0" err="1">
                <a:solidFill>
                  <a:srgbClr val="9CDCFE"/>
                </a:solidFill>
                <a:latin typeface="Menlo"/>
              </a:rPr>
              <a:t>raw.githubusercontent.com</a:t>
            </a:r>
            <a:r>
              <a:rPr lang="en-GB" sz="1400" b="0" strike="noStrike" spc="-1" dirty="0">
                <a:solidFill>
                  <a:srgbClr val="9CDCFE"/>
                </a:solidFill>
                <a:latin typeface="Menlo"/>
              </a:rPr>
              <a:t>/Homebrew/install/HEAD/</a:t>
            </a:r>
            <a:r>
              <a:rPr lang="en-GB" sz="1400" b="0" strike="noStrike" spc="-1" dirty="0" err="1">
                <a:solidFill>
                  <a:srgbClr val="9CDCFE"/>
                </a:solidFill>
                <a:latin typeface="Menlo"/>
              </a:rPr>
              <a:t>install.sh</a:t>
            </a:r>
            <a:r>
              <a:rPr lang="en-GB" sz="1400" b="0" strike="noStrike" spc="-1" dirty="0">
                <a:solidFill>
                  <a:srgbClr val="9CDCFE"/>
                </a:solidFill>
                <a:latin typeface="Menlo"/>
              </a:rPr>
              <a:t>)"</a:t>
            </a:r>
            <a:endParaRPr lang="da-DK" sz="1400" b="0" strike="noStrike" spc="-1" dirty="0">
              <a:solidFill>
                <a:srgbClr val="FFFFFF"/>
              </a:solidFill>
              <a:latin typeface="Arial"/>
            </a:endParaRPr>
          </a:p>
        </p:txBody>
      </p:sp>
      <p:sp>
        <p:nvSpPr>
          <p:cNvPr id="3" name="PlaceHolder 2">
            <a:extLst>
              <a:ext uri="{FF2B5EF4-FFF2-40B4-BE49-F238E27FC236}">
                <a16:creationId xmlns:a16="http://schemas.microsoft.com/office/drawing/2014/main" id="{D2B99D38-A244-D5E7-0A87-A077917D1F86}"/>
              </a:ext>
            </a:extLst>
          </p:cNvPr>
          <p:cNvSpPr txBox="1">
            <a:spLocks/>
          </p:cNvSpPr>
          <p:nvPr/>
        </p:nvSpPr>
        <p:spPr>
          <a:xfrm>
            <a:off x="414720" y="2685403"/>
            <a:ext cx="7178776" cy="328682"/>
          </a:xfrm>
          <a:prstGeom prst="rect">
            <a:avLst/>
          </a:prstGeom>
          <a:noFill/>
          <a:ln w="0">
            <a:noFill/>
          </a:ln>
        </p:spPr>
        <p:txBody>
          <a:bodyPr lIns="0" tIns="0" rIns="0" bIns="0" anchor="t">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pPr>
              <a:buClr>
                <a:srgbClr val="000000"/>
              </a:buClr>
              <a:buFont typeface="Wingdings" charset="2"/>
              <a:buChar char=""/>
            </a:pPr>
            <a:r>
              <a:rPr lang="da-DK" sz="1400" spc="-1" dirty="0">
                <a:solidFill>
                  <a:srgbClr val="000000"/>
                </a:solidFill>
                <a:latin typeface="Helvetica Neue"/>
              </a:rPr>
              <a:t>Now run the </a:t>
            </a:r>
            <a:r>
              <a:rPr lang="da-DK" sz="1400" spc="-1" dirty="0" err="1">
                <a:solidFill>
                  <a:srgbClr val="000000"/>
                </a:solidFill>
                <a:latin typeface="Helvetica Neue"/>
              </a:rPr>
              <a:t>following</a:t>
            </a:r>
            <a:r>
              <a:rPr lang="da-DK" sz="1400" spc="-1" dirty="0">
                <a:solidFill>
                  <a:srgbClr val="000000"/>
                </a:solidFill>
                <a:latin typeface="Helvetica Neue"/>
              </a:rPr>
              <a:t> </a:t>
            </a:r>
            <a:r>
              <a:rPr lang="da-DK" sz="1400" spc="-1" dirty="0" err="1">
                <a:solidFill>
                  <a:srgbClr val="000000"/>
                </a:solidFill>
                <a:latin typeface="Helvetica Neue"/>
              </a:rPr>
              <a:t>commands</a:t>
            </a:r>
            <a:r>
              <a:rPr lang="da-DK" sz="1400" spc="-1" dirty="0">
                <a:solidFill>
                  <a:srgbClr val="000000"/>
                </a:solidFill>
                <a:latin typeface="Helvetica Neue"/>
              </a:rPr>
              <a:t> in the terminal and </a:t>
            </a:r>
            <a:r>
              <a:rPr lang="da-DK" sz="1400" spc="-1" dirty="0" err="1">
                <a:solidFill>
                  <a:srgbClr val="000000"/>
                </a:solidFill>
                <a:latin typeface="Helvetica Neue"/>
              </a:rPr>
              <a:t>wait</a:t>
            </a:r>
            <a:r>
              <a:rPr lang="da-DK" sz="1400" spc="-1" dirty="0">
                <a:solidFill>
                  <a:srgbClr val="000000"/>
                </a:solidFill>
                <a:latin typeface="Helvetica Neue"/>
              </a:rPr>
              <a:t> for </a:t>
            </a:r>
            <a:r>
              <a:rPr lang="da-DK" sz="1400" spc="-1" dirty="0" err="1">
                <a:solidFill>
                  <a:srgbClr val="000000"/>
                </a:solidFill>
                <a:latin typeface="Helvetica Neue"/>
              </a:rPr>
              <a:t>each</a:t>
            </a:r>
            <a:r>
              <a:rPr lang="da-DK" sz="1400" spc="-1" dirty="0">
                <a:solidFill>
                  <a:srgbClr val="000000"/>
                </a:solidFill>
                <a:latin typeface="Helvetica Neue"/>
              </a:rPr>
              <a:t> of </a:t>
            </a:r>
            <a:r>
              <a:rPr lang="da-DK" sz="1400" spc="-1" dirty="0" err="1">
                <a:solidFill>
                  <a:srgbClr val="000000"/>
                </a:solidFill>
                <a:latin typeface="Helvetica Neue"/>
              </a:rPr>
              <a:t>them</a:t>
            </a:r>
            <a:r>
              <a:rPr lang="da-DK" sz="1400" spc="-1" dirty="0">
                <a:solidFill>
                  <a:srgbClr val="000000"/>
                </a:solidFill>
                <a:latin typeface="Helvetica Neue"/>
              </a:rPr>
              <a:t> to finish:</a:t>
            </a:r>
          </a:p>
          <a:p>
            <a:pPr>
              <a:buClr>
                <a:srgbClr val="000000"/>
              </a:buClr>
              <a:buFont typeface="Wingdings" charset="2"/>
              <a:buChar char=""/>
            </a:pPr>
            <a:endParaRPr lang="da-DK" sz="1400" spc="-1" dirty="0">
              <a:solidFill>
                <a:srgbClr val="000000"/>
              </a:solidFill>
              <a:latin typeface="Helvetica Neue"/>
            </a:endParaRPr>
          </a:p>
          <a:p>
            <a:pPr>
              <a:buClr>
                <a:srgbClr val="000000"/>
              </a:buClr>
              <a:buFont typeface="Wingdings" charset="2"/>
              <a:buChar char=""/>
            </a:pPr>
            <a:endParaRPr lang="da-DK" sz="1400" spc="-1" dirty="0">
              <a:solidFill>
                <a:srgbClr val="000000"/>
              </a:solidFill>
              <a:latin typeface="Helvetica Neue"/>
            </a:endParaRPr>
          </a:p>
          <a:p>
            <a:pPr>
              <a:buClr>
                <a:srgbClr val="000000"/>
              </a:buClr>
              <a:buFont typeface="Wingdings" charset="2"/>
              <a:buChar char=""/>
            </a:pPr>
            <a:endParaRPr lang="en-US" sz="1400" spc="-1" dirty="0">
              <a:solidFill>
                <a:srgbClr val="000000"/>
              </a:solidFill>
              <a:latin typeface="Arial"/>
            </a:endParaRPr>
          </a:p>
        </p:txBody>
      </p:sp>
      <p:sp>
        <p:nvSpPr>
          <p:cNvPr id="4" name="Rectangle 6">
            <a:extLst>
              <a:ext uri="{FF2B5EF4-FFF2-40B4-BE49-F238E27FC236}">
                <a16:creationId xmlns:a16="http://schemas.microsoft.com/office/drawing/2014/main" id="{09B6E4B4-0F3E-56D2-4F27-C1301BCDC7CE}"/>
              </a:ext>
            </a:extLst>
          </p:cNvPr>
          <p:cNvSpPr/>
          <p:nvPr/>
        </p:nvSpPr>
        <p:spPr>
          <a:xfrm>
            <a:off x="619861" y="3100319"/>
            <a:ext cx="5830635" cy="328681"/>
          </a:xfrm>
          <a:prstGeom prst="rect">
            <a:avLst/>
          </a:prstGeom>
          <a:solidFill>
            <a:schemeClr val="tx1">
              <a:lumMod val="85000"/>
              <a:lumOff val="15000"/>
            </a:schemeClr>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72000" tIns="72000" rIns="72000" bIns="72000" anchor="t">
            <a:noAutofit/>
          </a:bodyPr>
          <a:lstStyle/>
          <a:p>
            <a:r>
              <a:rPr lang="en-GB" sz="1400" dirty="0" err="1">
                <a:solidFill>
                  <a:srgbClr val="F1C114"/>
                </a:solidFill>
                <a:effectLst/>
                <a:latin typeface="Menlo" panose="020B0609030804020204" pitchFamily="49" charset="0"/>
              </a:rPr>
              <a:t>sudo</a:t>
            </a:r>
            <a:r>
              <a:rPr lang="en-GB" sz="1400" dirty="0">
                <a:solidFill>
                  <a:srgbClr val="F1C114"/>
                </a:solidFill>
                <a:effectLst/>
                <a:latin typeface="Menlo" panose="020B0609030804020204" pitchFamily="49" charset="0"/>
              </a:rPr>
              <a:t> rm -rf /Library/Developer/</a:t>
            </a:r>
            <a:r>
              <a:rPr lang="en-GB" sz="1400" dirty="0" err="1">
                <a:solidFill>
                  <a:srgbClr val="F1C114"/>
                </a:solidFill>
                <a:effectLst/>
                <a:latin typeface="Menlo" panose="020B0609030804020204" pitchFamily="49" charset="0"/>
              </a:rPr>
              <a:t>CommandLineTools</a:t>
            </a:r>
            <a:endParaRPr lang="en-GB" sz="1400" dirty="0">
              <a:solidFill>
                <a:srgbClr val="F1C114"/>
              </a:solidFill>
              <a:effectLst/>
              <a:latin typeface="Menlo" panose="020B0609030804020204" pitchFamily="49" charset="0"/>
            </a:endParaRPr>
          </a:p>
        </p:txBody>
      </p:sp>
      <p:sp>
        <p:nvSpPr>
          <p:cNvPr id="7" name="Rectangle 6">
            <a:extLst>
              <a:ext uri="{FF2B5EF4-FFF2-40B4-BE49-F238E27FC236}">
                <a16:creationId xmlns:a16="http://schemas.microsoft.com/office/drawing/2014/main" id="{10CD5295-36BC-32AD-9BF9-C9963E1C306D}"/>
              </a:ext>
            </a:extLst>
          </p:cNvPr>
          <p:cNvSpPr/>
          <p:nvPr/>
        </p:nvSpPr>
        <p:spPr>
          <a:xfrm>
            <a:off x="619861" y="3483672"/>
            <a:ext cx="5830635" cy="328681"/>
          </a:xfrm>
          <a:prstGeom prst="rect">
            <a:avLst/>
          </a:prstGeom>
          <a:solidFill>
            <a:schemeClr val="tx1">
              <a:lumMod val="85000"/>
              <a:lumOff val="15000"/>
            </a:schemeClr>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72000" tIns="72000" rIns="72000" bIns="72000" anchor="t">
            <a:noAutofit/>
          </a:bodyPr>
          <a:lstStyle/>
          <a:p>
            <a:r>
              <a:rPr lang="en-GB" sz="1400" dirty="0" err="1">
                <a:solidFill>
                  <a:srgbClr val="F1C114"/>
                </a:solidFill>
                <a:effectLst/>
                <a:latin typeface="Menlo" panose="020B0609030804020204" pitchFamily="49" charset="0"/>
              </a:rPr>
              <a:t>sudo</a:t>
            </a:r>
            <a:r>
              <a:rPr lang="en-GB" sz="1400" dirty="0">
                <a:solidFill>
                  <a:srgbClr val="F1C114"/>
                </a:solidFill>
                <a:effectLst/>
                <a:latin typeface="Menlo" panose="020B0609030804020204" pitchFamily="49" charset="0"/>
              </a:rPr>
              <a:t> </a:t>
            </a:r>
            <a:r>
              <a:rPr lang="en-GB" sz="1400" dirty="0" err="1">
                <a:solidFill>
                  <a:srgbClr val="F1C114"/>
                </a:solidFill>
                <a:effectLst/>
                <a:latin typeface="Menlo" panose="020B0609030804020204" pitchFamily="49" charset="0"/>
              </a:rPr>
              <a:t>xcode</a:t>
            </a:r>
            <a:r>
              <a:rPr lang="en-GB" sz="1400" dirty="0">
                <a:solidFill>
                  <a:srgbClr val="F1C114"/>
                </a:solidFill>
                <a:effectLst/>
                <a:latin typeface="Menlo" panose="020B0609030804020204" pitchFamily="49" charset="0"/>
              </a:rPr>
              <a:t>-select --install</a:t>
            </a:r>
          </a:p>
        </p:txBody>
      </p:sp>
      <p:sp>
        <p:nvSpPr>
          <p:cNvPr id="8" name="Rectangle 7">
            <a:extLst>
              <a:ext uri="{FF2B5EF4-FFF2-40B4-BE49-F238E27FC236}">
                <a16:creationId xmlns:a16="http://schemas.microsoft.com/office/drawing/2014/main" id="{FBC8CFCF-9AEC-1DEF-22BA-5ECDBAD0C6CD}"/>
              </a:ext>
            </a:extLst>
          </p:cNvPr>
          <p:cNvSpPr/>
          <p:nvPr/>
        </p:nvSpPr>
        <p:spPr>
          <a:xfrm>
            <a:off x="619861" y="3875923"/>
            <a:ext cx="5830635" cy="328681"/>
          </a:xfrm>
          <a:prstGeom prst="rect">
            <a:avLst/>
          </a:prstGeom>
          <a:solidFill>
            <a:schemeClr val="tx1">
              <a:lumMod val="85000"/>
              <a:lumOff val="15000"/>
            </a:schemeClr>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72000" tIns="72000" rIns="72000" bIns="72000" anchor="t">
            <a:noAutofit/>
          </a:bodyPr>
          <a:lstStyle/>
          <a:p>
            <a:r>
              <a:rPr lang="en-GB" sz="1400" dirty="0">
                <a:solidFill>
                  <a:srgbClr val="F1C114"/>
                </a:solidFill>
                <a:effectLst/>
                <a:latin typeface="Menlo" panose="020B0609030804020204" pitchFamily="49" charset="0"/>
              </a:rPr>
              <a:t>brew tap </a:t>
            </a:r>
            <a:r>
              <a:rPr lang="en-GB" sz="1400" dirty="0" err="1">
                <a:solidFill>
                  <a:srgbClr val="F1C114"/>
                </a:solidFill>
                <a:effectLst/>
                <a:latin typeface="Menlo" panose="020B0609030804020204" pitchFamily="49" charset="0"/>
              </a:rPr>
              <a:t>mongodb</a:t>
            </a:r>
            <a:r>
              <a:rPr lang="en-GB" sz="1400" dirty="0">
                <a:solidFill>
                  <a:srgbClr val="F1C114"/>
                </a:solidFill>
                <a:effectLst/>
                <a:latin typeface="Menlo" panose="020B0609030804020204" pitchFamily="49" charset="0"/>
              </a:rPr>
              <a:t>/brew</a:t>
            </a:r>
          </a:p>
        </p:txBody>
      </p:sp>
      <p:sp>
        <p:nvSpPr>
          <p:cNvPr id="9" name="Rectangle 8">
            <a:extLst>
              <a:ext uri="{FF2B5EF4-FFF2-40B4-BE49-F238E27FC236}">
                <a16:creationId xmlns:a16="http://schemas.microsoft.com/office/drawing/2014/main" id="{7A1D6FF5-146E-BD1E-C03E-292D9658F2C8}"/>
              </a:ext>
            </a:extLst>
          </p:cNvPr>
          <p:cNvSpPr/>
          <p:nvPr/>
        </p:nvSpPr>
        <p:spPr>
          <a:xfrm>
            <a:off x="619861" y="4268174"/>
            <a:ext cx="5830635" cy="328681"/>
          </a:xfrm>
          <a:prstGeom prst="rect">
            <a:avLst/>
          </a:prstGeom>
          <a:solidFill>
            <a:schemeClr val="tx1">
              <a:lumMod val="85000"/>
              <a:lumOff val="15000"/>
            </a:schemeClr>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72000" tIns="72000" rIns="72000" bIns="72000" anchor="t">
            <a:noAutofit/>
          </a:bodyPr>
          <a:lstStyle/>
          <a:p>
            <a:r>
              <a:rPr lang="en-GB" sz="1400" dirty="0">
                <a:solidFill>
                  <a:srgbClr val="F1C114"/>
                </a:solidFill>
                <a:effectLst/>
                <a:latin typeface="Menlo" panose="020B0609030804020204" pitchFamily="49" charset="0"/>
              </a:rPr>
              <a:t>brew update</a:t>
            </a:r>
          </a:p>
        </p:txBody>
      </p:sp>
      <p:sp>
        <p:nvSpPr>
          <p:cNvPr id="10" name="Rectangle 9">
            <a:extLst>
              <a:ext uri="{FF2B5EF4-FFF2-40B4-BE49-F238E27FC236}">
                <a16:creationId xmlns:a16="http://schemas.microsoft.com/office/drawing/2014/main" id="{916799C3-5777-835A-E6C5-98F747217EB6}"/>
              </a:ext>
            </a:extLst>
          </p:cNvPr>
          <p:cNvSpPr/>
          <p:nvPr/>
        </p:nvSpPr>
        <p:spPr>
          <a:xfrm>
            <a:off x="619861" y="4660087"/>
            <a:ext cx="5830635" cy="328681"/>
          </a:xfrm>
          <a:prstGeom prst="rect">
            <a:avLst/>
          </a:prstGeom>
          <a:solidFill>
            <a:schemeClr val="tx1">
              <a:lumMod val="85000"/>
              <a:lumOff val="15000"/>
            </a:schemeClr>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72000" tIns="72000" rIns="72000" bIns="72000" anchor="t">
            <a:noAutofit/>
          </a:bodyPr>
          <a:lstStyle/>
          <a:p>
            <a:r>
              <a:rPr lang="en-GB" sz="1400" dirty="0">
                <a:solidFill>
                  <a:srgbClr val="F1C114"/>
                </a:solidFill>
                <a:effectLst/>
                <a:latin typeface="Menlo" panose="020B0609030804020204" pitchFamily="49" charset="0"/>
              </a:rPr>
              <a:t>brew install </a:t>
            </a:r>
            <a:r>
              <a:rPr lang="en-GB" sz="1400" dirty="0" err="1">
                <a:solidFill>
                  <a:srgbClr val="F1C114"/>
                </a:solidFill>
                <a:effectLst/>
                <a:latin typeface="Menlo" panose="020B0609030804020204" pitchFamily="49" charset="0"/>
              </a:rPr>
              <a:t>mongodb</a:t>
            </a:r>
            <a:r>
              <a:rPr lang="en-GB" sz="1400" dirty="0">
                <a:solidFill>
                  <a:srgbClr val="F1C114"/>
                </a:solidFill>
                <a:effectLst/>
                <a:latin typeface="Menlo" panose="020B0609030804020204" pitchFamily="49" charset="0"/>
              </a:rPr>
              <a:t>-community</a:t>
            </a:r>
          </a:p>
        </p:txBody>
      </p:sp>
      <p:sp>
        <p:nvSpPr>
          <p:cNvPr id="11" name="PlaceHolder 2">
            <a:extLst>
              <a:ext uri="{FF2B5EF4-FFF2-40B4-BE49-F238E27FC236}">
                <a16:creationId xmlns:a16="http://schemas.microsoft.com/office/drawing/2014/main" id="{9F6CE5FE-4E0C-2DDB-A717-525AFD14A66D}"/>
              </a:ext>
            </a:extLst>
          </p:cNvPr>
          <p:cNvSpPr txBox="1">
            <a:spLocks/>
          </p:cNvSpPr>
          <p:nvPr/>
        </p:nvSpPr>
        <p:spPr>
          <a:xfrm>
            <a:off x="6563138" y="3118962"/>
            <a:ext cx="4926496" cy="310038"/>
          </a:xfrm>
          <a:prstGeom prst="rect">
            <a:avLst/>
          </a:prstGeom>
          <a:noFill/>
          <a:ln w="0">
            <a:noFill/>
          </a:ln>
        </p:spPr>
        <p:txBody>
          <a:bodyPr lIns="0" tIns="0" rIns="0" bIns="0" anchor="t">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pPr>
              <a:buClr>
                <a:srgbClr val="000000"/>
              </a:buClr>
              <a:buFont typeface="Wingdings" charset="2"/>
              <a:buChar char=""/>
            </a:pPr>
            <a:r>
              <a:rPr lang="da-DK" sz="1400" spc="-1" dirty="0">
                <a:solidFill>
                  <a:srgbClr val="000000"/>
                </a:solidFill>
                <a:latin typeface="Helvetica Neue"/>
              </a:rPr>
              <a:t>Removes </a:t>
            </a:r>
            <a:r>
              <a:rPr lang="da-DK" sz="1400" spc="-1" dirty="0" err="1">
                <a:solidFill>
                  <a:srgbClr val="000000"/>
                </a:solidFill>
                <a:latin typeface="Helvetica Neue"/>
              </a:rPr>
              <a:t>xcode</a:t>
            </a:r>
            <a:r>
              <a:rPr lang="da-DK" sz="1400" spc="-1" dirty="0">
                <a:solidFill>
                  <a:srgbClr val="000000"/>
                </a:solidFill>
                <a:latin typeface="Helvetica Neue"/>
              </a:rPr>
              <a:t> </a:t>
            </a:r>
            <a:r>
              <a:rPr lang="da-DK" sz="1400" spc="-1" dirty="0" err="1">
                <a:solidFill>
                  <a:srgbClr val="000000"/>
                </a:solidFill>
                <a:latin typeface="Helvetica Neue"/>
              </a:rPr>
              <a:t>commandline</a:t>
            </a:r>
            <a:r>
              <a:rPr lang="da-DK" sz="1400" spc="-1" dirty="0">
                <a:solidFill>
                  <a:srgbClr val="000000"/>
                </a:solidFill>
                <a:latin typeface="Helvetica Neue"/>
              </a:rPr>
              <a:t> </a:t>
            </a:r>
            <a:r>
              <a:rPr lang="da-DK" sz="1400" spc="-1" dirty="0" err="1">
                <a:solidFill>
                  <a:srgbClr val="000000"/>
                </a:solidFill>
                <a:latin typeface="Helvetica Neue"/>
              </a:rPr>
              <a:t>tools</a:t>
            </a:r>
            <a:r>
              <a:rPr lang="da-DK" sz="1400" spc="-1" dirty="0">
                <a:solidFill>
                  <a:srgbClr val="000000"/>
                </a:solidFill>
                <a:latin typeface="Helvetica Neue"/>
              </a:rPr>
              <a:t> (</a:t>
            </a:r>
            <a:r>
              <a:rPr lang="da-DK" sz="1400" spc="-1" dirty="0" err="1">
                <a:solidFill>
                  <a:srgbClr val="000000"/>
                </a:solidFill>
                <a:latin typeface="Helvetica Neue"/>
              </a:rPr>
              <a:t>recursive</a:t>
            </a:r>
            <a:r>
              <a:rPr lang="da-DK" sz="1400" spc="-1" dirty="0">
                <a:solidFill>
                  <a:srgbClr val="000000"/>
                </a:solidFill>
                <a:latin typeface="Helvetica Neue"/>
              </a:rPr>
              <a:t>, </a:t>
            </a:r>
            <a:r>
              <a:rPr lang="da-DK" sz="1400" spc="-1" dirty="0" err="1">
                <a:solidFill>
                  <a:srgbClr val="000000"/>
                </a:solidFill>
                <a:latin typeface="Helvetica Neue"/>
              </a:rPr>
              <a:t>forced</a:t>
            </a:r>
            <a:r>
              <a:rPr lang="da-DK" sz="1400" spc="-1" dirty="0">
                <a:solidFill>
                  <a:srgbClr val="000000"/>
                </a:solidFill>
                <a:latin typeface="Helvetica Neue"/>
              </a:rPr>
              <a:t>) </a:t>
            </a:r>
            <a:endParaRPr lang="en-US" sz="1400" spc="-1" dirty="0">
              <a:solidFill>
                <a:srgbClr val="000000"/>
              </a:solidFill>
              <a:latin typeface="Arial"/>
            </a:endParaRPr>
          </a:p>
        </p:txBody>
      </p:sp>
      <p:sp>
        <p:nvSpPr>
          <p:cNvPr id="12" name="PlaceHolder 2">
            <a:extLst>
              <a:ext uri="{FF2B5EF4-FFF2-40B4-BE49-F238E27FC236}">
                <a16:creationId xmlns:a16="http://schemas.microsoft.com/office/drawing/2014/main" id="{93300B06-8C7B-6E5A-6A3D-EF8B158DEBE0}"/>
              </a:ext>
            </a:extLst>
          </p:cNvPr>
          <p:cNvSpPr txBox="1">
            <a:spLocks/>
          </p:cNvSpPr>
          <p:nvPr/>
        </p:nvSpPr>
        <p:spPr>
          <a:xfrm>
            <a:off x="6563138" y="3508028"/>
            <a:ext cx="4224130" cy="310038"/>
          </a:xfrm>
          <a:prstGeom prst="rect">
            <a:avLst/>
          </a:prstGeom>
          <a:noFill/>
          <a:ln w="0">
            <a:noFill/>
          </a:ln>
        </p:spPr>
        <p:txBody>
          <a:bodyPr lIns="0" tIns="0" rIns="0" bIns="0" anchor="t">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pPr>
              <a:buClr>
                <a:srgbClr val="000000"/>
              </a:buClr>
              <a:buFont typeface="Wingdings" charset="2"/>
              <a:buChar char=""/>
            </a:pPr>
            <a:r>
              <a:rPr lang="da-DK" sz="1400" spc="-1" dirty="0" err="1">
                <a:solidFill>
                  <a:srgbClr val="000000"/>
                </a:solidFill>
                <a:latin typeface="Helvetica Neue"/>
              </a:rPr>
              <a:t>Installs</a:t>
            </a:r>
            <a:r>
              <a:rPr lang="da-DK" sz="1400" spc="-1" dirty="0">
                <a:solidFill>
                  <a:srgbClr val="000000"/>
                </a:solidFill>
                <a:latin typeface="Helvetica Neue"/>
              </a:rPr>
              <a:t> </a:t>
            </a:r>
            <a:r>
              <a:rPr lang="da-DK" sz="1400" spc="-1" dirty="0" err="1">
                <a:solidFill>
                  <a:srgbClr val="000000"/>
                </a:solidFill>
                <a:latin typeface="Helvetica Neue"/>
              </a:rPr>
              <a:t>xcode</a:t>
            </a:r>
            <a:r>
              <a:rPr lang="da-DK" sz="1400" spc="-1" dirty="0">
                <a:solidFill>
                  <a:srgbClr val="000000"/>
                </a:solidFill>
                <a:latin typeface="Helvetica Neue"/>
              </a:rPr>
              <a:t> </a:t>
            </a:r>
            <a:r>
              <a:rPr lang="da-DK" sz="1400" spc="-1" dirty="0" err="1">
                <a:solidFill>
                  <a:srgbClr val="000000"/>
                </a:solidFill>
                <a:latin typeface="Helvetica Neue"/>
              </a:rPr>
              <a:t>commandline</a:t>
            </a:r>
            <a:r>
              <a:rPr lang="da-DK" sz="1400" spc="-1" dirty="0">
                <a:solidFill>
                  <a:srgbClr val="000000"/>
                </a:solidFill>
                <a:latin typeface="Helvetica Neue"/>
              </a:rPr>
              <a:t> </a:t>
            </a:r>
            <a:r>
              <a:rPr lang="da-DK" sz="1400" spc="-1" dirty="0" err="1">
                <a:solidFill>
                  <a:srgbClr val="000000"/>
                </a:solidFill>
                <a:latin typeface="Helvetica Neue"/>
              </a:rPr>
              <a:t>tools</a:t>
            </a:r>
            <a:r>
              <a:rPr lang="da-DK" sz="1400" spc="-1" dirty="0">
                <a:solidFill>
                  <a:srgbClr val="000000"/>
                </a:solidFill>
                <a:latin typeface="Helvetica Neue"/>
              </a:rPr>
              <a:t> (</a:t>
            </a:r>
            <a:r>
              <a:rPr lang="da-DK" sz="1400" spc="-1" dirty="0" err="1">
                <a:solidFill>
                  <a:srgbClr val="000000"/>
                </a:solidFill>
                <a:latin typeface="Helvetica Neue"/>
              </a:rPr>
              <a:t>latest</a:t>
            </a:r>
            <a:r>
              <a:rPr lang="da-DK" sz="1400" spc="-1" dirty="0">
                <a:solidFill>
                  <a:srgbClr val="000000"/>
                </a:solidFill>
                <a:latin typeface="Helvetica Neue"/>
              </a:rPr>
              <a:t> version)</a:t>
            </a:r>
            <a:endParaRPr lang="en-US" sz="1400" spc="-1" dirty="0">
              <a:solidFill>
                <a:srgbClr val="000000"/>
              </a:solidFill>
              <a:latin typeface="Arial"/>
            </a:endParaRPr>
          </a:p>
        </p:txBody>
      </p:sp>
      <p:sp>
        <p:nvSpPr>
          <p:cNvPr id="13" name="PlaceHolder 2">
            <a:extLst>
              <a:ext uri="{FF2B5EF4-FFF2-40B4-BE49-F238E27FC236}">
                <a16:creationId xmlns:a16="http://schemas.microsoft.com/office/drawing/2014/main" id="{FB5A35F3-9F04-125A-D216-16D7BE0681B7}"/>
              </a:ext>
            </a:extLst>
          </p:cNvPr>
          <p:cNvSpPr txBox="1">
            <a:spLocks/>
          </p:cNvSpPr>
          <p:nvPr/>
        </p:nvSpPr>
        <p:spPr>
          <a:xfrm>
            <a:off x="6563138" y="3897094"/>
            <a:ext cx="4224130" cy="310038"/>
          </a:xfrm>
          <a:prstGeom prst="rect">
            <a:avLst/>
          </a:prstGeom>
          <a:noFill/>
          <a:ln w="0">
            <a:noFill/>
          </a:ln>
        </p:spPr>
        <p:txBody>
          <a:bodyPr lIns="0" tIns="0" rIns="0" bIns="0" anchor="t">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pPr>
              <a:buClr>
                <a:srgbClr val="000000"/>
              </a:buClr>
              <a:buFont typeface="Wingdings" charset="2"/>
              <a:buChar char=""/>
            </a:pPr>
            <a:r>
              <a:rPr lang="da-DK" sz="1400" spc="-1" dirty="0">
                <a:solidFill>
                  <a:srgbClr val="000000"/>
                </a:solidFill>
                <a:latin typeface="Helvetica Neue"/>
              </a:rPr>
              <a:t>Makes </a:t>
            </a:r>
            <a:r>
              <a:rPr lang="da-DK" sz="1400" spc="-1" dirty="0" err="1">
                <a:solidFill>
                  <a:srgbClr val="000000"/>
                </a:solidFill>
                <a:latin typeface="Helvetica Neue"/>
              </a:rPr>
              <a:t>mongoDB</a:t>
            </a:r>
            <a:r>
              <a:rPr lang="da-DK" sz="1400" spc="-1" dirty="0">
                <a:solidFill>
                  <a:srgbClr val="000000"/>
                </a:solidFill>
                <a:latin typeface="Helvetica Neue"/>
              </a:rPr>
              <a:t> </a:t>
            </a:r>
            <a:r>
              <a:rPr lang="da-DK" sz="1400" spc="-1" dirty="0" err="1">
                <a:solidFill>
                  <a:srgbClr val="000000"/>
                </a:solidFill>
                <a:latin typeface="Helvetica Neue"/>
              </a:rPr>
              <a:t>available</a:t>
            </a:r>
            <a:r>
              <a:rPr lang="da-DK" sz="1400" spc="-1" dirty="0">
                <a:solidFill>
                  <a:srgbClr val="000000"/>
                </a:solidFill>
                <a:latin typeface="Helvetica Neue"/>
              </a:rPr>
              <a:t> in </a:t>
            </a:r>
            <a:r>
              <a:rPr lang="da-DK" sz="1400" spc="-1" dirty="0" err="1">
                <a:solidFill>
                  <a:srgbClr val="000000"/>
                </a:solidFill>
                <a:latin typeface="Helvetica Neue"/>
              </a:rPr>
              <a:t>homebrew</a:t>
            </a:r>
            <a:endParaRPr lang="en-US" sz="1400" spc="-1" dirty="0">
              <a:solidFill>
                <a:srgbClr val="000000"/>
              </a:solidFill>
              <a:latin typeface="Arial"/>
            </a:endParaRPr>
          </a:p>
        </p:txBody>
      </p:sp>
      <p:sp>
        <p:nvSpPr>
          <p:cNvPr id="14" name="PlaceHolder 2">
            <a:extLst>
              <a:ext uri="{FF2B5EF4-FFF2-40B4-BE49-F238E27FC236}">
                <a16:creationId xmlns:a16="http://schemas.microsoft.com/office/drawing/2014/main" id="{DE5266E3-17F9-E305-C561-1FB9DA157211}"/>
              </a:ext>
            </a:extLst>
          </p:cNvPr>
          <p:cNvSpPr txBox="1">
            <a:spLocks/>
          </p:cNvSpPr>
          <p:nvPr/>
        </p:nvSpPr>
        <p:spPr>
          <a:xfrm>
            <a:off x="6563138" y="4286160"/>
            <a:ext cx="4224130" cy="310038"/>
          </a:xfrm>
          <a:prstGeom prst="rect">
            <a:avLst/>
          </a:prstGeom>
          <a:noFill/>
          <a:ln w="0">
            <a:noFill/>
          </a:ln>
        </p:spPr>
        <p:txBody>
          <a:bodyPr lIns="0" tIns="0" rIns="0" bIns="0" anchor="t">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pPr>
              <a:buClr>
                <a:srgbClr val="000000"/>
              </a:buClr>
              <a:buFont typeface="Wingdings" charset="2"/>
              <a:buChar char=""/>
            </a:pPr>
            <a:r>
              <a:rPr lang="da-DK" sz="1400" spc="-1" dirty="0">
                <a:solidFill>
                  <a:srgbClr val="000000"/>
                </a:solidFill>
                <a:latin typeface="Helvetica Neue"/>
              </a:rPr>
              <a:t>Updates all </a:t>
            </a:r>
            <a:r>
              <a:rPr lang="da-DK" sz="1400" spc="-1" dirty="0" err="1">
                <a:solidFill>
                  <a:srgbClr val="000000"/>
                </a:solidFill>
                <a:latin typeface="Helvetica Neue"/>
              </a:rPr>
              <a:t>homebrew</a:t>
            </a:r>
            <a:r>
              <a:rPr lang="da-DK" sz="1400" spc="-1" dirty="0">
                <a:solidFill>
                  <a:srgbClr val="000000"/>
                </a:solidFill>
                <a:latin typeface="Helvetica Neue"/>
              </a:rPr>
              <a:t> references</a:t>
            </a:r>
            <a:endParaRPr lang="en-US" sz="1400" spc="-1" dirty="0">
              <a:solidFill>
                <a:srgbClr val="000000"/>
              </a:solidFill>
              <a:latin typeface="Arial"/>
            </a:endParaRPr>
          </a:p>
        </p:txBody>
      </p:sp>
      <p:sp>
        <p:nvSpPr>
          <p:cNvPr id="15" name="PlaceHolder 2">
            <a:extLst>
              <a:ext uri="{FF2B5EF4-FFF2-40B4-BE49-F238E27FC236}">
                <a16:creationId xmlns:a16="http://schemas.microsoft.com/office/drawing/2014/main" id="{655AF42A-F301-19FF-6EC3-F4C6A177E42E}"/>
              </a:ext>
            </a:extLst>
          </p:cNvPr>
          <p:cNvSpPr txBox="1">
            <a:spLocks/>
          </p:cNvSpPr>
          <p:nvPr/>
        </p:nvSpPr>
        <p:spPr>
          <a:xfrm>
            <a:off x="6563138" y="4675226"/>
            <a:ext cx="4224130" cy="310038"/>
          </a:xfrm>
          <a:prstGeom prst="rect">
            <a:avLst/>
          </a:prstGeom>
          <a:noFill/>
          <a:ln w="0">
            <a:noFill/>
          </a:ln>
        </p:spPr>
        <p:txBody>
          <a:bodyPr lIns="0" tIns="0" rIns="0" bIns="0" anchor="t">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pPr>
              <a:buClr>
                <a:srgbClr val="000000"/>
              </a:buClr>
              <a:buFont typeface="Wingdings" charset="2"/>
              <a:buChar char=""/>
            </a:pPr>
            <a:r>
              <a:rPr lang="da-DK" sz="1400" spc="-1" dirty="0" err="1">
                <a:solidFill>
                  <a:srgbClr val="000000"/>
                </a:solidFill>
                <a:latin typeface="Helvetica Neue"/>
              </a:rPr>
              <a:t>Installs</a:t>
            </a:r>
            <a:r>
              <a:rPr lang="da-DK" sz="1400" spc="-1" dirty="0">
                <a:solidFill>
                  <a:srgbClr val="000000"/>
                </a:solidFill>
                <a:latin typeface="Helvetica Neue"/>
              </a:rPr>
              <a:t> </a:t>
            </a:r>
            <a:r>
              <a:rPr lang="da-DK" sz="1400" spc="-1" dirty="0" err="1">
                <a:solidFill>
                  <a:srgbClr val="000000"/>
                </a:solidFill>
                <a:latin typeface="Helvetica Neue"/>
              </a:rPr>
              <a:t>mongodb</a:t>
            </a:r>
            <a:r>
              <a:rPr lang="da-DK" sz="1400" spc="-1" dirty="0">
                <a:solidFill>
                  <a:srgbClr val="000000"/>
                </a:solidFill>
                <a:latin typeface="Helvetica Neue"/>
              </a:rPr>
              <a:t> community server</a:t>
            </a:r>
            <a:endParaRPr lang="en-US" sz="1400" spc="-1" dirty="0">
              <a:solidFill>
                <a:srgbClr val="000000"/>
              </a:solidFill>
              <a:latin typeface="Arial"/>
            </a:endParaRPr>
          </a:p>
        </p:txBody>
      </p:sp>
      <p:sp>
        <p:nvSpPr>
          <p:cNvPr id="16" name="Rectangle 15">
            <a:extLst>
              <a:ext uri="{FF2B5EF4-FFF2-40B4-BE49-F238E27FC236}">
                <a16:creationId xmlns:a16="http://schemas.microsoft.com/office/drawing/2014/main" id="{47126E85-027F-5D53-25EE-E3C3B4006A58}"/>
              </a:ext>
            </a:extLst>
          </p:cNvPr>
          <p:cNvSpPr/>
          <p:nvPr/>
        </p:nvSpPr>
        <p:spPr>
          <a:xfrm>
            <a:off x="619861" y="5054943"/>
            <a:ext cx="5830635" cy="328681"/>
          </a:xfrm>
          <a:prstGeom prst="rect">
            <a:avLst/>
          </a:prstGeom>
          <a:solidFill>
            <a:schemeClr val="tx1">
              <a:lumMod val="85000"/>
              <a:lumOff val="15000"/>
            </a:schemeClr>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72000" tIns="72000" rIns="72000" bIns="72000" anchor="t">
            <a:noAutofit/>
          </a:bodyPr>
          <a:lstStyle/>
          <a:p>
            <a:r>
              <a:rPr lang="en-GB" sz="1400" dirty="0">
                <a:solidFill>
                  <a:srgbClr val="F1C114"/>
                </a:solidFill>
                <a:effectLst/>
                <a:latin typeface="Menlo" panose="020B0609030804020204" pitchFamily="49" charset="0"/>
              </a:rPr>
              <a:t>brew services start </a:t>
            </a:r>
            <a:r>
              <a:rPr lang="en-GB" sz="1400" dirty="0" err="1">
                <a:solidFill>
                  <a:srgbClr val="F1C114"/>
                </a:solidFill>
                <a:effectLst/>
                <a:latin typeface="Menlo" panose="020B0609030804020204" pitchFamily="49" charset="0"/>
              </a:rPr>
              <a:t>mongodb</a:t>
            </a:r>
            <a:r>
              <a:rPr lang="en-GB" sz="1400" dirty="0">
                <a:solidFill>
                  <a:srgbClr val="F1C114"/>
                </a:solidFill>
                <a:effectLst/>
                <a:latin typeface="Menlo" panose="020B0609030804020204" pitchFamily="49" charset="0"/>
              </a:rPr>
              <a:t>/brew/</a:t>
            </a:r>
            <a:r>
              <a:rPr lang="en-GB" sz="1400" dirty="0" err="1">
                <a:solidFill>
                  <a:srgbClr val="F1C114"/>
                </a:solidFill>
                <a:effectLst/>
                <a:latin typeface="Menlo" panose="020B0609030804020204" pitchFamily="49" charset="0"/>
              </a:rPr>
              <a:t>mongodb</a:t>
            </a:r>
            <a:r>
              <a:rPr lang="en-GB" sz="1400" dirty="0">
                <a:solidFill>
                  <a:srgbClr val="F1C114"/>
                </a:solidFill>
                <a:effectLst/>
                <a:latin typeface="Menlo" panose="020B0609030804020204" pitchFamily="49" charset="0"/>
              </a:rPr>
              <a:t>-community</a:t>
            </a:r>
          </a:p>
        </p:txBody>
      </p:sp>
      <p:sp>
        <p:nvSpPr>
          <p:cNvPr id="17" name="Rectangle 16">
            <a:extLst>
              <a:ext uri="{FF2B5EF4-FFF2-40B4-BE49-F238E27FC236}">
                <a16:creationId xmlns:a16="http://schemas.microsoft.com/office/drawing/2014/main" id="{54CB4E2D-1A0D-2A76-6E47-55CDE4A6EC79}"/>
              </a:ext>
            </a:extLst>
          </p:cNvPr>
          <p:cNvSpPr/>
          <p:nvPr/>
        </p:nvSpPr>
        <p:spPr>
          <a:xfrm>
            <a:off x="619861" y="5449799"/>
            <a:ext cx="5830635" cy="328681"/>
          </a:xfrm>
          <a:prstGeom prst="rect">
            <a:avLst/>
          </a:prstGeom>
          <a:solidFill>
            <a:schemeClr val="tx1">
              <a:lumMod val="85000"/>
              <a:lumOff val="15000"/>
            </a:schemeClr>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72000" tIns="72000" rIns="72000" bIns="72000" anchor="t">
            <a:noAutofit/>
          </a:bodyPr>
          <a:lstStyle/>
          <a:p>
            <a:r>
              <a:rPr lang="en-GB" sz="1400" dirty="0" err="1">
                <a:solidFill>
                  <a:srgbClr val="F1C114"/>
                </a:solidFill>
                <a:effectLst/>
                <a:latin typeface="Menlo" panose="020B0609030804020204" pitchFamily="49" charset="0"/>
              </a:rPr>
              <a:t>mongosh</a:t>
            </a:r>
            <a:endParaRPr lang="en-GB" sz="1400" dirty="0">
              <a:solidFill>
                <a:srgbClr val="F1C114"/>
              </a:solidFill>
              <a:effectLst/>
              <a:latin typeface="Menlo" panose="020B0609030804020204" pitchFamily="49" charset="0"/>
            </a:endParaRPr>
          </a:p>
        </p:txBody>
      </p:sp>
      <p:sp>
        <p:nvSpPr>
          <p:cNvPr id="18" name="PlaceHolder 2">
            <a:extLst>
              <a:ext uri="{FF2B5EF4-FFF2-40B4-BE49-F238E27FC236}">
                <a16:creationId xmlns:a16="http://schemas.microsoft.com/office/drawing/2014/main" id="{F1DFC175-DDBB-056E-BB1F-D7F907734072}"/>
              </a:ext>
            </a:extLst>
          </p:cNvPr>
          <p:cNvSpPr txBox="1">
            <a:spLocks/>
          </p:cNvSpPr>
          <p:nvPr/>
        </p:nvSpPr>
        <p:spPr>
          <a:xfrm>
            <a:off x="6563138" y="5139761"/>
            <a:ext cx="4224130" cy="310038"/>
          </a:xfrm>
          <a:prstGeom prst="rect">
            <a:avLst/>
          </a:prstGeom>
          <a:noFill/>
          <a:ln w="0">
            <a:noFill/>
          </a:ln>
        </p:spPr>
        <p:txBody>
          <a:bodyPr lIns="0" tIns="0" rIns="0" bIns="0" anchor="t">
            <a:noAutofit/>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pPr>
              <a:buClr>
                <a:srgbClr val="000000"/>
              </a:buClr>
              <a:buFont typeface="Wingdings" charset="2"/>
              <a:buChar char=""/>
            </a:pPr>
            <a:r>
              <a:rPr lang="da-DK" sz="1400" spc="-1" dirty="0">
                <a:solidFill>
                  <a:srgbClr val="000000"/>
                </a:solidFill>
                <a:latin typeface="Helvetica Neue"/>
              </a:rPr>
              <a:t>Start the </a:t>
            </a:r>
            <a:r>
              <a:rPr lang="da-DK" sz="1400" spc="-1" dirty="0" err="1">
                <a:solidFill>
                  <a:srgbClr val="000000"/>
                </a:solidFill>
                <a:latin typeface="Helvetica Neue"/>
              </a:rPr>
              <a:t>mongodb</a:t>
            </a:r>
            <a:r>
              <a:rPr lang="da-DK" sz="1400" spc="-1" dirty="0">
                <a:solidFill>
                  <a:srgbClr val="000000"/>
                </a:solidFill>
                <a:latin typeface="Helvetica Neue"/>
              </a:rPr>
              <a:t> server</a:t>
            </a:r>
            <a:endParaRPr lang="en-US" sz="1400" spc="-1" dirty="0">
              <a:solidFill>
                <a:srgbClr val="000000"/>
              </a:solidFill>
              <a:latin typeface="Arial"/>
            </a:endParaRPr>
          </a:p>
        </p:txBody>
      </p:sp>
    </p:spTree>
    <p:extLst>
      <p:ext uri="{BB962C8B-B14F-4D97-AF65-F5344CB8AC3E}">
        <p14:creationId xmlns:p14="http://schemas.microsoft.com/office/powerpoint/2010/main" val="13754525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PlaceHolder 1"/>
          <p:cNvSpPr>
            <a:spLocks noGrp="1"/>
          </p:cNvSpPr>
          <p:nvPr>
            <p:ph type="title"/>
          </p:nvPr>
        </p:nvSpPr>
        <p:spPr>
          <a:xfrm>
            <a:off x="414720" y="999000"/>
            <a:ext cx="10952280" cy="114732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dirty="0">
                <a:solidFill>
                  <a:srgbClr val="000000"/>
                </a:solidFill>
                <a:latin typeface="Arial"/>
              </a:rPr>
              <a:t>Configuring MongoDB</a:t>
            </a:r>
            <a:endParaRPr lang="en-US" sz="3600" b="0" strike="noStrike" spc="-1" dirty="0">
              <a:solidFill>
                <a:srgbClr val="000000"/>
              </a:solidFill>
              <a:latin typeface="Arial"/>
            </a:endParaRPr>
          </a:p>
        </p:txBody>
      </p:sp>
      <p:sp>
        <p:nvSpPr>
          <p:cNvPr id="205" name="PlaceHolder 2"/>
          <p:cNvSpPr>
            <a:spLocks noGrp="1"/>
          </p:cNvSpPr>
          <p:nvPr>
            <p:ph/>
          </p:nvPr>
        </p:nvSpPr>
        <p:spPr>
          <a:xfrm>
            <a:off x="414720" y="2224440"/>
            <a:ext cx="7289640" cy="4151160"/>
          </a:xfrm>
          <a:prstGeom prst="rect">
            <a:avLst/>
          </a:prstGeom>
          <a:noFill/>
          <a:ln w="0">
            <a:noFill/>
          </a:ln>
        </p:spPr>
        <p:txBody>
          <a:bodyPr lIns="0" tIns="0" rIns="0" bIns="0" anchor="t">
            <a:noAutofit/>
          </a:bodyPr>
          <a:lstStyle/>
          <a:p>
            <a:pPr marL="252000" indent="-252000">
              <a:lnSpc>
                <a:spcPct val="110000"/>
              </a:lnSpc>
              <a:buClr>
                <a:srgbClr val="000000"/>
              </a:buClr>
              <a:buFont typeface="Wingdings" charset="2"/>
              <a:buChar char=""/>
            </a:pPr>
            <a:r>
              <a:rPr lang="en-GB" sz="1400" b="0" strike="noStrike" spc="-1">
                <a:solidFill>
                  <a:srgbClr val="000000"/>
                </a:solidFill>
                <a:latin typeface="Helvetica Neue"/>
              </a:rPr>
              <a:t>Download the MongoDB Community Server from the official MongoDB-website</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Follow the installation instructions for your operating system</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If necessary, configure the MongoDB server to run as a service or daemon on your operating system</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Start the MongoDB server by running the mongod command in a terminal window</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Connect to the MongoDB server using the mongo command in another terminal window</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Here are some examples of command line options that can be used when starting the MongoDB server:</a:t>
            </a:r>
            <a:endParaRPr lang="en-US" sz="1400" b="0" strike="noStrike" spc="-1">
              <a:solidFill>
                <a:srgbClr val="000000"/>
              </a:solidFill>
              <a:latin typeface="Arial"/>
            </a:endParaRPr>
          </a:p>
        </p:txBody>
      </p:sp>
      <p:sp>
        <p:nvSpPr>
          <p:cNvPr id="206" name="PlaceHolder 3"/>
          <p:cNvSpPr>
            <a:spLocks noGrp="1"/>
          </p:cNvSpPr>
          <p:nvPr>
            <p:ph type="ftr" idx="23"/>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207" name="Rectangle 6"/>
          <p:cNvSpPr/>
          <p:nvPr/>
        </p:nvSpPr>
        <p:spPr>
          <a:xfrm>
            <a:off x="1461326" y="4983120"/>
            <a:ext cx="8666640" cy="928440"/>
          </a:xfrm>
          <a:prstGeom prst="rect">
            <a:avLst/>
          </a:prstGeom>
          <a:solidFill>
            <a:schemeClr val="tx1">
              <a:lumMod val="85000"/>
              <a:lumOff val="15000"/>
            </a:schemeClr>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72000" tIns="72000" rIns="72000" bIns="72000" anchor="t">
            <a:noAutofit/>
          </a:bodyPr>
          <a:lstStyle/>
          <a:p>
            <a:pPr>
              <a:lnSpc>
                <a:spcPct val="100000"/>
              </a:lnSpc>
            </a:pPr>
            <a:r>
              <a:rPr lang="en-GB" sz="1400" b="0" strike="noStrike" spc="-1">
                <a:solidFill>
                  <a:srgbClr val="9CDCFE"/>
                </a:solidFill>
                <a:latin typeface="Menlo"/>
              </a:rPr>
              <a:t>mongod</a:t>
            </a:r>
            <a:r>
              <a:rPr lang="en-GB" sz="1400" b="0" strike="noStrike" spc="-1">
                <a:solidFill>
                  <a:srgbClr val="D4D4D4"/>
                </a:solidFill>
                <a:latin typeface="Menlo"/>
              </a:rPr>
              <a:t> --</a:t>
            </a:r>
            <a:r>
              <a:rPr lang="en-GB" sz="1400" b="0" strike="noStrike" spc="-1">
                <a:solidFill>
                  <a:srgbClr val="9CDCFE"/>
                </a:solidFill>
                <a:latin typeface="Menlo"/>
              </a:rPr>
              <a:t>dbpath</a:t>
            </a:r>
            <a:r>
              <a:rPr lang="en-GB" sz="1400" b="0" strike="noStrike" spc="-1">
                <a:solidFill>
                  <a:srgbClr val="D4D4D4"/>
                </a:solidFill>
                <a:latin typeface="Menlo"/>
              </a:rPr>
              <a:t> /</a:t>
            </a:r>
            <a:r>
              <a:rPr lang="en-GB" sz="1400" b="0" strike="noStrike" spc="-1">
                <a:solidFill>
                  <a:srgbClr val="9CDCFE"/>
                </a:solidFill>
                <a:latin typeface="Menlo"/>
              </a:rPr>
              <a:t>data</a:t>
            </a:r>
            <a:r>
              <a:rPr lang="en-GB" sz="1400" b="0" strike="noStrike" spc="-1">
                <a:solidFill>
                  <a:srgbClr val="D4D4D4"/>
                </a:solidFill>
                <a:latin typeface="Menlo"/>
              </a:rPr>
              <a:t>/</a:t>
            </a:r>
            <a:r>
              <a:rPr lang="en-GB" sz="1400" b="0" strike="noStrike" spc="-1">
                <a:solidFill>
                  <a:srgbClr val="9CDCFE"/>
                </a:solidFill>
                <a:latin typeface="Menlo"/>
              </a:rPr>
              <a:t>db</a:t>
            </a:r>
            <a:r>
              <a:rPr lang="en-GB" sz="1400" b="0" strike="noStrike" spc="-1">
                <a:solidFill>
                  <a:srgbClr val="D4D4D4"/>
                </a:solidFill>
                <a:latin typeface="Menlo"/>
              </a:rPr>
              <a:t> # </a:t>
            </a:r>
            <a:r>
              <a:rPr lang="en-GB" sz="1400" b="0" strike="noStrike" spc="-1">
                <a:solidFill>
                  <a:srgbClr val="9CDCFE"/>
                </a:solidFill>
                <a:latin typeface="Menlo"/>
              </a:rPr>
              <a:t>specify</a:t>
            </a:r>
            <a:r>
              <a:rPr lang="en-GB" sz="1400" b="0" strike="noStrike" spc="-1">
                <a:solidFill>
                  <a:srgbClr val="D4D4D4"/>
                </a:solidFill>
                <a:latin typeface="Menlo"/>
              </a:rPr>
              <a:t> </a:t>
            </a:r>
            <a:r>
              <a:rPr lang="en-GB" sz="1400" b="0" strike="noStrike" spc="-1">
                <a:solidFill>
                  <a:srgbClr val="9CDCFE"/>
                </a:solidFill>
                <a:latin typeface="Menlo"/>
              </a:rPr>
              <a:t>the</a:t>
            </a:r>
            <a:r>
              <a:rPr lang="en-GB" sz="1400" b="0" strike="noStrike" spc="-1">
                <a:solidFill>
                  <a:srgbClr val="D4D4D4"/>
                </a:solidFill>
                <a:latin typeface="Menlo"/>
              </a:rPr>
              <a:t> </a:t>
            </a:r>
            <a:r>
              <a:rPr lang="en-GB" sz="1400" b="0" strike="noStrike" spc="-1">
                <a:solidFill>
                  <a:srgbClr val="9CDCFE"/>
                </a:solidFill>
                <a:latin typeface="Menlo"/>
              </a:rPr>
              <a:t>data</a:t>
            </a:r>
            <a:r>
              <a:rPr lang="en-GB" sz="1400" b="0" strike="noStrike" spc="-1">
                <a:solidFill>
                  <a:srgbClr val="D4D4D4"/>
                </a:solidFill>
                <a:latin typeface="Menlo"/>
              </a:rPr>
              <a:t> </a:t>
            </a:r>
            <a:r>
              <a:rPr lang="en-GB" sz="1400" b="0" strike="noStrike" spc="-1">
                <a:solidFill>
                  <a:srgbClr val="9CDCFE"/>
                </a:solidFill>
                <a:latin typeface="Menlo"/>
              </a:rPr>
              <a:t>directory</a:t>
            </a:r>
            <a:r>
              <a:rPr lang="en-GB" sz="1400" b="0" strike="noStrike" spc="-1">
                <a:solidFill>
                  <a:srgbClr val="D4D4D4"/>
                </a:solidFill>
                <a:latin typeface="Menlo"/>
              </a:rPr>
              <a:t> </a:t>
            </a:r>
            <a:r>
              <a:rPr lang="en-GB" sz="1400" b="0" strike="noStrike" spc="-1">
                <a:solidFill>
                  <a:srgbClr val="9CDCFE"/>
                </a:solidFill>
                <a:latin typeface="Menlo"/>
              </a:rPr>
              <a:t>for</a:t>
            </a:r>
            <a:r>
              <a:rPr lang="en-GB" sz="1400" b="0" strike="noStrike" spc="-1">
                <a:solidFill>
                  <a:srgbClr val="D4D4D4"/>
                </a:solidFill>
                <a:latin typeface="Menlo"/>
              </a:rPr>
              <a:t> </a:t>
            </a:r>
            <a:r>
              <a:rPr lang="en-GB" sz="1400" b="0" strike="noStrike" spc="-1">
                <a:solidFill>
                  <a:srgbClr val="9CDCFE"/>
                </a:solidFill>
                <a:latin typeface="Menlo"/>
              </a:rPr>
              <a:t>the</a:t>
            </a:r>
            <a:r>
              <a:rPr lang="en-GB" sz="1400" b="0" strike="noStrike" spc="-1">
                <a:solidFill>
                  <a:srgbClr val="D4D4D4"/>
                </a:solidFill>
                <a:latin typeface="Menlo"/>
              </a:rPr>
              <a:t> </a:t>
            </a:r>
            <a:r>
              <a:rPr lang="en-GB" sz="1400" b="0" strike="noStrike" spc="-1">
                <a:solidFill>
                  <a:srgbClr val="9CDCFE"/>
                </a:solidFill>
                <a:latin typeface="Menlo"/>
              </a:rPr>
              <a:t>MongoDB</a:t>
            </a:r>
            <a:r>
              <a:rPr lang="en-GB" sz="1400" b="0" strike="noStrike" spc="-1">
                <a:solidFill>
                  <a:srgbClr val="D4D4D4"/>
                </a:solidFill>
                <a:latin typeface="Menlo"/>
              </a:rPr>
              <a:t> </a:t>
            </a:r>
            <a:r>
              <a:rPr lang="en-GB" sz="1400" b="0" strike="noStrike" spc="-1">
                <a:solidFill>
                  <a:srgbClr val="9CDCFE"/>
                </a:solidFill>
                <a:latin typeface="Menlo"/>
              </a:rPr>
              <a:t>server</a:t>
            </a:r>
            <a:endParaRPr lang="da-DK" sz="1400" b="0" strike="noStrike" spc="-1">
              <a:solidFill>
                <a:srgbClr val="FFFFFF"/>
              </a:solidFill>
              <a:latin typeface="Arial"/>
            </a:endParaRPr>
          </a:p>
          <a:p>
            <a:pPr>
              <a:lnSpc>
                <a:spcPct val="100000"/>
              </a:lnSpc>
            </a:pPr>
            <a:r>
              <a:rPr lang="en-GB" sz="1400" b="0" strike="noStrike" spc="-1">
                <a:solidFill>
                  <a:srgbClr val="9CDCFE"/>
                </a:solidFill>
                <a:latin typeface="Menlo"/>
              </a:rPr>
              <a:t>mongod</a:t>
            </a:r>
            <a:r>
              <a:rPr lang="en-GB" sz="1400" b="0" strike="noStrike" spc="-1">
                <a:solidFill>
                  <a:srgbClr val="D4D4D4"/>
                </a:solidFill>
                <a:latin typeface="Menlo"/>
              </a:rPr>
              <a:t> --</a:t>
            </a:r>
            <a:r>
              <a:rPr lang="en-GB" sz="1400" b="0" strike="noStrike" spc="-1">
                <a:solidFill>
                  <a:srgbClr val="9CDCFE"/>
                </a:solidFill>
                <a:latin typeface="Menlo"/>
              </a:rPr>
              <a:t>port</a:t>
            </a:r>
            <a:r>
              <a:rPr lang="en-GB" sz="1400" b="0" strike="noStrike" spc="-1">
                <a:solidFill>
                  <a:srgbClr val="D4D4D4"/>
                </a:solidFill>
                <a:latin typeface="Menlo"/>
              </a:rPr>
              <a:t> </a:t>
            </a:r>
            <a:r>
              <a:rPr lang="en-GB" sz="1400" b="0" strike="noStrike" spc="-1">
                <a:solidFill>
                  <a:srgbClr val="B5CEA8"/>
                </a:solidFill>
                <a:latin typeface="Menlo"/>
              </a:rPr>
              <a:t>27017</a:t>
            </a:r>
            <a:r>
              <a:rPr lang="en-GB" sz="1400" b="0" strike="noStrike" spc="-1">
                <a:solidFill>
                  <a:srgbClr val="D4D4D4"/>
                </a:solidFill>
                <a:latin typeface="Menlo"/>
              </a:rPr>
              <a:t> # </a:t>
            </a:r>
            <a:r>
              <a:rPr lang="en-GB" sz="1400" b="0" strike="noStrike" spc="-1">
                <a:solidFill>
                  <a:srgbClr val="9CDCFE"/>
                </a:solidFill>
                <a:latin typeface="Menlo"/>
              </a:rPr>
              <a:t>specify</a:t>
            </a:r>
            <a:r>
              <a:rPr lang="en-GB" sz="1400" b="0" strike="noStrike" spc="-1">
                <a:solidFill>
                  <a:srgbClr val="D4D4D4"/>
                </a:solidFill>
                <a:latin typeface="Menlo"/>
              </a:rPr>
              <a:t> </a:t>
            </a:r>
            <a:r>
              <a:rPr lang="en-GB" sz="1400" b="0" strike="noStrike" spc="-1">
                <a:solidFill>
                  <a:srgbClr val="9CDCFE"/>
                </a:solidFill>
                <a:latin typeface="Menlo"/>
              </a:rPr>
              <a:t>the</a:t>
            </a:r>
            <a:r>
              <a:rPr lang="en-GB" sz="1400" b="0" strike="noStrike" spc="-1">
                <a:solidFill>
                  <a:srgbClr val="D4D4D4"/>
                </a:solidFill>
                <a:latin typeface="Menlo"/>
              </a:rPr>
              <a:t> </a:t>
            </a:r>
            <a:r>
              <a:rPr lang="en-GB" sz="1400" b="0" strike="noStrike" spc="-1">
                <a:solidFill>
                  <a:srgbClr val="9CDCFE"/>
                </a:solidFill>
                <a:latin typeface="Menlo"/>
              </a:rPr>
              <a:t>port</a:t>
            </a:r>
            <a:r>
              <a:rPr lang="en-GB" sz="1400" b="0" strike="noStrike" spc="-1">
                <a:solidFill>
                  <a:srgbClr val="D4D4D4"/>
                </a:solidFill>
                <a:latin typeface="Menlo"/>
              </a:rPr>
              <a:t> </a:t>
            </a:r>
            <a:r>
              <a:rPr lang="en-GB" sz="1400" b="0" strike="noStrike" spc="-1">
                <a:solidFill>
                  <a:srgbClr val="9CDCFE"/>
                </a:solidFill>
                <a:latin typeface="Menlo"/>
              </a:rPr>
              <a:t>number</a:t>
            </a:r>
            <a:r>
              <a:rPr lang="en-GB" sz="1400" b="0" strike="noStrike" spc="-1">
                <a:solidFill>
                  <a:srgbClr val="D4D4D4"/>
                </a:solidFill>
                <a:latin typeface="Menlo"/>
              </a:rPr>
              <a:t> </a:t>
            </a:r>
            <a:r>
              <a:rPr lang="en-GB" sz="1400" b="0" strike="noStrike" spc="-1">
                <a:solidFill>
                  <a:srgbClr val="9CDCFE"/>
                </a:solidFill>
                <a:latin typeface="Menlo"/>
              </a:rPr>
              <a:t>for</a:t>
            </a:r>
            <a:r>
              <a:rPr lang="en-GB" sz="1400" b="0" strike="noStrike" spc="-1">
                <a:solidFill>
                  <a:srgbClr val="D4D4D4"/>
                </a:solidFill>
                <a:latin typeface="Menlo"/>
              </a:rPr>
              <a:t> </a:t>
            </a:r>
            <a:r>
              <a:rPr lang="en-GB" sz="1400" b="0" strike="noStrike" spc="-1">
                <a:solidFill>
                  <a:srgbClr val="9CDCFE"/>
                </a:solidFill>
                <a:latin typeface="Menlo"/>
              </a:rPr>
              <a:t>the</a:t>
            </a:r>
            <a:r>
              <a:rPr lang="en-GB" sz="1400" b="0" strike="noStrike" spc="-1">
                <a:solidFill>
                  <a:srgbClr val="D4D4D4"/>
                </a:solidFill>
                <a:latin typeface="Menlo"/>
              </a:rPr>
              <a:t> </a:t>
            </a:r>
            <a:r>
              <a:rPr lang="en-GB" sz="1400" b="0" strike="noStrike" spc="-1">
                <a:solidFill>
                  <a:srgbClr val="9CDCFE"/>
                </a:solidFill>
                <a:latin typeface="Menlo"/>
              </a:rPr>
              <a:t>MongoDB</a:t>
            </a:r>
            <a:r>
              <a:rPr lang="en-GB" sz="1400" b="0" strike="noStrike" spc="-1">
                <a:solidFill>
                  <a:srgbClr val="D4D4D4"/>
                </a:solidFill>
                <a:latin typeface="Menlo"/>
              </a:rPr>
              <a:t> </a:t>
            </a:r>
            <a:r>
              <a:rPr lang="en-GB" sz="1400" b="0" strike="noStrike" spc="-1">
                <a:solidFill>
                  <a:srgbClr val="9CDCFE"/>
                </a:solidFill>
                <a:latin typeface="Menlo"/>
              </a:rPr>
              <a:t>server</a:t>
            </a:r>
            <a:endParaRPr lang="da-DK" sz="1400" b="0" strike="noStrike" spc="-1">
              <a:solidFill>
                <a:srgbClr val="FFFFFF"/>
              </a:solidFill>
              <a:latin typeface="Arial"/>
            </a:endParaRPr>
          </a:p>
          <a:p>
            <a:pPr>
              <a:lnSpc>
                <a:spcPct val="100000"/>
              </a:lnSpc>
            </a:pPr>
            <a:r>
              <a:rPr lang="en-GB" sz="1400" b="0" strike="noStrike" spc="-1">
                <a:solidFill>
                  <a:srgbClr val="9CDCFE"/>
                </a:solidFill>
                <a:latin typeface="Menlo"/>
              </a:rPr>
              <a:t>mongod</a:t>
            </a:r>
            <a:r>
              <a:rPr lang="en-GB" sz="1400" b="0" strike="noStrike" spc="-1">
                <a:solidFill>
                  <a:srgbClr val="D4D4D4"/>
                </a:solidFill>
                <a:latin typeface="Menlo"/>
              </a:rPr>
              <a:t> --</a:t>
            </a:r>
            <a:r>
              <a:rPr lang="en-GB" sz="1400" b="0" strike="noStrike" spc="-1">
                <a:solidFill>
                  <a:srgbClr val="9CDCFE"/>
                </a:solidFill>
                <a:latin typeface="Menlo"/>
              </a:rPr>
              <a:t>auth</a:t>
            </a:r>
            <a:r>
              <a:rPr lang="en-GB" sz="1400" b="0" strike="noStrike" spc="-1">
                <a:solidFill>
                  <a:srgbClr val="D4D4D4"/>
                </a:solidFill>
                <a:latin typeface="Menlo"/>
              </a:rPr>
              <a:t> # </a:t>
            </a:r>
            <a:r>
              <a:rPr lang="en-GB" sz="1400" b="0" strike="noStrike" spc="-1">
                <a:solidFill>
                  <a:srgbClr val="9CDCFE"/>
                </a:solidFill>
                <a:latin typeface="Menlo"/>
              </a:rPr>
              <a:t>enable</a:t>
            </a:r>
            <a:r>
              <a:rPr lang="en-GB" sz="1400" b="0" strike="noStrike" spc="-1">
                <a:solidFill>
                  <a:srgbClr val="D4D4D4"/>
                </a:solidFill>
                <a:latin typeface="Menlo"/>
              </a:rPr>
              <a:t> </a:t>
            </a:r>
            <a:r>
              <a:rPr lang="en-GB" sz="1400" b="0" strike="noStrike" spc="-1">
                <a:solidFill>
                  <a:srgbClr val="9CDCFE"/>
                </a:solidFill>
                <a:latin typeface="Menlo"/>
              </a:rPr>
              <a:t>authentication</a:t>
            </a:r>
            <a:r>
              <a:rPr lang="en-GB" sz="1400" b="0" strike="noStrike" spc="-1">
                <a:solidFill>
                  <a:srgbClr val="D4D4D4"/>
                </a:solidFill>
                <a:latin typeface="Menlo"/>
              </a:rPr>
              <a:t> </a:t>
            </a:r>
            <a:r>
              <a:rPr lang="en-GB" sz="1400" b="0" strike="noStrike" spc="-1">
                <a:solidFill>
                  <a:srgbClr val="9CDCFE"/>
                </a:solidFill>
                <a:latin typeface="Menlo"/>
              </a:rPr>
              <a:t>for</a:t>
            </a:r>
            <a:r>
              <a:rPr lang="en-GB" sz="1400" b="0" strike="noStrike" spc="-1">
                <a:solidFill>
                  <a:srgbClr val="D4D4D4"/>
                </a:solidFill>
                <a:latin typeface="Menlo"/>
              </a:rPr>
              <a:t> </a:t>
            </a:r>
            <a:r>
              <a:rPr lang="en-GB" sz="1400" b="0" strike="noStrike" spc="-1">
                <a:solidFill>
                  <a:srgbClr val="9CDCFE"/>
                </a:solidFill>
                <a:latin typeface="Menlo"/>
              </a:rPr>
              <a:t>the</a:t>
            </a:r>
            <a:r>
              <a:rPr lang="en-GB" sz="1400" b="0" strike="noStrike" spc="-1">
                <a:solidFill>
                  <a:srgbClr val="D4D4D4"/>
                </a:solidFill>
                <a:latin typeface="Menlo"/>
              </a:rPr>
              <a:t> </a:t>
            </a:r>
            <a:r>
              <a:rPr lang="en-GB" sz="1400" b="0" strike="noStrike" spc="-1">
                <a:solidFill>
                  <a:srgbClr val="9CDCFE"/>
                </a:solidFill>
                <a:latin typeface="Menlo"/>
              </a:rPr>
              <a:t>MongoDB</a:t>
            </a:r>
            <a:r>
              <a:rPr lang="en-GB" sz="1400" b="0" strike="noStrike" spc="-1">
                <a:solidFill>
                  <a:srgbClr val="D4D4D4"/>
                </a:solidFill>
                <a:latin typeface="Menlo"/>
              </a:rPr>
              <a:t> </a:t>
            </a:r>
            <a:r>
              <a:rPr lang="en-GB" sz="1400" b="0" strike="noStrike" spc="-1">
                <a:solidFill>
                  <a:srgbClr val="9CDCFE"/>
                </a:solidFill>
                <a:latin typeface="Menlo"/>
              </a:rPr>
              <a:t>server</a:t>
            </a:r>
            <a:endParaRPr lang="da-DK" sz="1400" b="0" strike="noStrike" spc="-1">
              <a:solidFill>
                <a:srgbClr val="FFFFFF"/>
              </a:solidFill>
              <a:latin typeface="Arial"/>
            </a:endParaRPr>
          </a:p>
        </p:txBody>
      </p:sp>
      <p:sp>
        <p:nvSpPr>
          <p:cNvPr id="5" name="PlaceHolder 4"/>
          <p:cNvSpPr>
            <a:spLocks noGrp="1"/>
          </p:cNvSpPr>
          <p:nvPr>
            <p:ph type="sldNum" idx="4"/>
          </p:nvPr>
        </p:nvSpPr>
        <p:spPr/>
        <p:txBody>
          <a:bodyPr/>
          <a:lstStyle/>
          <a:p>
            <a:fld id="{C891E961-34F6-450C-9FDD-D01A5560A145}" type="slidenum">
              <a:rPr/>
              <a:t>21</a:t>
            </a:fld>
            <a:endParaRPr/>
          </a:p>
        </p:txBody>
      </p:sp>
      <p:sp>
        <p:nvSpPr>
          <p:cNvPr id="6" name="PlaceHolder 5"/>
          <p:cNvSpPr>
            <a:spLocks noGrp="1"/>
          </p:cNvSpPr>
          <p:nvPr>
            <p:ph type="dt" idx="2"/>
          </p:nvPr>
        </p:nvSpPr>
        <p:spPr/>
        <p:txBody>
          <a:bodyPr/>
          <a:lstStyle/>
          <a:p>
            <a:fld id="{0F34F9B2-2076-40DA-B937-9679DE2AF8D1}" type="datetime1">
              <a:rPr lang="da-DK"/>
              <a:t>18.09.2024</a:t>
            </a:fld>
            <a:endParaRPr lang="da-DK"/>
          </a:p>
        </p:txBody>
      </p:sp>
    </p:spTree>
    <p:extLst>
      <p:ext uri="{BB962C8B-B14F-4D97-AF65-F5344CB8AC3E}">
        <p14:creationId xmlns:p14="http://schemas.microsoft.com/office/powerpoint/2010/main" val="21593964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PlaceHolder 1"/>
          <p:cNvSpPr>
            <a:spLocks noGrp="1"/>
          </p:cNvSpPr>
          <p:nvPr>
            <p:ph type="title"/>
          </p:nvPr>
        </p:nvSpPr>
        <p:spPr>
          <a:xfrm>
            <a:off x="414720" y="999000"/>
            <a:ext cx="10952280" cy="64656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a:solidFill>
                  <a:srgbClr val="000000"/>
                </a:solidFill>
                <a:latin typeface="Arial"/>
              </a:rPr>
              <a:t>Using MongoDB from the Command Line</a:t>
            </a:r>
            <a:endParaRPr lang="en-US" sz="3600" b="0" strike="noStrike" spc="-1">
              <a:solidFill>
                <a:srgbClr val="000000"/>
              </a:solidFill>
              <a:latin typeface="Arial"/>
            </a:endParaRPr>
          </a:p>
        </p:txBody>
      </p:sp>
      <p:sp>
        <p:nvSpPr>
          <p:cNvPr id="209" name="PlaceHolder 2"/>
          <p:cNvSpPr>
            <a:spLocks noGrp="1"/>
          </p:cNvSpPr>
          <p:nvPr>
            <p:ph/>
          </p:nvPr>
        </p:nvSpPr>
        <p:spPr>
          <a:xfrm>
            <a:off x="414720" y="1645920"/>
            <a:ext cx="7289640" cy="794880"/>
          </a:xfrm>
          <a:prstGeom prst="rect">
            <a:avLst/>
          </a:prstGeom>
          <a:noFill/>
          <a:ln w="0">
            <a:noFill/>
          </a:ln>
        </p:spPr>
        <p:txBody>
          <a:bodyPr lIns="0" tIns="0" rIns="0" bIns="0" anchor="t">
            <a:noAutofit/>
          </a:bodyPr>
          <a:lstStyle/>
          <a:p>
            <a:pPr marL="252000" indent="-252000">
              <a:lnSpc>
                <a:spcPct val="110000"/>
              </a:lnSpc>
              <a:buClr>
                <a:srgbClr val="000000"/>
              </a:buClr>
              <a:buFont typeface="Wingdings" charset="2"/>
              <a:buChar char=""/>
            </a:pPr>
            <a:r>
              <a:rPr lang="en-GB" sz="1400" b="0" strike="noStrike" spc="-1">
                <a:solidFill>
                  <a:srgbClr val="000000"/>
                </a:solidFill>
                <a:latin typeface="Helvetica Neue"/>
              </a:rPr>
              <a:t>Start the MongoDB server by running the mongo command in a terminal window</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Connect to the MongoDB server using the mongo command in another terminal window</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Create a new database using the use command:</a:t>
            </a:r>
            <a:endParaRPr lang="en-US" sz="1400" b="0" strike="noStrike" spc="-1">
              <a:solidFill>
                <a:srgbClr val="000000"/>
              </a:solidFill>
              <a:latin typeface="Arial"/>
            </a:endParaRPr>
          </a:p>
        </p:txBody>
      </p:sp>
      <p:sp>
        <p:nvSpPr>
          <p:cNvPr id="210" name="PlaceHolder 3"/>
          <p:cNvSpPr>
            <a:spLocks noGrp="1"/>
          </p:cNvSpPr>
          <p:nvPr>
            <p:ph type="ftr" idx="24"/>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211" name="Rectangle 6"/>
          <p:cNvSpPr/>
          <p:nvPr/>
        </p:nvSpPr>
        <p:spPr>
          <a:xfrm>
            <a:off x="1590120" y="2781540"/>
            <a:ext cx="3444480" cy="389160"/>
          </a:xfrm>
          <a:prstGeom prst="rect">
            <a:avLst/>
          </a:prstGeom>
          <a:solidFill>
            <a:schemeClr val="tx1">
              <a:lumMod val="85000"/>
              <a:lumOff val="15000"/>
            </a:schemeClr>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72000" tIns="72000" rIns="72000" bIns="72000" anchor="t">
            <a:noAutofit/>
          </a:bodyPr>
          <a:lstStyle/>
          <a:p>
            <a:pPr>
              <a:lnSpc>
                <a:spcPct val="100000"/>
              </a:lnSpc>
            </a:pPr>
            <a:r>
              <a:rPr lang="en-GB" sz="1400" b="0" strike="noStrike" spc="-1" dirty="0">
                <a:solidFill>
                  <a:srgbClr val="9CDCFE"/>
                </a:solidFill>
                <a:latin typeface="Menlo"/>
              </a:rPr>
              <a:t>use</a:t>
            </a:r>
            <a:r>
              <a:rPr lang="en-GB" sz="1400" b="0" strike="noStrike" spc="-1" dirty="0">
                <a:solidFill>
                  <a:srgbClr val="D4D4D4"/>
                </a:solidFill>
                <a:latin typeface="Menlo"/>
              </a:rPr>
              <a:t> </a:t>
            </a:r>
            <a:r>
              <a:rPr lang="en-GB" sz="1400" b="0" strike="noStrike" spc="-1" dirty="0" err="1">
                <a:solidFill>
                  <a:srgbClr val="9CDCFE"/>
                </a:solidFill>
                <a:latin typeface="Menlo"/>
              </a:rPr>
              <a:t>mydb</a:t>
            </a:r>
            <a:endParaRPr lang="da-DK" sz="1400" b="0" strike="noStrike" spc="-1" dirty="0">
              <a:solidFill>
                <a:srgbClr val="FFFFFF"/>
              </a:solidFill>
              <a:latin typeface="Arial"/>
            </a:endParaRPr>
          </a:p>
        </p:txBody>
      </p:sp>
      <p:sp>
        <p:nvSpPr>
          <p:cNvPr id="212" name="Content Placeholder 2"/>
          <p:cNvSpPr/>
          <p:nvPr/>
        </p:nvSpPr>
        <p:spPr>
          <a:xfrm>
            <a:off x="414720" y="3241980"/>
            <a:ext cx="7289640" cy="389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52000" indent="-252000">
              <a:lnSpc>
                <a:spcPct val="110000"/>
              </a:lnSpc>
              <a:buClr>
                <a:srgbClr val="000000"/>
              </a:buClr>
              <a:buFont typeface="Wingdings" charset="2"/>
              <a:buChar char=""/>
            </a:pPr>
            <a:r>
              <a:rPr lang="en-GB" sz="1400" b="0" strike="noStrike" spc="-1">
                <a:solidFill>
                  <a:srgbClr val="000000"/>
                </a:solidFill>
                <a:latin typeface="Helvetica Neue"/>
              </a:rPr>
              <a:t>Show the available databases using the show dbs command:</a:t>
            </a:r>
            <a:endParaRPr lang="da-DK" sz="1400" b="0" strike="noStrike" spc="-1">
              <a:solidFill>
                <a:srgbClr val="000000"/>
              </a:solidFill>
              <a:latin typeface="Arial"/>
            </a:endParaRPr>
          </a:p>
        </p:txBody>
      </p:sp>
      <p:sp>
        <p:nvSpPr>
          <p:cNvPr id="213" name="Rectangle 8"/>
          <p:cNvSpPr/>
          <p:nvPr/>
        </p:nvSpPr>
        <p:spPr>
          <a:xfrm>
            <a:off x="1590120" y="3557340"/>
            <a:ext cx="7044480" cy="389160"/>
          </a:xfrm>
          <a:prstGeom prst="rect">
            <a:avLst/>
          </a:prstGeom>
          <a:solidFill>
            <a:schemeClr val="tx1">
              <a:lumMod val="85000"/>
              <a:lumOff val="15000"/>
            </a:schemeClr>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72000" tIns="72000" rIns="72000" bIns="72000" anchor="t">
            <a:noAutofit/>
          </a:bodyPr>
          <a:lstStyle/>
          <a:p>
            <a:pPr>
              <a:lnSpc>
                <a:spcPct val="100000"/>
              </a:lnSpc>
            </a:pPr>
            <a:r>
              <a:rPr lang="en-GB" sz="1400" b="0" strike="noStrike" spc="-1">
                <a:solidFill>
                  <a:srgbClr val="9CDCFE"/>
                </a:solidFill>
                <a:latin typeface="Menlo"/>
              </a:rPr>
              <a:t>show</a:t>
            </a:r>
            <a:r>
              <a:rPr lang="en-GB" sz="1400" b="0" strike="noStrike" spc="-1">
                <a:solidFill>
                  <a:srgbClr val="D4D4D4"/>
                </a:solidFill>
                <a:latin typeface="Menlo"/>
              </a:rPr>
              <a:t> </a:t>
            </a:r>
            <a:r>
              <a:rPr lang="en-GB" sz="1400" b="0" strike="noStrike" spc="-1">
                <a:solidFill>
                  <a:srgbClr val="9CDCFE"/>
                </a:solidFill>
                <a:latin typeface="Menlo"/>
              </a:rPr>
              <a:t>dbs</a:t>
            </a:r>
            <a:endParaRPr lang="da-DK" sz="1400" b="0" strike="noStrike" spc="-1">
              <a:solidFill>
                <a:srgbClr val="FFFFFF"/>
              </a:solidFill>
              <a:latin typeface="Arial"/>
            </a:endParaRPr>
          </a:p>
        </p:txBody>
      </p:sp>
      <p:sp>
        <p:nvSpPr>
          <p:cNvPr id="214" name="Content Placeholder 2"/>
          <p:cNvSpPr/>
          <p:nvPr/>
        </p:nvSpPr>
        <p:spPr>
          <a:xfrm>
            <a:off x="414720" y="4091580"/>
            <a:ext cx="7289640" cy="389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52000" indent="-252000">
              <a:lnSpc>
                <a:spcPct val="110000"/>
              </a:lnSpc>
              <a:buClr>
                <a:srgbClr val="000000"/>
              </a:buClr>
              <a:buFont typeface="Wingdings" charset="2"/>
              <a:buChar char=""/>
            </a:pPr>
            <a:r>
              <a:rPr lang="en-GB" sz="1400" b="0" strike="noStrike" spc="-1">
                <a:solidFill>
                  <a:srgbClr val="000000"/>
                </a:solidFill>
                <a:latin typeface="Helvetica Neue"/>
              </a:rPr>
              <a:t>Create a new collection using the db.createCollection() method:</a:t>
            </a:r>
            <a:endParaRPr lang="da-DK" sz="1400" b="0" strike="noStrike" spc="-1">
              <a:solidFill>
                <a:srgbClr val="000000"/>
              </a:solidFill>
              <a:latin typeface="Arial"/>
            </a:endParaRPr>
          </a:p>
        </p:txBody>
      </p:sp>
      <p:sp>
        <p:nvSpPr>
          <p:cNvPr id="215" name="Rectangle 10"/>
          <p:cNvSpPr/>
          <p:nvPr/>
        </p:nvSpPr>
        <p:spPr>
          <a:xfrm>
            <a:off x="1590120" y="4406940"/>
            <a:ext cx="7044480" cy="389160"/>
          </a:xfrm>
          <a:prstGeom prst="rect">
            <a:avLst/>
          </a:prstGeom>
          <a:solidFill>
            <a:schemeClr val="tx1">
              <a:lumMod val="85000"/>
              <a:lumOff val="15000"/>
            </a:schemeClr>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72000" tIns="72000" rIns="72000" bIns="72000" anchor="t">
            <a:noAutofit/>
          </a:bodyPr>
          <a:lstStyle/>
          <a:p>
            <a:pPr>
              <a:lnSpc>
                <a:spcPct val="100000"/>
              </a:lnSpc>
            </a:pPr>
            <a:r>
              <a:rPr lang="en-GB" sz="1400" b="0" strike="noStrike" spc="-1">
                <a:solidFill>
                  <a:srgbClr val="9CDCFE"/>
                </a:solidFill>
                <a:latin typeface="Menlo"/>
              </a:rPr>
              <a:t>db</a:t>
            </a:r>
            <a:r>
              <a:rPr lang="en-GB" sz="1400" b="0" strike="noStrike" spc="-1">
                <a:solidFill>
                  <a:srgbClr val="D4D4D4"/>
                </a:solidFill>
                <a:latin typeface="Menlo"/>
              </a:rPr>
              <a:t>.</a:t>
            </a:r>
            <a:r>
              <a:rPr lang="en-GB" sz="1400" b="0" strike="noStrike" spc="-1">
                <a:solidFill>
                  <a:srgbClr val="DCDCAA"/>
                </a:solidFill>
                <a:latin typeface="Menlo"/>
              </a:rPr>
              <a:t>createCollection</a:t>
            </a:r>
            <a:r>
              <a:rPr lang="en-GB" sz="1400" b="0" strike="noStrike" spc="-1">
                <a:solidFill>
                  <a:srgbClr val="D4D4D4"/>
                </a:solidFill>
                <a:latin typeface="Menlo"/>
              </a:rPr>
              <a:t>(</a:t>
            </a:r>
            <a:r>
              <a:rPr lang="en-GB" sz="1400" b="0" strike="noStrike" spc="-1">
                <a:solidFill>
                  <a:srgbClr val="CE9178"/>
                </a:solidFill>
                <a:latin typeface="Menlo"/>
              </a:rPr>
              <a:t>'mycollection'</a:t>
            </a:r>
            <a:r>
              <a:rPr lang="en-GB" sz="1400" b="0" strike="noStrike" spc="-1">
                <a:solidFill>
                  <a:srgbClr val="D4D4D4"/>
                </a:solidFill>
                <a:latin typeface="Menlo"/>
              </a:rPr>
              <a:t>)</a:t>
            </a:r>
            <a:endParaRPr lang="da-DK" sz="1400" b="0" strike="noStrike" spc="-1">
              <a:solidFill>
                <a:srgbClr val="FFFFFF"/>
              </a:solidFill>
              <a:latin typeface="Arial"/>
            </a:endParaRPr>
          </a:p>
        </p:txBody>
      </p:sp>
      <p:sp>
        <p:nvSpPr>
          <p:cNvPr id="216" name="Content Placeholder 2"/>
          <p:cNvSpPr/>
          <p:nvPr/>
        </p:nvSpPr>
        <p:spPr>
          <a:xfrm>
            <a:off x="414720" y="4953420"/>
            <a:ext cx="7289640" cy="389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52000" indent="-252000">
              <a:lnSpc>
                <a:spcPct val="110000"/>
              </a:lnSpc>
              <a:buClr>
                <a:srgbClr val="000000"/>
              </a:buClr>
              <a:buFont typeface="Wingdings" charset="2"/>
              <a:buChar char=""/>
            </a:pPr>
            <a:r>
              <a:rPr lang="en-GB" sz="1400" b="0" strike="noStrike" spc="-1">
                <a:solidFill>
                  <a:srgbClr val="000000"/>
                </a:solidFill>
                <a:latin typeface="Helvetica Neue"/>
              </a:rPr>
              <a:t>Insert a new document into a collection using the insertOne() method:</a:t>
            </a:r>
            <a:endParaRPr lang="da-DK" sz="1400" b="0" strike="noStrike" spc="-1">
              <a:solidFill>
                <a:srgbClr val="000000"/>
              </a:solidFill>
              <a:latin typeface="Arial"/>
            </a:endParaRPr>
          </a:p>
        </p:txBody>
      </p:sp>
      <p:sp>
        <p:nvSpPr>
          <p:cNvPr id="217" name="Rectangle 12"/>
          <p:cNvSpPr/>
          <p:nvPr/>
        </p:nvSpPr>
        <p:spPr>
          <a:xfrm>
            <a:off x="1590120" y="5256900"/>
            <a:ext cx="7044480" cy="389160"/>
          </a:xfrm>
          <a:prstGeom prst="rect">
            <a:avLst/>
          </a:prstGeom>
          <a:solidFill>
            <a:schemeClr val="tx1">
              <a:lumMod val="85000"/>
              <a:lumOff val="15000"/>
            </a:schemeClr>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72000" tIns="72000" rIns="72000" bIns="72000" anchor="t">
            <a:noAutofit/>
          </a:bodyPr>
          <a:lstStyle/>
          <a:p>
            <a:pPr>
              <a:lnSpc>
                <a:spcPct val="100000"/>
              </a:lnSpc>
            </a:pPr>
            <a:r>
              <a:rPr lang="en-GB" sz="1400" b="0" strike="noStrike" spc="-1">
                <a:solidFill>
                  <a:srgbClr val="9CDCFE"/>
                </a:solidFill>
                <a:latin typeface="Menlo"/>
              </a:rPr>
              <a:t>db</a:t>
            </a:r>
            <a:r>
              <a:rPr lang="en-GB" sz="1400" b="0" strike="noStrike" spc="-1">
                <a:solidFill>
                  <a:srgbClr val="D4D4D4"/>
                </a:solidFill>
                <a:latin typeface="Menlo"/>
              </a:rPr>
              <a:t>.</a:t>
            </a:r>
            <a:r>
              <a:rPr lang="en-GB" sz="1400" b="0" strike="noStrike" spc="-1">
                <a:solidFill>
                  <a:srgbClr val="9CDCFE"/>
                </a:solidFill>
                <a:latin typeface="Menlo"/>
              </a:rPr>
              <a:t>mycollection</a:t>
            </a:r>
            <a:r>
              <a:rPr lang="en-GB" sz="1400" b="0" strike="noStrike" spc="-1">
                <a:solidFill>
                  <a:srgbClr val="D4D4D4"/>
                </a:solidFill>
                <a:latin typeface="Menlo"/>
              </a:rPr>
              <a:t>.</a:t>
            </a:r>
            <a:r>
              <a:rPr lang="en-GB" sz="1400" b="0" strike="noStrike" spc="-1">
                <a:solidFill>
                  <a:srgbClr val="DCDCAA"/>
                </a:solidFill>
                <a:latin typeface="Menlo"/>
              </a:rPr>
              <a:t>insertOne</a:t>
            </a:r>
            <a:r>
              <a:rPr lang="en-GB" sz="1400" b="0" strike="noStrike" spc="-1">
                <a:solidFill>
                  <a:srgbClr val="D4D4D4"/>
                </a:solidFill>
                <a:latin typeface="Menlo"/>
              </a:rPr>
              <a:t>({ </a:t>
            </a:r>
            <a:r>
              <a:rPr lang="en-GB" sz="1400" b="0" strike="noStrike" spc="-1">
                <a:solidFill>
                  <a:srgbClr val="9CDCFE"/>
                </a:solidFill>
                <a:latin typeface="Menlo"/>
              </a:rPr>
              <a:t>name:</a:t>
            </a:r>
            <a:r>
              <a:rPr lang="en-GB" sz="1400" b="0" strike="noStrike" spc="-1">
                <a:solidFill>
                  <a:srgbClr val="D4D4D4"/>
                </a:solidFill>
                <a:latin typeface="Menlo"/>
              </a:rPr>
              <a:t> </a:t>
            </a:r>
            <a:r>
              <a:rPr lang="en-GB" sz="1400" b="0" strike="noStrike" spc="-1">
                <a:solidFill>
                  <a:srgbClr val="CE9178"/>
                </a:solidFill>
                <a:latin typeface="Menlo"/>
              </a:rPr>
              <a:t>'John'</a:t>
            </a:r>
            <a:r>
              <a:rPr lang="en-GB" sz="1400" b="0" strike="noStrike" spc="-1">
                <a:solidFill>
                  <a:srgbClr val="D4D4D4"/>
                </a:solidFill>
                <a:latin typeface="Menlo"/>
              </a:rPr>
              <a:t>, </a:t>
            </a:r>
            <a:r>
              <a:rPr lang="en-GB" sz="1400" b="0" strike="noStrike" spc="-1">
                <a:solidFill>
                  <a:srgbClr val="9CDCFE"/>
                </a:solidFill>
                <a:latin typeface="Menlo"/>
              </a:rPr>
              <a:t>age:</a:t>
            </a:r>
            <a:r>
              <a:rPr lang="en-GB" sz="1400" b="0" strike="noStrike" spc="-1">
                <a:solidFill>
                  <a:srgbClr val="D4D4D4"/>
                </a:solidFill>
                <a:latin typeface="Menlo"/>
              </a:rPr>
              <a:t> </a:t>
            </a:r>
            <a:r>
              <a:rPr lang="en-GB" sz="1400" b="0" strike="noStrike" spc="-1">
                <a:solidFill>
                  <a:srgbClr val="B5CEA8"/>
                </a:solidFill>
                <a:latin typeface="Menlo"/>
              </a:rPr>
              <a:t>30</a:t>
            </a:r>
            <a:r>
              <a:rPr lang="en-GB" sz="1400" b="0" strike="noStrike" spc="-1">
                <a:solidFill>
                  <a:srgbClr val="D4D4D4"/>
                </a:solidFill>
                <a:latin typeface="Menlo"/>
              </a:rPr>
              <a:t> })</a:t>
            </a:r>
            <a:endParaRPr lang="da-DK" sz="1400" b="0" strike="noStrike" spc="-1">
              <a:solidFill>
                <a:srgbClr val="FFFFFF"/>
              </a:solidFill>
              <a:latin typeface="Arial"/>
            </a:endParaRPr>
          </a:p>
        </p:txBody>
      </p:sp>
      <p:sp>
        <p:nvSpPr>
          <p:cNvPr id="5" name="PlaceHolder 4"/>
          <p:cNvSpPr>
            <a:spLocks noGrp="1"/>
          </p:cNvSpPr>
          <p:nvPr>
            <p:ph type="sldNum" idx="4"/>
          </p:nvPr>
        </p:nvSpPr>
        <p:spPr/>
        <p:txBody>
          <a:bodyPr/>
          <a:lstStyle/>
          <a:p>
            <a:fld id="{EBE61FF9-5BD3-4147-A8AF-4AD90F9FE1E3}" type="slidenum">
              <a:rPr/>
              <a:t>22</a:t>
            </a:fld>
            <a:endParaRPr/>
          </a:p>
        </p:txBody>
      </p:sp>
      <p:sp>
        <p:nvSpPr>
          <p:cNvPr id="6" name="PlaceHolder 5"/>
          <p:cNvSpPr>
            <a:spLocks noGrp="1"/>
          </p:cNvSpPr>
          <p:nvPr>
            <p:ph type="dt" idx="2"/>
          </p:nvPr>
        </p:nvSpPr>
        <p:spPr/>
        <p:txBody>
          <a:bodyPr/>
          <a:lstStyle/>
          <a:p>
            <a:fld id="{60615DD1-28CA-4160-AE65-F70CA79F22D6}" type="datetime1">
              <a:rPr lang="da-DK"/>
              <a:t>18.09.2024</a:t>
            </a:fld>
            <a:endParaRPr lang="da-DK"/>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PlaceHolder 1"/>
          <p:cNvSpPr>
            <a:spLocks noGrp="1"/>
          </p:cNvSpPr>
          <p:nvPr>
            <p:ph type="title"/>
          </p:nvPr>
        </p:nvSpPr>
        <p:spPr>
          <a:xfrm>
            <a:off x="414720" y="999000"/>
            <a:ext cx="10952280" cy="64656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a:solidFill>
                  <a:srgbClr val="000000"/>
                </a:solidFill>
                <a:latin typeface="Arial"/>
              </a:rPr>
              <a:t>Using MongoDB from the Command Line</a:t>
            </a:r>
            <a:endParaRPr lang="en-US" sz="3600" b="0" strike="noStrike" spc="-1">
              <a:solidFill>
                <a:srgbClr val="000000"/>
              </a:solidFill>
              <a:latin typeface="Arial"/>
            </a:endParaRPr>
          </a:p>
        </p:txBody>
      </p:sp>
      <p:sp>
        <p:nvSpPr>
          <p:cNvPr id="219" name="PlaceHolder 2"/>
          <p:cNvSpPr>
            <a:spLocks noGrp="1"/>
          </p:cNvSpPr>
          <p:nvPr>
            <p:ph type="ftr" idx="25"/>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220" name="Content Placeholder 2"/>
          <p:cNvSpPr/>
          <p:nvPr/>
        </p:nvSpPr>
        <p:spPr>
          <a:xfrm>
            <a:off x="414720" y="1978157"/>
            <a:ext cx="7289640" cy="389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52000" indent="-252000">
              <a:lnSpc>
                <a:spcPct val="110000"/>
              </a:lnSpc>
              <a:buClr>
                <a:srgbClr val="000000"/>
              </a:buClr>
              <a:buFont typeface="Wingdings" charset="2"/>
              <a:buChar char=""/>
            </a:pPr>
            <a:r>
              <a:rPr lang="en-GB" sz="1400" b="0" strike="noStrike" spc="-1">
                <a:solidFill>
                  <a:srgbClr val="000000"/>
                </a:solidFill>
                <a:latin typeface="Helvetica Neue"/>
              </a:rPr>
              <a:t>Find documents in a collection using the find() method:</a:t>
            </a:r>
            <a:endParaRPr lang="da-DK" sz="1400" b="0" strike="noStrike" spc="-1">
              <a:solidFill>
                <a:srgbClr val="000000"/>
              </a:solidFill>
              <a:latin typeface="Arial"/>
            </a:endParaRPr>
          </a:p>
        </p:txBody>
      </p:sp>
      <p:sp>
        <p:nvSpPr>
          <p:cNvPr id="221" name="Rectangle 8"/>
          <p:cNvSpPr/>
          <p:nvPr/>
        </p:nvSpPr>
        <p:spPr>
          <a:xfrm>
            <a:off x="1590120" y="2293517"/>
            <a:ext cx="7044480" cy="389160"/>
          </a:xfrm>
          <a:prstGeom prst="rect">
            <a:avLst/>
          </a:prstGeom>
          <a:solidFill>
            <a:schemeClr val="tx1">
              <a:lumMod val="85000"/>
              <a:lumOff val="15000"/>
            </a:schemeClr>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72000" tIns="72000" rIns="72000" bIns="72000" anchor="t">
            <a:noAutofit/>
          </a:bodyPr>
          <a:lstStyle/>
          <a:p>
            <a:pPr>
              <a:lnSpc>
                <a:spcPct val="100000"/>
              </a:lnSpc>
            </a:pPr>
            <a:r>
              <a:rPr lang="en-GB" sz="1400" b="0" strike="noStrike" spc="-1">
                <a:solidFill>
                  <a:srgbClr val="9CDCFE"/>
                </a:solidFill>
                <a:latin typeface="Menlo"/>
              </a:rPr>
              <a:t>db</a:t>
            </a:r>
            <a:r>
              <a:rPr lang="en-GB" sz="1400" b="0" strike="noStrike" spc="-1">
                <a:solidFill>
                  <a:srgbClr val="D4D4D4"/>
                </a:solidFill>
                <a:latin typeface="Menlo"/>
              </a:rPr>
              <a:t>.</a:t>
            </a:r>
            <a:r>
              <a:rPr lang="en-GB" sz="1400" b="0" strike="noStrike" spc="-1">
                <a:solidFill>
                  <a:srgbClr val="9CDCFE"/>
                </a:solidFill>
                <a:latin typeface="Menlo"/>
              </a:rPr>
              <a:t>mycollection</a:t>
            </a:r>
            <a:r>
              <a:rPr lang="en-GB" sz="1400" b="0" strike="noStrike" spc="-1">
                <a:solidFill>
                  <a:srgbClr val="D4D4D4"/>
                </a:solidFill>
                <a:latin typeface="Menlo"/>
              </a:rPr>
              <a:t>.</a:t>
            </a:r>
            <a:r>
              <a:rPr lang="en-GB" sz="1400" b="0" strike="noStrike" spc="-1">
                <a:solidFill>
                  <a:srgbClr val="DCDCAA"/>
                </a:solidFill>
                <a:latin typeface="Menlo"/>
              </a:rPr>
              <a:t>find</a:t>
            </a:r>
            <a:r>
              <a:rPr lang="en-GB" sz="1400" b="0" strike="noStrike" spc="-1">
                <a:solidFill>
                  <a:srgbClr val="D4D4D4"/>
                </a:solidFill>
                <a:latin typeface="Menlo"/>
              </a:rPr>
              <a:t>()</a:t>
            </a:r>
            <a:endParaRPr lang="da-DK" sz="1400" b="0" strike="noStrike" spc="-1">
              <a:solidFill>
                <a:srgbClr val="FFFFFF"/>
              </a:solidFill>
              <a:latin typeface="Arial"/>
            </a:endParaRPr>
          </a:p>
        </p:txBody>
      </p:sp>
      <p:sp>
        <p:nvSpPr>
          <p:cNvPr id="222" name="Content Placeholder 2"/>
          <p:cNvSpPr/>
          <p:nvPr/>
        </p:nvSpPr>
        <p:spPr>
          <a:xfrm>
            <a:off x="414720" y="2827757"/>
            <a:ext cx="7289640" cy="389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52000" indent="-252000">
              <a:lnSpc>
                <a:spcPct val="110000"/>
              </a:lnSpc>
              <a:buClr>
                <a:srgbClr val="000000"/>
              </a:buClr>
              <a:buFont typeface="Wingdings" charset="2"/>
              <a:buChar char=""/>
            </a:pPr>
            <a:r>
              <a:rPr lang="en-GB" sz="1400" b="0" strike="noStrike" spc="-1">
                <a:solidFill>
                  <a:srgbClr val="000000"/>
                </a:solidFill>
                <a:latin typeface="Helvetica Neue"/>
              </a:rPr>
              <a:t>Update a document in a collection using the updateOne() method:</a:t>
            </a:r>
            <a:endParaRPr lang="da-DK" sz="1400" b="0" strike="noStrike" spc="-1">
              <a:solidFill>
                <a:srgbClr val="000000"/>
              </a:solidFill>
              <a:latin typeface="Arial"/>
            </a:endParaRPr>
          </a:p>
        </p:txBody>
      </p:sp>
      <p:sp>
        <p:nvSpPr>
          <p:cNvPr id="223" name="Rectangle 10"/>
          <p:cNvSpPr/>
          <p:nvPr/>
        </p:nvSpPr>
        <p:spPr>
          <a:xfrm>
            <a:off x="1590120" y="3143117"/>
            <a:ext cx="7565400" cy="389160"/>
          </a:xfrm>
          <a:prstGeom prst="rect">
            <a:avLst/>
          </a:prstGeom>
          <a:solidFill>
            <a:schemeClr val="tx1">
              <a:lumMod val="85000"/>
              <a:lumOff val="15000"/>
            </a:schemeClr>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72000" tIns="72000" rIns="72000" bIns="72000" anchor="t">
            <a:noAutofit/>
          </a:bodyPr>
          <a:lstStyle/>
          <a:p>
            <a:pPr>
              <a:lnSpc>
                <a:spcPct val="100000"/>
              </a:lnSpc>
            </a:pPr>
            <a:r>
              <a:rPr lang="en-GB" sz="1400" b="0" strike="noStrike" spc="-1">
                <a:solidFill>
                  <a:srgbClr val="9CDCFE"/>
                </a:solidFill>
                <a:latin typeface="Menlo"/>
              </a:rPr>
              <a:t>db</a:t>
            </a:r>
            <a:r>
              <a:rPr lang="en-GB" sz="1400" b="0" strike="noStrike" spc="-1">
                <a:solidFill>
                  <a:srgbClr val="D4D4D4"/>
                </a:solidFill>
                <a:latin typeface="Menlo"/>
              </a:rPr>
              <a:t>.</a:t>
            </a:r>
            <a:r>
              <a:rPr lang="en-GB" sz="1400" b="0" strike="noStrike" spc="-1">
                <a:solidFill>
                  <a:srgbClr val="9CDCFE"/>
                </a:solidFill>
                <a:latin typeface="Menlo"/>
              </a:rPr>
              <a:t>mycollection</a:t>
            </a:r>
            <a:r>
              <a:rPr lang="en-GB" sz="1400" b="0" strike="noStrike" spc="-1">
                <a:solidFill>
                  <a:srgbClr val="D4D4D4"/>
                </a:solidFill>
                <a:latin typeface="Menlo"/>
              </a:rPr>
              <a:t>.</a:t>
            </a:r>
            <a:r>
              <a:rPr lang="en-GB" sz="1400" b="0" strike="noStrike" spc="-1">
                <a:solidFill>
                  <a:srgbClr val="DCDCAA"/>
                </a:solidFill>
                <a:latin typeface="Menlo"/>
              </a:rPr>
              <a:t>updateOne</a:t>
            </a:r>
            <a:r>
              <a:rPr lang="en-GB" sz="1400" b="0" strike="noStrike" spc="-1">
                <a:solidFill>
                  <a:srgbClr val="D4D4D4"/>
                </a:solidFill>
                <a:latin typeface="Menlo"/>
              </a:rPr>
              <a:t>({ </a:t>
            </a:r>
            <a:r>
              <a:rPr lang="en-GB" sz="1400" b="0" strike="noStrike" spc="-1">
                <a:solidFill>
                  <a:srgbClr val="9CDCFE"/>
                </a:solidFill>
                <a:latin typeface="Menlo"/>
              </a:rPr>
              <a:t>name:</a:t>
            </a:r>
            <a:r>
              <a:rPr lang="en-GB" sz="1400" b="0" strike="noStrike" spc="-1">
                <a:solidFill>
                  <a:srgbClr val="D4D4D4"/>
                </a:solidFill>
                <a:latin typeface="Menlo"/>
              </a:rPr>
              <a:t> </a:t>
            </a:r>
            <a:r>
              <a:rPr lang="en-GB" sz="1400" b="0" strike="noStrike" spc="-1">
                <a:solidFill>
                  <a:srgbClr val="CE9178"/>
                </a:solidFill>
                <a:latin typeface="Menlo"/>
              </a:rPr>
              <a:t>'John'</a:t>
            </a:r>
            <a:r>
              <a:rPr lang="en-GB" sz="1400" b="0" strike="noStrike" spc="-1">
                <a:solidFill>
                  <a:srgbClr val="D4D4D4"/>
                </a:solidFill>
                <a:latin typeface="Menlo"/>
              </a:rPr>
              <a:t> }, { </a:t>
            </a:r>
            <a:r>
              <a:rPr lang="en-GB" sz="1400" b="0" strike="noStrike" spc="-1">
                <a:solidFill>
                  <a:srgbClr val="9CDCFE"/>
                </a:solidFill>
                <a:latin typeface="Menlo"/>
              </a:rPr>
              <a:t>$set:</a:t>
            </a:r>
            <a:r>
              <a:rPr lang="en-GB" sz="1400" b="0" strike="noStrike" spc="-1">
                <a:solidFill>
                  <a:srgbClr val="D4D4D4"/>
                </a:solidFill>
                <a:latin typeface="Menlo"/>
              </a:rPr>
              <a:t> { </a:t>
            </a:r>
            <a:r>
              <a:rPr lang="en-GB" sz="1400" b="0" strike="noStrike" spc="-1">
                <a:solidFill>
                  <a:srgbClr val="9CDCFE"/>
                </a:solidFill>
                <a:latin typeface="Menlo"/>
              </a:rPr>
              <a:t>age:</a:t>
            </a:r>
            <a:r>
              <a:rPr lang="en-GB" sz="1400" b="0" strike="noStrike" spc="-1">
                <a:solidFill>
                  <a:srgbClr val="D4D4D4"/>
                </a:solidFill>
                <a:latin typeface="Menlo"/>
              </a:rPr>
              <a:t> </a:t>
            </a:r>
            <a:r>
              <a:rPr lang="en-GB" sz="1400" b="0" strike="noStrike" spc="-1">
                <a:solidFill>
                  <a:srgbClr val="B5CEA8"/>
                </a:solidFill>
                <a:latin typeface="Menlo"/>
              </a:rPr>
              <a:t>31</a:t>
            </a:r>
            <a:r>
              <a:rPr lang="en-GB" sz="1400" b="0" strike="noStrike" spc="-1">
                <a:solidFill>
                  <a:srgbClr val="D4D4D4"/>
                </a:solidFill>
                <a:latin typeface="Menlo"/>
              </a:rPr>
              <a:t> } })</a:t>
            </a:r>
            <a:endParaRPr lang="da-DK" sz="1400" b="0" strike="noStrike" spc="-1">
              <a:solidFill>
                <a:srgbClr val="FFFFFF"/>
              </a:solidFill>
              <a:latin typeface="Arial"/>
            </a:endParaRPr>
          </a:p>
        </p:txBody>
      </p:sp>
      <p:sp>
        <p:nvSpPr>
          <p:cNvPr id="224" name="Content Placeholder 2"/>
          <p:cNvSpPr/>
          <p:nvPr/>
        </p:nvSpPr>
        <p:spPr>
          <a:xfrm>
            <a:off x="414720" y="3689597"/>
            <a:ext cx="7289640" cy="389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52000" indent="-252000">
              <a:lnSpc>
                <a:spcPct val="110000"/>
              </a:lnSpc>
              <a:buClr>
                <a:srgbClr val="000000"/>
              </a:buClr>
              <a:buFont typeface="Wingdings" charset="2"/>
              <a:buChar char=""/>
            </a:pPr>
            <a:r>
              <a:rPr lang="en-GB" sz="1400" b="0" strike="noStrike" spc="-1">
                <a:solidFill>
                  <a:srgbClr val="000000"/>
                </a:solidFill>
                <a:latin typeface="Helvetica Neue"/>
              </a:rPr>
              <a:t>Delete a document from a collection using the deleteOne() method:</a:t>
            </a:r>
            <a:endParaRPr lang="da-DK" sz="1400" b="0" strike="noStrike" spc="-1">
              <a:solidFill>
                <a:srgbClr val="000000"/>
              </a:solidFill>
              <a:latin typeface="Arial"/>
            </a:endParaRPr>
          </a:p>
        </p:txBody>
      </p:sp>
      <p:sp>
        <p:nvSpPr>
          <p:cNvPr id="225" name="Rectangle 12"/>
          <p:cNvSpPr/>
          <p:nvPr/>
        </p:nvSpPr>
        <p:spPr>
          <a:xfrm>
            <a:off x="1590120" y="3993077"/>
            <a:ext cx="7044480" cy="389160"/>
          </a:xfrm>
          <a:prstGeom prst="rect">
            <a:avLst/>
          </a:prstGeom>
          <a:solidFill>
            <a:schemeClr val="tx1">
              <a:lumMod val="85000"/>
              <a:lumOff val="15000"/>
            </a:schemeClr>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72000" tIns="72000" rIns="72000" bIns="72000" anchor="t">
            <a:noAutofit/>
          </a:bodyPr>
          <a:lstStyle/>
          <a:p>
            <a:pPr>
              <a:lnSpc>
                <a:spcPct val="100000"/>
              </a:lnSpc>
            </a:pPr>
            <a:r>
              <a:rPr lang="en-GB" sz="1400" b="0" strike="noStrike" spc="-1">
                <a:solidFill>
                  <a:srgbClr val="9CDCFE"/>
                </a:solidFill>
                <a:latin typeface="Menlo"/>
              </a:rPr>
              <a:t>db</a:t>
            </a:r>
            <a:r>
              <a:rPr lang="en-GB" sz="1400" b="0" strike="noStrike" spc="-1">
                <a:solidFill>
                  <a:srgbClr val="D4D4D4"/>
                </a:solidFill>
                <a:latin typeface="Menlo"/>
              </a:rPr>
              <a:t>.</a:t>
            </a:r>
            <a:r>
              <a:rPr lang="en-GB" sz="1400" b="0" strike="noStrike" spc="-1">
                <a:solidFill>
                  <a:srgbClr val="9CDCFE"/>
                </a:solidFill>
                <a:latin typeface="Menlo"/>
              </a:rPr>
              <a:t>mycollection</a:t>
            </a:r>
            <a:r>
              <a:rPr lang="en-GB" sz="1400" b="0" strike="noStrike" spc="-1">
                <a:solidFill>
                  <a:srgbClr val="D4D4D4"/>
                </a:solidFill>
                <a:latin typeface="Menlo"/>
              </a:rPr>
              <a:t>.</a:t>
            </a:r>
            <a:r>
              <a:rPr lang="en-GB" sz="1400" b="0" strike="noStrike" spc="-1">
                <a:solidFill>
                  <a:srgbClr val="DCDCAA"/>
                </a:solidFill>
                <a:latin typeface="Menlo"/>
              </a:rPr>
              <a:t>deleteOne</a:t>
            </a:r>
            <a:r>
              <a:rPr lang="en-GB" sz="1400" b="0" strike="noStrike" spc="-1">
                <a:solidFill>
                  <a:srgbClr val="D4D4D4"/>
                </a:solidFill>
                <a:latin typeface="Menlo"/>
              </a:rPr>
              <a:t>({ </a:t>
            </a:r>
            <a:r>
              <a:rPr lang="en-GB" sz="1400" b="0" strike="noStrike" spc="-1">
                <a:solidFill>
                  <a:srgbClr val="9CDCFE"/>
                </a:solidFill>
                <a:latin typeface="Menlo"/>
              </a:rPr>
              <a:t>name:</a:t>
            </a:r>
            <a:r>
              <a:rPr lang="en-GB" sz="1400" b="0" strike="noStrike" spc="-1">
                <a:solidFill>
                  <a:srgbClr val="D4D4D4"/>
                </a:solidFill>
                <a:latin typeface="Menlo"/>
              </a:rPr>
              <a:t> </a:t>
            </a:r>
            <a:r>
              <a:rPr lang="en-GB" sz="1400" b="0" strike="noStrike" spc="-1">
                <a:solidFill>
                  <a:srgbClr val="CE9178"/>
                </a:solidFill>
                <a:latin typeface="Menlo"/>
              </a:rPr>
              <a:t>'John'</a:t>
            </a:r>
            <a:r>
              <a:rPr lang="en-GB" sz="1400" b="0" strike="noStrike" spc="-1">
                <a:solidFill>
                  <a:srgbClr val="D4D4D4"/>
                </a:solidFill>
                <a:latin typeface="Menlo"/>
              </a:rPr>
              <a:t> })</a:t>
            </a:r>
            <a:endParaRPr lang="da-DK" sz="1400" b="0" strike="noStrike" spc="-1">
              <a:solidFill>
                <a:srgbClr val="FFFFFF"/>
              </a:solidFill>
              <a:latin typeface="Arial"/>
            </a:endParaRPr>
          </a:p>
        </p:txBody>
      </p:sp>
      <p:sp>
        <p:nvSpPr>
          <p:cNvPr id="4" name="PlaceHolder 3"/>
          <p:cNvSpPr>
            <a:spLocks noGrp="1"/>
          </p:cNvSpPr>
          <p:nvPr>
            <p:ph type="sldNum" idx="4"/>
          </p:nvPr>
        </p:nvSpPr>
        <p:spPr/>
        <p:txBody>
          <a:bodyPr/>
          <a:lstStyle/>
          <a:p>
            <a:fld id="{5F71B4C3-A9AB-4867-BD80-53D86724EA59}" type="slidenum">
              <a:rPr/>
              <a:t>23</a:t>
            </a:fld>
            <a:endParaRPr/>
          </a:p>
        </p:txBody>
      </p:sp>
      <p:sp>
        <p:nvSpPr>
          <p:cNvPr id="5" name="PlaceHolder 4"/>
          <p:cNvSpPr>
            <a:spLocks noGrp="1"/>
          </p:cNvSpPr>
          <p:nvPr>
            <p:ph type="dt" idx="2"/>
          </p:nvPr>
        </p:nvSpPr>
        <p:spPr/>
        <p:txBody>
          <a:bodyPr/>
          <a:lstStyle/>
          <a:p>
            <a:fld id="{0C2F2CF5-746D-4A88-AE35-3A424A7DEE11}" type="datetime1">
              <a:rPr lang="da-DK"/>
              <a:t>18.09.2024</a:t>
            </a:fld>
            <a:endParaRPr lang="da-DK"/>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PlaceHolder 1"/>
          <p:cNvSpPr>
            <a:spLocks noGrp="1"/>
          </p:cNvSpPr>
          <p:nvPr>
            <p:ph type="title"/>
          </p:nvPr>
        </p:nvSpPr>
        <p:spPr>
          <a:xfrm>
            <a:off x="414720" y="999000"/>
            <a:ext cx="10952280" cy="114732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a:solidFill>
                  <a:srgbClr val="000000"/>
                </a:solidFill>
                <a:latin typeface="Arial"/>
              </a:rPr>
              <a:t>Using MongoDB Compass</a:t>
            </a:r>
            <a:endParaRPr lang="en-US" sz="3600" b="0" strike="noStrike" spc="-1">
              <a:solidFill>
                <a:srgbClr val="000000"/>
              </a:solidFill>
              <a:latin typeface="Arial"/>
            </a:endParaRPr>
          </a:p>
        </p:txBody>
      </p:sp>
      <p:sp>
        <p:nvSpPr>
          <p:cNvPr id="227" name="PlaceHolder 2"/>
          <p:cNvSpPr>
            <a:spLocks noGrp="1"/>
          </p:cNvSpPr>
          <p:nvPr>
            <p:ph/>
          </p:nvPr>
        </p:nvSpPr>
        <p:spPr>
          <a:xfrm>
            <a:off x="414720" y="2224440"/>
            <a:ext cx="7289640" cy="4151160"/>
          </a:xfrm>
          <a:prstGeom prst="rect">
            <a:avLst/>
          </a:prstGeom>
          <a:noFill/>
          <a:ln w="0">
            <a:noFill/>
          </a:ln>
        </p:spPr>
        <p:txBody>
          <a:bodyPr lIns="0" tIns="0" rIns="0" bIns="0" anchor="t">
            <a:noAutofit/>
          </a:bodyPr>
          <a:lstStyle/>
          <a:p>
            <a:pPr marL="252000" indent="-252000">
              <a:lnSpc>
                <a:spcPct val="110000"/>
              </a:lnSpc>
              <a:buClr>
                <a:srgbClr val="000000"/>
              </a:buClr>
              <a:buFont typeface="Wingdings" charset="2"/>
              <a:buChar char=""/>
            </a:pPr>
            <a:r>
              <a:rPr lang="en-GB" sz="1400" b="0" strike="noStrike" spc="-1">
                <a:solidFill>
                  <a:srgbClr val="000000"/>
                </a:solidFill>
                <a:latin typeface="Helvetica Neue"/>
              </a:rPr>
              <a:t>Download MongoDB Compass from the official MongoDB website</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Follow the installation instructions for your operating system</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Start MongoDB Compass and connect to a MongoDB server</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Use the "Create Database" button to create a new database</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Click the "Create Collection" button to create a new collection in a database</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Press the "Insert Document" button to add a new document to a collection</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Use the "Find Documents" button to query documents in a collection</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Click the "Update Document" button to update a document in a collection</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Press the "Delete Document" button to remove a document from a collection</a:t>
            </a:r>
            <a:endParaRPr lang="en-US" sz="1400" b="0" strike="noStrike" spc="-1">
              <a:solidFill>
                <a:srgbClr val="000000"/>
              </a:solidFill>
              <a:latin typeface="Arial"/>
            </a:endParaRPr>
          </a:p>
        </p:txBody>
      </p:sp>
      <p:sp>
        <p:nvSpPr>
          <p:cNvPr id="228" name="PlaceHolder 3"/>
          <p:cNvSpPr>
            <a:spLocks noGrp="1"/>
          </p:cNvSpPr>
          <p:nvPr>
            <p:ph type="ftr" idx="26"/>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5" name="PlaceHolder 4"/>
          <p:cNvSpPr>
            <a:spLocks noGrp="1"/>
          </p:cNvSpPr>
          <p:nvPr>
            <p:ph type="sldNum" idx="4"/>
          </p:nvPr>
        </p:nvSpPr>
        <p:spPr/>
        <p:txBody>
          <a:bodyPr/>
          <a:lstStyle/>
          <a:p>
            <a:fld id="{A19AC8D0-08CF-4A36-846C-304F7F8D5F5F}" type="slidenum">
              <a:t>24</a:t>
            </a:fld>
            <a:endParaRPr/>
          </a:p>
        </p:txBody>
      </p:sp>
      <p:sp>
        <p:nvSpPr>
          <p:cNvPr id="6" name="PlaceHolder 5"/>
          <p:cNvSpPr>
            <a:spLocks noGrp="1"/>
          </p:cNvSpPr>
          <p:nvPr>
            <p:ph type="dt" idx="2"/>
          </p:nvPr>
        </p:nvSpPr>
        <p:spPr/>
        <p:txBody>
          <a:bodyPr/>
          <a:lstStyle/>
          <a:p>
            <a:fld id="{3B783434-FD36-46F2-B7B0-E704BAC97A1D}" type="datetime1">
              <a:rPr lang="da-DK"/>
              <a:t>18.09.2024</a:t>
            </a:fld>
            <a:endParaRPr lang="da-DK"/>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PlaceHolder 1"/>
          <p:cNvSpPr>
            <a:spLocks noGrp="1"/>
          </p:cNvSpPr>
          <p:nvPr>
            <p:ph type="title"/>
          </p:nvPr>
        </p:nvSpPr>
        <p:spPr>
          <a:xfrm>
            <a:off x="414720" y="999000"/>
            <a:ext cx="10952280" cy="114732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a:solidFill>
                  <a:srgbClr val="000000"/>
                </a:solidFill>
                <a:latin typeface="Arial"/>
              </a:rPr>
              <a:t>Using MongoDB Compass with Commands</a:t>
            </a:r>
            <a:endParaRPr lang="en-US" sz="3600" b="0" strike="noStrike" spc="-1">
              <a:solidFill>
                <a:srgbClr val="000000"/>
              </a:solidFill>
              <a:latin typeface="Arial"/>
            </a:endParaRPr>
          </a:p>
        </p:txBody>
      </p:sp>
      <p:sp>
        <p:nvSpPr>
          <p:cNvPr id="230" name="PlaceHolder 2"/>
          <p:cNvSpPr>
            <a:spLocks noGrp="1"/>
          </p:cNvSpPr>
          <p:nvPr>
            <p:ph/>
          </p:nvPr>
        </p:nvSpPr>
        <p:spPr>
          <a:xfrm>
            <a:off x="414720" y="2224440"/>
            <a:ext cx="7862400" cy="4151160"/>
          </a:xfrm>
          <a:prstGeom prst="rect">
            <a:avLst/>
          </a:prstGeom>
          <a:noFill/>
          <a:ln w="0">
            <a:noFill/>
          </a:ln>
        </p:spPr>
        <p:txBody>
          <a:bodyPr lIns="0" tIns="0" rIns="0" bIns="0" anchor="t">
            <a:noAutofit/>
          </a:bodyPr>
          <a:lstStyle/>
          <a:p>
            <a:pPr marL="252000" indent="-252000">
              <a:lnSpc>
                <a:spcPct val="110000"/>
              </a:lnSpc>
              <a:buClr>
                <a:srgbClr val="000000"/>
              </a:buClr>
              <a:buFont typeface="Wingdings" charset="2"/>
              <a:buChar char=""/>
            </a:pPr>
            <a:r>
              <a:rPr lang="en-GB" sz="1400" b="0" strike="noStrike" spc="-1">
                <a:solidFill>
                  <a:srgbClr val="000000"/>
                </a:solidFill>
                <a:latin typeface="Helvetica Neue"/>
              </a:rPr>
              <a:t>Open the MongoDB Compass application and connect to a MongoDB server</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Click on the "Collection" tab to display a list of collections in the current database</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Select a collection by clicking on its name</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Click on the "Aggregation Pipeline" button to open the pipeline editor</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Enter the desired command(s) in the pipeline editor, using MongoDB query syntax</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Click the "Run" button to execute the command(s) and view the results in the pipeline view</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Use the "Explain Plan" button to see the execution plan for a command</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Use the "Charts" tab to visualize data using various chart types</a:t>
            </a:r>
            <a:endParaRPr lang="en-US" sz="1400" b="0" strike="noStrike" spc="-1">
              <a:solidFill>
                <a:srgbClr val="000000"/>
              </a:solidFill>
              <a:latin typeface="Arial"/>
            </a:endParaRPr>
          </a:p>
        </p:txBody>
      </p:sp>
      <p:sp>
        <p:nvSpPr>
          <p:cNvPr id="231" name="PlaceHolder 3"/>
          <p:cNvSpPr>
            <a:spLocks noGrp="1"/>
          </p:cNvSpPr>
          <p:nvPr>
            <p:ph type="ftr" idx="27"/>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5" name="PlaceHolder 4"/>
          <p:cNvSpPr>
            <a:spLocks noGrp="1"/>
          </p:cNvSpPr>
          <p:nvPr>
            <p:ph type="sldNum" idx="4"/>
          </p:nvPr>
        </p:nvSpPr>
        <p:spPr/>
        <p:txBody>
          <a:bodyPr/>
          <a:lstStyle/>
          <a:p>
            <a:fld id="{7FCFF72F-B194-4F11-B2F5-C4AF2C7CF4C9}" type="slidenum">
              <a:t>25</a:t>
            </a:fld>
            <a:endParaRPr/>
          </a:p>
        </p:txBody>
      </p:sp>
      <p:sp>
        <p:nvSpPr>
          <p:cNvPr id="6" name="PlaceHolder 5"/>
          <p:cNvSpPr>
            <a:spLocks noGrp="1"/>
          </p:cNvSpPr>
          <p:nvPr>
            <p:ph type="dt" idx="2"/>
          </p:nvPr>
        </p:nvSpPr>
        <p:spPr/>
        <p:txBody>
          <a:bodyPr/>
          <a:lstStyle/>
          <a:p>
            <a:fld id="{A1CE6D40-74DC-4325-BC23-248AE0DBF5FC}" type="datetime1">
              <a:rPr lang="da-DK"/>
              <a:t>18.09.2024</a:t>
            </a:fld>
            <a:endParaRPr lang="da-DK"/>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PlaceHolder 1"/>
          <p:cNvSpPr>
            <a:spLocks noGrp="1"/>
          </p:cNvSpPr>
          <p:nvPr>
            <p:ph type="title"/>
          </p:nvPr>
        </p:nvSpPr>
        <p:spPr>
          <a:xfrm>
            <a:off x="414720" y="999000"/>
            <a:ext cx="10952280" cy="114732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a:solidFill>
                  <a:srgbClr val="000000"/>
                </a:solidFill>
                <a:latin typeface="Arial"/>
              </a:rPr>
              <a:t>Aggregation Pipeline commands</a:t>
            </a:r>
            <a:endParaRPr lang="en-US" sz="3600" b="0" strike="noStrike" spc="-1">
              <a:solidFill>
                <a:srgbClr val="000000"/>
              </a:solidFill>
              <a:latin typeface="Arial"/>
            </a:endParaRPr>
          </a:p>
        </p:txBody>
      </p:sp>
      <p:sp>
        <p:nvSpPr>
          <p:cNvPr id="233" name="PlaceHolder 2"/>
          <p:cNvSpPr>
            <a:spLocks noGrp="1"/>
          </p:cNvSpPr>
          <p:nvPr>
            <p:ph type="ftr" idx="28"/>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234" name="Content Placeholder 2"/>
          <p:cNvSpPr/>
          <p:nvPr/>
        </p:nvSpPr>
        <p:spPr>
          <a:xfrm>
            <a:off x="414720" y="2564280"/>
            <a:ext cx="7289640" cy="389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52000" indent="-252000">
              <a:lnSpc>
                <a:spcPct val="110000"/>
              </a:lnSpc>
              <a:buClr>
                <a:srgbClr val="000000"/>
              </a:buClr>
              <a:buFont typeface="Wingdings" charset="2"/>
              <a:buChar char=""/>
            </a:pPr>
            <a:r>
              <a:rPr lang="en-GB" sz="1400" b="0" strike="noStrike" spc="-1">
                <a:solidFill>
                  <a:srgbClr val="000000"/>
                </a:solidFill>
                <a:latin typeface="Helvetica Neue"/>
              </a:rPr>
              <a:t>Insert a new document into a collection using the insertOne() method:</a:t>
            </a:r>
            <a:endParaRPr lang="da-DK" sz="1400" b="0" strike="noStrike" spc="-1">
              <a:solidFill>
                <a:srgbClr val="000000"/>
              </a:solidFill>
              <a:latin typeface="Arial"/>
            </a:endParaRPr>
          </a:p>
        </p:txBody>
      </p:sp>
      <p:sp>
        <p:nvSpPr>
          <p:cNvPr id="235" name="Rectangle 9"/>
          <p:cNvSpPr/>
          <p:nvPr/>
        </p:nvSpPr>
        <p:spPr>
          <a:xfrm>
            <a:off x="1590120" y="2879640"/>
            <a:ext cx="7044480" cy="1218960"/>
          </a:xfrm>
          <a:prstGeom prst="rect">
            <a:avLst/>
          </a:prstGeom>
          <a:solidFill>
            <a:schemeClr val="tx1">
              <a:lumMod val="85000"/>
              <a:lumOff val="15000"/>
            </a:schemeClr>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72000" tIns="72000" rIns="72000" bIns="72000" anchor="t">
            <a:noAutofit/>
          </a:bodyPr>
          <a:lstStyle/>
          <a:p>
            <a:pPr>
              <a:lnSpc>
                <a:spcPct val="100000"/>
              </a:lnSpc>
            </a:pPr>
            <a:r>
              <a:rPr lang="en-GB" sz="1400" b="0" strike="noStrike" spc="-1">
                <a:solidFill>
                  <a:srgbClr val="D4D4D4"/>
                </a:solidFill>
                <a:latin typeface="Menlo"/>
              </a:rPr>
              <a:t>[{</a:t>
            </a:r>
            <a:endParaRPr lang="da-DK" sz="1400" b="0" strike="noStrike" spc="-1">
              <a:solidFill>
                <a:srgbClr val="FFFFFF"/>
              </a:solidFill>
              <a:latin typeface="Arial"/>
            </a:endParaRPr>
          </a:p>
          <a:p>
            <a:pPr>
              <a:lnSpc>
                <a:spcPct val="100000"/>
              </a:lnSpc>
            </a:pPr>
            <a:r>
              <a:rPr lang="en-GB" sz="1400" b="0" strike="noStrike" spc="-1">
                <a:solidFill>
                  <a:srgbClr val="9CDCFE"/>
                </a:solidFill>
                <a:latin typeface="Menlo"/>
              </a:rPr>
              <a:t>  $insertOne:</a:t>
            </a:r>
            <a:r>
              <a:rPr lang="en-GB" sz="1400" b="0" strike="noStrike" spc="-1">
                <a:solidFill>
                  <a:srgbClr val="D4D4D4"/>
                </a:solidFill>
                <a:latin typeface="Menlo"/>
              </a:rPr>
              <a:t> {</a:t>
            </a:r>
            <a:endParaRPr lang="da-DK" sz="1400" b="0" strike="noStrike" spc="-1">
              <a:solidFill>
                <a:srgbClr val="FFFFFF"/>
              </a:solidFill>
              <a:latin typeface="Arial"/>
            </a:endParaRPr>
          </a:p>
          <a:p>
            <a:pPr>
              <a:lnSpc>
                <a:spcPct val="100000"/>
              </a:lnSpc>
            </a:pPr>
            <a:r>
              <a:rPr lang="en-GB" sz="1400" b="0" strike="noStrike" spc="-1">
                <a:solidFill>
                  <a:srgbClr val="9CDCFE"/>
                </a:solidFill>
                <a:latin typeface="Menlo"/>
              </a:rPr>
              <a:t>    document:</a:t>
            </a:r>
            <a:r>
              <a:rPr lang="en-GB" sz="1400" b="0" strike="noStrike" spc="-1">
                <a:solidFill>
                  <a:srgbClr val="D4D4D4"/>
                </a:solidFill>
                <a:latin typeface="Menlo"/>
              </a:rPr>
              <a:t> { </a:t>
            </a:r>
            <a:r>
              <a:rPr lang="en-GB" sz="1400" b="0" strike="noStrike" spc="-1">
                <a:solidFill>
                  <a:srgbClr val="9CDCFE"/>
                </a:solidFill>
                <a:latin typeface="Menlo"/>
              </a:rPr>
              <a:t>name:</a:t>
            </a:r>
            <a:r>
              <a:rPr lang="en-GB" sz="1400" b="0" strike="noStrike" spc="-1">
                <a:solidFill>
                  <a:srgbClr val="D4D4D4"/>
                </a:solidFill>
                <a:latin typeface="Menlo"/>
              </a:rPr>
              <a:t> </a:t>
            </a:r>
            <a:r>
              <a:rPr lang="en-GB" sz="1400" b="0" strike="noStrike" spc="-1">
                <a:solidFill>
                  <a:srgbClr val="CE9178"/>
                </a:solidFill>
                <a:latin typeface="Menlo"/>
              </a:rPr>
              <a:t>'John'</a:t>
            </a:r>
            <a:r>
              <a:rPr lang="en-GB" sz="1400" b="0" strike="noStrike" spc="-1">
                <a:solidFill>
                  <a:srgbClr val="D4D4D4"/>
                </a:solidFill>
                <a:latin typeface="Menlo"/>
              </a:rPr>
              <a:t>, </a:t>
            </a:r>
            <a:r>
              <a:rPr lang="en-GB" sz="1400" b="0" strike="noStrike" spc="-1">
                <a:solidFill>
                  <a:srgbClr val="9CDCFE"/>
                </a:solidFill>
                <a:latin typeface="Menlo"/>
              </a:rPr>
              <a:t>age:</a:t>
            </a:r>
            <a:r>
              <a:rPr lang="en-GB" sz="1400" b="0" strike="noStrike" spc="-1">
                <a:solidFill>
                  <a:srgbClr val="D4D4D4"/>
                </a:solidFill>
                <a:latin typeface="Menlo"/>
              </a:rPr>
              <a:t> </a:t>
            </a:r>
            <a:r>
              <a:rPr lang="en-GB" sz="1400" b="0" strike="noStrike" spc="-1">
                <a:solidFill>
                  <a:srgbClr val="B5CEA8"/>
                </a:solidFill>
                <a:latin typeface="Menlo"/>
              </a:rPr>
              <a:t>30</a:t>
            </a:r>
            <a:r>
              <a:rPr lang="en-GB" sz="1400" b="0" strike="noStrike" spc="-1">
                <a:solidFill>
                  <a:srgbClr val="D4D4D4"/>
                </a:solidFill>
                <a:latin typeface="Menlo"/>
              </a:rPr>
              <a:t> }</a:t>
            </a:r>
            <a:endParaRPr lang="da-DK" sz="1400" b="0" strike="noStrike" spc="-1">
              <a:solidFill>
                <a:srgbClr val="FFFFFF"/>
              </a:solidFill>
              <a:latin typeface="Arial"/>
            </a:endParaRPr>
          </a:p>
          <a:p>
            <a:pPr>
              <a:lnSpc>
                <a:spcPct val="100000"/>
              </a:lnSpc>
            </a:pPr>
            <a:r>
              <a:rPr lang="en-GB" sz="1400" b="0" strike="noStrike" spc="-1">
                <a:solidFill>
                  <a:srgbClr val="D4D4D4"/>
                </a:solidFill>
                <a:latin typeface="Menlo"/>
              </a:rPr>
              <a:t>  }</a:t>
            </a:r>
            <a:endParaRPr lang="da-DK" sz="1400" b="0" strike="noStrike" spc="-1">
              <a:solidFill>
                <a:srgbClr val="FFFFFF"/>
              </a:solidFill>
              <a:latin typeface="Arial"/>
            </a:endParaRPr>
          </a:p>
          <a:p>
            <a:pPr>
              <a:lnSpc>
                <a:spcPct val="100000"/>
              </a:lnSpc>
            </a:pPr>
            <a:r>
              <a:rPr lang="en-GB" sz="1400" b="0" strike="noStrike" spc="-1">
                <a:solidFill>
                  <a:srgbClr val="D4D4D4"/>
                </a:solidFill>
                <a:latin typeface="Menlo"/>
              </a:rPr>
              <a:t>}]</a:t>
            </a:r>
            <a:endParaRPr lang="da-DK" sz="1400" b="0" strike="noStrike" spc="-1">
              <a:solidFill>
                <a:srgbClr val="FFFFFF"/>
              </a:solidFill>
              <a:latin typeface="Arial"/>
            </a:endParaRPr>
          </a:p>
        </p:txBody>
      </p:sp>
      <p:sp>
        <p:nvSpPr>
          <p:cNvPr id="236" name="Content Placeholder 2"/>
          <p:cNvSpPr/>
          <p:nvPr/>
        </p:nvSpPr>
        <p:spPr>
          <a:xfrm>
            <a:off x="414720" y="4398480"/>
            <a:ext cx="7289640" cy="389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52000" indent="-252000">
              <a:lnSpc>
                <a:spcPct val="110000"/>
              </a:lnSpc>
              <a:buClr>
                <a:srgbClr val="000000"/>
              </a:buClr>
              <a:buFont typeface="Wingdings" charset="2"/>
              <a:buChar char=""/>
            </a:pPr>
            <a:r>
              <a:rPr lang="en-GB" sz="1400" b="0" strike="noStrike" spc="-1">
                <a:solidFill>
                  <a:srgbClr val="000000"/>
                </a:solidFill>
                <a:latin typeface="Helvetica Neue"/>
              </a:rPr>
              <a:t>Insert a new document into a collection using the insertOne() method:</a:t>
            </a:r>
            <a:endParaRPr lang="da-DK" sz="1400" b="0" strike="noStrike" spc="-1">
              <a:solidFill>
                <a:srgbClr val="000000"/>
              </a:solidFill>
              <a:latin typeface="Arial"/>
            </a:endParaRPr>
          </a:p>
        </p:txBody>
      </p:sp>
      <p:sp>
        <p:nvSpPr>
          <p:cNvPr id="237" name="Rectangle 11"/>
          <p:cNvSpPr/>
          <p:nvPr/>
        </p:nvSpPr>
        <p:spPr>
          <a:xfrm>
            <a:off x="1590120" y="4739400"/>
            <a:ext cx="7044480" cy="1218960"/>
          </a:xfrm>
          <a:prstGeom prst="rect">
            <a:avLst/>
          </a:prstGeom>
          <a:solidFill>
            <a:schemeClr val="tx1">
              <a:lumMod val="85000"/>
              <a:lumOff val="15000"/>
            </a:schemeClr>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72000" tIns="72000" rIns="72000" bIns="72000" anchor="t">
            <a:noAutofit/>
          </a:bodyPr>
          <a:lstStyle/>
          <a:p>
            <a:pPr>
              <a:lnSpc>
                <a:spcPct val="100000"/>
              </a:lnSpc>
            </a:pPr>
            <a:r>
              <a:rPr lang="en-GB" sz="1400" b="0" strike="noStrike" spc="-1">
                <a:solidFill>
                  <a:srgbClr val="D4D4D4"/>
                </a:solidFill>
                <a:latin typeface="Menlo"/>
              </a:rPr>
              <a:t>[{</a:t>
            </a:r>
            <a:endParaRPr lang="da-DK" sz="1400" b="0" strike="noStrike" spc="-1">
              <a:solidFill>
                <a:srgbClr val="FFFFFF"/>
              </a:solidFill>
              <a:latin typeface="Arial"/>
            </a:endParaRPr>
          </a:p>
          <a:p>
            <a:pPr>
              <a:lnSpc>
                <a:spcPct val="100000"/>
              </a:lnSpc>
            </a:pPr>
            <a:r>
              <a:rPr lang="en-GB" sz="1400" b="0" strike="noStrike" spc="-1">
                <a:solidFill>
                  <a:srgbClr val="9CDCFE"/>
                </a:solidFill>
                <a:latin typeface="Menlo"/>
              </a:rPr>
              <a:t>  $match:</a:t>
            </a:r>
            <a:r>
              <a:rPr lang="en-GB" sz="1400" b="0" strike="noStrike" spc="-1">
                <a:solidFill>
                  <a:srgbClr val="D4D4D4"/>
                </a:solidFill>
                <a:latin typeface="Menlo"/>
              </a:rPr>
              <a:t> {}</a:t>
            </a:r>
            <a:endParaRPr lang="da-DK" sz="1400" b="0" strike="noStrike" spc="-1">
              <a:solidFill>
                <a:srgbClr val="FFFFFF"/>
              </a:solidFill>
              <a:latin typeface="Arial"/>
            </a:endParaRPr>
          </a:p>
          <a:p>
            <a:pPr>
              <a:lnSpc>
                <a:spcPct val="100000"/>
              </a:lnSpc>
            </a:pPr>
            <a:r>
              <a:rPr lang="en-GB" sz="1400" b="0" strike="noStrike" spc="-1">
                <a:solidFill>
                  <a:srgbClr val="D4D4D4"/>
                </a:solidFill>
                <a:latin typeface="Menlo"/>
              </a:rPr>
              <a:t>}] </a:t>
            </a:r>
            <a:endParaRPr lang="da-DK" sz="1400" b="0" strike="noStrike" spc="-1">
              <a:solidFill>
                <a:srgbClr val="FFFFFF"/>
              </a:solidFill>
              <a:latin typeface="Arial"/>
            </a:endParaRPr>
          </a:p>
        </p:txBody>
      </p:sp>
      <p:sp>
        <p:nvSpPr>
          <p:cNvPr id="238" name="PlaceHolder 3"/>
          <p:cNvSpPr>
            <a:spLocks noGrp="1"/>
          </p:cNvSpPr>
          <p:nvPr>
            <p:ph/>
          </p:nvPr>
        </p:nvSpPr>
        <p:spPr>
          <a:xfrm>
            <a:off x="414720" y="1685160"/>
            <a:ext cx="7862400" cy="840240"/>
          </a:xfrm>
          <a:prstGeom prst="rect">
            <a:avLst/>
          </a:prstGeom>
          <a:noFill/>
          <a:ln w="0">
            <a:noFill/>
          </a:ln>
        </p:spPr>
        <p:txBody>
          <a:bodyPr lIns="0" tIns="0" rIns="0" bIns="0" anchor="t">
            <a:noAutofit/>
          </a:bodyPr>
          <a:lstStyle/>
          <a:p>
            <a:pPr marL="252000" indent="-252000">
              <a:lnSpc>
                <a:spcPct val="110000"/>
              </a:lnSpc>
              <a:buClr>
                <a:srgbClr val="000000"/>
              </a:buClr>
              <a:buFont typeface="Wingdings" charset="2"/>
              <a:buChar char=""/>
            </a:pPr>
            <a:r>
              <a:rPr lang="en-GB" sz="1400" b="0" strike="noStrike" spc="-1">
                <a:solidFill>
                  <a:srgbClr val="000000"/>
                </a:solidFill>
                <a:latin typeface="Helvetica Neue"/>
              </a:rPr>
              <a:t>Commands written in the MongoDB Aggregation Pipeline syntax, which is used within MongoDB Compass, are slightly different from the command-line syntax, but the commands themselves are the same.</a:t>
            </a:r>
            <a:endParaRPr lang="en-US" sz="1400" b="0" strike="noStrike" spc="-1">
              <a:solidFill>
                <a:srgbClr val="000000"/>
              </a:solidFill>
              <a:latin typeface="Arial"/>
            </a:endParaRPr>
          </a:p>
        </p:txBody>
      </p:sp>
      <p:sp>
        <p:nvSpPr>
          <p:cNvPr id="5" name="PlaceHolder 4"/>
          <p:cNvSpPr>
            <a:spLocks noGrp="1"/>
          </p:cNvSpPr>
          <p:nvPr>
            <p:ph type="sldNum" idx="4"/>
          </p:nvPr>
        </p:nvSpPr>
        <p:spPr/>
        <p:txBody>
          <a:bodyPr/>
          <a:lstStyle/>
          <a:p>
            <a:fld id="{E84153D5-DFC2-4AA2-B2A7-D59924BA8830}" type="slidenum">
              <a:t>26</a:t>
            </a:fld>
            <a:endParaRPr/>
          </a:p>
        </p:txBody>
      </p:sp>
      <p:sp>
        <p:nvSpPr>
          <p:cNvPr id="6" name="PlaceHolder 5"/>
          <p:cNvSpPr>
            <a:spLocks noGrp="1"/>
          </p:cNvSpPr>
          <p:nvPr>
            <p:ph type="dt" idx="2"/>
          </p:nvPr>
        </p:nvSpPr>
        <p:spPr/>
        <p:txBody>
          <a:bodyPr/>
          <a:lstStyle/>
          <a:p>
            <a:fld id="{455F5AF6-D452-45EE-9029-51A90D4C3AAD}" type="datetime1">
              <a:rPr lang="da-DK"/>
              <a:t>18.09.2024</a:t>
            </a:fld>
            <a:endParaRPr lang="da-DK"/>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PlaceHolder 1"/>
          <p:cNvSpPr>
            <a:spLocks noGrp="1"/>
          </p:cNvSpPr>
          <p:nvPr>
            <p:ph type="title"/>
          </p:nvPr>
        </p:nvSpPr>
        <p:spPr>
          <a:xfrm>
            <a:off x="414720" y="999000"/>
            <a:ext cx="10952280" cy="114732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a:solidFill>
                  <a:srgbClr val="000000"/>
                </a:solidFill>
                <a:latin typeface="Arial"/>
              </a:rPr>
              <a:t>Aggregation Pipeline commands</a:t>
            </a:r>
            <a:endParaRPr lang="en-US" sz="3600" b="0" strike="noStrike" spc="-1">
              <a:solidFill>
                <a:srgbClr val="000000"/>
              </a:solidFill>
              <a:latin typeface="Arial"/>
            </a:endParaRPr>
          </a:p>
        </p:txBody>
      </p:sp>
      <p:sp>
        <p:nvSpPr>
          <p:cNvPr id="240" name="PlaceHolder 2"/>
          <p:cNvSpPr>
            <a:spLocks noGrp="1"/>
          </p:cNvSpPr>
          <p:nvPr>
            <p:ph type="ftr" idx="29"/>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241" name="Content Placeholder 2"/>
          <p:cNvSpPr/>
          <p:nvPr/>
        </p:nvSpPr>
        <p:spPr>
          <a:xfrm>
            <a:off x="414720" y="1757160"/>
            <a:ext cx="7289640" cy="389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52000" indent="-252000">
              <a:lnSpc>
                <a:spcPct val="110000"/>
              </a:lnSpc>
              <a:buClr>
                <a:srgbClr val="000000"/>
              </a:buClr>
              <a:buFont typeface="Wingdings" charset="2"/>
              <a:buChar char=""/>
            </a:pPr>
            <a:r>
              <a:rPr lang="en-GB" sz="1400" b="0" strike="noStrike" spc="-1">
                <a:solidFill>
                  <a:srgbClr val="000000"/>
                </a:solidFill>
                <a:latin typeface="Helvetica Neue"/>
              </a:rPr>
              <a:t>Update a document in a collection using the updateOne() method:</a:t>
            </a:r>
            <a:endParaRPr lang="da-DK" sz="1400" b="0" strike="noStrike" spc="-1">
              <a:solidFill>
                <a:srgbClr val="000000"/>
              </a:solidFill>
              <a:latin typeface="Arial"/>
            </a:endParaRPr>
          </a:p>
        </p:txBody>
      </p:sp>
      <p:sp>
        <p:nvSpPr>
          <p:cNvPr id="242" name="Rectangle 9"/>
          <p:cNvSpPr/>
          <p:nvPr/>
        </p:nvSpPr>
        <p:spPr>
          <a:xfrm>
            <a:off x="1590120" y="2072520"/>
            <a:ext cx="7044480" cy="1218960"/>
          </a:xfrm>
          <a:prstGeom prst="rect">
            <a:avLst/>
          </a:prstGeom>
          <a:solidFill>
            <a:schemeClr val="tx1">
              <a:lumMod val="85000"/>
              <a:lumOff val="15000"/>
            </a:schemeClr>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72000" tIns="72000" rIns="72000" bIns="72000" anchor="t">
            <a:noAutofit/>
          </a:bodyPr>
          <a:lstStyle/>
          <a:p>
            <a:pPr>
              <a:lnSpc>
                <a:spcPct val="100000"/>
              </a:lnSpc>
            </a:pPr>
            <a:r>
              <a:rPr lang="en-GB" sz="1400" b="0" strike="noStrike" spc="-1">
                <a:solidFill>
                  <a:srgbClr val="D4D4D4"/>
                </a:solidFill>
                <a:latin typeface="Menlo"/>
              </a:rPr>
              <a:t>[{</a:t>
            </a:r>
            <a:endParaRPr lang="da-DK" sz="1400" b="0" strike="noStrike" spc="-1">
              <a:solidFill>
                <a:srgbClr val="FFFFFF"/>
              </a:solidFill>
              <a:latin typeface="Arial"/>
            </a:endParaRPr>
          </a:p>
          <a:p>
            <a:pPr>
              <a:lnSpc>
                <a:spcPct val="100000"/>
              </a:lnSpc>
            </a:pPr>
            <a:r>
              <a:rPr lang="en-GB" sz="1400" b="0" strike="noStrike" spc="-1">
                <a:solidFill>
                  <a:srgbClr val="9CDCFE"/>
                </a:solidFill>
                <a:latin typeface="Menlo"/>
              </a:rPr>
              <a:t>    $match:</a:t>
            </a:r>
            <a:r>
              <a:rPr lang="en-GB" sz="1400" b="0" strike="noStrike" spc="-1">
                <a:solidFill>
                  <a:srgbClr val="D4D4D4"/>
                </a:solidFill>
                <a:latin typeface="Menlo"/>
              </a:rPr>
              <a:t> { </a:t>
            </a:r>
            <a:r>
              <a:rPr lang="en-GB" sz="1400" b="0" strike="noStrike" spc="-1">
                <a:solidFill>
                  <a:srgbClr val="9CDCFE"/>
                </a:solidFill>
                <a:latin typeface="Menlo"/>
              </a:rPr>
              <a:t>name:</a:t>
            </a:r>
            <a:r>
              <a:rPr lang="en-GB" sz="1400" b="0" strike="noStrike" spc="-1">
                <a:solidFill>
                  <a:srgbClr val="D4D4D4"/>
                </a:solidFill>
                <a:latin typeface="Menlo"/>
              </a:rPr>
              <a:t> </a:t>
            </a:r>
            <a:r>
              <a:rPr lang="en-GB" sz="1400" b="0" strike="noStrike" spc="-1">
                <a:solidFill>
                  <a:srgbClr val="CE9178"/>
                </a:solidFill>
                <a:latin typeface="Menlo"/>
              </a:rPr>
              <a:t>'John'</a:t>
            </a:r>
            <a:r>
              <a:rPr lang="en-GB" sz="1400" b="0" strike="noStrike" spc="-1">
                <a:solidFill>
                  <a:srgbClr val="D4D4D4"/>
                </a:solidFill>
                <a:latin typeface="Menlo"/>
              </a:rPr>
              <a:t> },</a:t>
            </a:r>
            <a:endParaRPr lang="da-DK" sz="1400" b="0" strike="noStrike" spc="-1">
              <a:solidFill>
                <a:srgbClr val="FFFFFF"/>
              </a:solidFill>
              <a:latin typeface="Arial"/>
            </a:endParaRPr>
          </a:p>
          <a:p>
            <a:pPr>
              <a:lnSpc>
                <a:spcPct val="100000"/>
              </a:lnSpc>
            </a:pPr>
            <a:r>
              <a:rPr lang="en-GB" sz="1400" b="0" strike="noStrike" spc="-1">
                <a:solidFill>
                  <a:srgbClr val="D4D4D4"/>
                </a:solidFill>
                <a:latin typeface="Menlo"/>
              </a:rPr>
              <a:t>  }, {</a:t>
            </a:r>
            <a:endParaRPr lang="da-DK" sz="1400" b="0" strike="noStrike" spc="-1">
              <a:solidFill>
                <a:srgbClr val="FFFFFF"/>
              </a:solidFill>
              <a:latin typeface="Arial"/>
            </a:endParaRPr>
          </a:p>
          <a:p>
            <a:pPr>
              <a:lnSpc>
                <a:spcPct val="100000"/>
              </a:lnSpc>
            </a:pPr>
            <a:r>
              <a:rPr lang="en-GB" sz="1400" b="0" strike="noStrike" spc="-1">
                <a:solidFill>
                  <a:srgbClr val="9CDCFE"/>
                </a:solidFill>
                <a:latin typeface="Menlo"/>
              </a:rPr>
              <a:t>    $set:</a:t>
            </a:r>
            <a:r>
              <a:rPr lang="en-GB" sz="1400" b="0" strike="noStrike" spc="-1">
                <a:solidFill>
                  <a:srgbClr val="D4D4D4"/>
                </a:solidFill>
                <a:latin typeface="Menlo"/>
              </a:rPr>
              <a:t> { </a:t>
            </a:r>
            <a:r>
              <a:rPr lang="en-GB" sz="1400" b="0" strike="noStrike" spc="-1">
                <a:solidFill>
                  <a:srgbClr val="9CDCFE"/>
                </a:solidFill>
                <a:latin typeface="Menlo"/>
              </a:rPr>
              <a:t>age:</a:t>
            </a:r>
            <a:r>
              <a:rPr lang="en-GB" sz="1400" b="0" strike="noStrike" spc="-1">
                <a:solidFill>
                  <a:srgbClr val="D4D4D4"/>
                </a:solidFill>
                <a:latin typeface="Menlo"/>
              </a:rPr>
              <a:t> </a:t>
            </a:r>
            <a:r>
              <a:rPr lang="en-GB" sz="1400" b="0" strike="noStrike" spc="-1">
                <a:solidFill>
                  <a:srgbClr val="B5CEA8"/>
                </a:solidFill>
                <a:latin typeface="Menlo"/>
              </a:rPr>
              <a:t>31</a:t>
            </a:r>
            <a:r>
              <a:rPr lang="en-GB" sz="1400" b="0" strike="noStrike" spc="-1">
                <a:solidFill>
                  <a:srgbClr val="D4D4D4"/>
                </a:solidFill>
                <a:latin typeface="Menlo"/>
              </a:rPr>
              <a:t> }</a:t>
            </a:r>
            <a:endParaRPr lang="da-DK" sz="1400" b="0" strike="noStrike" spc="-1">
              <a:solidFill>
                <a:srgbClr val="FFFFFF"/>
              </a:solidFill>
              <a:latin typeface="Arial"/>
            </a:endParaRPr>
          </a:p>
          <a:p>
            <a:pPr>
              <a:lnSpc>
                <a:spcPct val="100000"/>
              </a:lnSpc>
            </a:pPr>
            <a:r>
              <a:rPr lang="en-GB" sz="1400" b="0" strike="noStrike" spc="-1">
                <a:solidFill>
                  <a:srgbClr val="D4D4D4"/>
                </a:solidFill>
                <a:latin typeface="Menlo"/>
              </a:rPr>
              <a:t>}]</a:t>
            </a:r>
            <a:endParaRPr lang="da-DK" sz="1400" b="0" strike="noStrike" spc="-1">
              <a:solidFill>
                <a:srgbClr val="FFFFFF"/>
              </a:solidFill>
              <a:latin typeface="Arial"/>
            </a:endParaRPr>
          </a:p>
        </p:txBody>
      </p:sp>
      <p:sp>
        <p:nvSpPr>
          <p:cNvPr id="243" name="Content Placeholder 2"/>
          <p:cNvSpPr/>
          <p:nvPr/>
        </p:nvSpPr>
        <p:spPr>
          <a:xfrm>
            <a:off x="414720" y="3591360"/>
            <a:ext cx="7289640" cy="389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52000" indent="-252000">
              <a:lnSpc>
                <a:spcPct val="110000"/>
              </a:lnSpc>
              <a:buClr>
                <a:srgbClr val="000000"/>
              </a:buClr>
              <a:buFont typeface="Wingdings" charset="2"/>
              <a:buChar char=""/>
            </a:pPr>
            <a:r>
              <a:rPr lang="en-GB" sz="1400" b="0" strike="noStrike" spc="-1">
                <a:solidFill>
                  <a:srgbClr val="000000"/>
                </a:solidFill>
                <a:latin typeface="Helvetica Neue"/>
              </a:rPr>
              <a:t>Delete a document from a collection using the deleteOne() method:</a:t>
            </a:r>
            <a:endParaRPr lang="da-DK" sz="1400" b="0" strike="noStrike" spc="-1">
              <a:solidFill>
                <a:srgbClr val="000000"/>
              </a:solidFill>
              <a:latin typeface="Arial"/>
            </a:endParaRPr>
          </a:p>
        </p:txBody>
      </p:sp>
      <p:sp>
        <p:nvSpPr>
          <p:cNvPr id="244" name="Rectangle 11"/>
          <p:cNvSpPr/>
          <p:nvPr/>
        </p:nvSpPr>
        <p:spPr>
          <a:xfrm>
            <a:off x="1590120" y="3932280"/>
            <a:ext cx="7044480" cy="1218960"/>
          </a:xfrm>
          <a:prstGeom prst="rect">
            <a:avLst/>
          </a:prstGeom>
          <a:solidFill>
            <a:schemeClr val="tx1">
              <a:lumMod val="85000"/>
              <a:lumOff val="15000"/>
            </a:schemeClr>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72000" tIns="72000" rIns="72000" bIns="72000" anchor="t">
            <a:noAutofit/>
          </a:bodyPr>
          <a:lstStyle/>
          <a:p>
            <a:pPr>
              <a:lnSpc>
                <a:spcPct val="100000"/>
              </a:lnSpc>
            </a:pPr>
            <a:r>
              <a:rPr lang="en-GB" sz="1400" b="0" strike="noStrike" spc="-1">
                <a:solidFill>
                  <a:srgbClr val="D4D4D4"/>
                </a:solidFill>
                <a:latin typeface="Menlo"/>
              </a:rPr>
              <a:t>[{</a:t>
            </a:r>
            <a:endParaRPr lang="da-DK" sz="1400" b="0" strike="noStrike" spc="-1">
              <a:solidFill>
                <a:srgbClr val="FFFFFF"/>
              </a:solidFill>
              <a:latin typeface="Arial"/>
            </a:endParaRPr>
          </a:p>
          <a:p>
            <a:pPr>
              <a:lnSpc>
                <a:spcPct val="100000"/>
              </a:lnSpc>
            </a:pPr>
            <a:r>
              <a:rPr lang="en-GB" sz="1400" b="0" strike="noStrike" spc="-1">
                <a:solidFill>
                  <a:srgbClr val="9CDCFE"/>
                </a:solidFill>
                <a:latin typeface="Menlo"/>
              </a:rPr>
              <a:t>    $match:</a:t>
            </a:r>
            <a:r>
              <a:rPr lang="en-GB" sz="1400" b="0" strike="noStrike" spc="-1">
                <a:solidFill>
                  <a:srgbClr val="D4D4D4"/>
                </a:solidFill>
                <a:latin typeface="Menlo"/>
              </a:rPr>
              <a:t> { </a:t>
            </a:r>
            <a:r>
              <a:rPr lang="en-GB" sz="1400" b="0" strike="noStrike" spc="-1">
                <a:solidFill>
                  <a:srgbClr val="9CDCFE"/>
                </a:solidFill>
                <a:latin typeface="Menlo"/>
              </a:rPr>
              <a:t>name:</a:t>
            </a:r>
            <a:r>
              <a:rPr lang="en-GB" sz="1400" b="0" strike="noStrike" spc="-1">
                <a:solidFill>
                  <a:srgbClr val="D4D4D4"/>
                </a:solidFill>
                <a:latin typeface="Menlo"/>
              </a:rPr>
              <a:t> </a:t>
            </a:r>
            <a:r>
              <a:rPr lang="en-GB" sz="1400" b="0" strike="noStrike" spc="-1">
                <a:solidFill>
                  <a:srgbClr val="CE9178"/>
                </a:solidFill>
                <a:latin typeface="Menlo"/>
              </a:rPr>
              <a:t>'John’</a:t>
            </a:r>
            <a:r>
              <a:rPr lang="en-GB" sz="1400" b="0" strike="noStrike" spc="-1">
                <a:solidFill>
                  <a:srgbClr val="D4D4D4"/>
                </a:solidFill>
                <a:latin typeface="Menlo"/>
              </a:rPr>
              <a:t> }</a:t>
            </a:r>
            <a:endParaRPr lang="da-DK" sz="1400" b="0" strike="noStrike" spc="-1">
              <a:solidFill>
                <a:srgbClr val="FFFFFF"/>
              </a:solidFill>
              <a:latin typeface="Arial"/>
            </a:endParaRPr>
          </a:p>
          <a:p>
            <a:pPr>
              <a:lnSpc>
                <a:spcPct val="100000"/>
              </a:lnSpc>
            </a:pPr>
            <a:r>
              <a:rPr lang="en-GB" sz="1400" b="0" strike="noStrike" spc="-1">
                <a:solidFill>
                  <a:srgbClr val="D4D4D4"/>
                </a:solidFill>
                <a:latin typeface="Menlo"/>
              </a:rPr>
              <a:t>  }, {</a:t>
            </a:r>
            <a:endParaRPr lang="da-DK" sz="1400" b="0" strike="noStrike" spc="-1">
              <a:solidFill>
                <a:srgbClr val="FFFFFF"/>
              </a:solidFill>
              <a:latin typeface="Arial"/>
            </a:endParaRPr>
          </a:p>
          <a:p>
            <a:pPr>
              <a:lnSpc>
                <a:spcPct val="100000"/>
              </a:lnSpc>
            </a:pPr>
            <a:r>
              <a:rPr lang="en-GB" sz="1400" b="0" strike="noStrike" spc="-1">
                <a:solidFill>
                  <a:srgbClr val="9CDCFE"/>
                </a:solidFill>
                <a:latin typeface="Menlo"/>
              </a:rPr>
              <a:t>    $deleteOne:</a:t>
            </a:r>
            <a:r>
              <a:rPr lang="en-GB" sz="1400" b="0" strike="noStrike" spc="-1">
                <a:solidFill>
                  <a:srgbClr val="D4D4D4"/>
                </a:solidFill>
                <a:latin typeface="Menlo"/>
              </a:rPr>
              <a:t> {}</a:t>
            </a:r>
            <a:endParaRPr lang="da-DK" sz="1400" b="0" strike="noStrike" spc="-1">
              <a:solidFill>
                <a:srgbClr val="FFFFFF"/>
              </a:solidFill>
              <a:latin typeface="Arial"/>
            </a:endParaRPr>
          </a:p>
          <a:p>
            <a:pPr>
              <a:lnSpc>
                <a:spcPct val="100000"/>
              </a:lnSpc>
            </a:pPr>
            <a:r>
              <a:rPr lang="en-GB" sz="1400" b="0" strike="noStrike" spc="-1">
                <a:solidFill>
                  <a:srgbClr val="D4D4D4"/>
                </a:solidFill>
                <a:latin typeface="Menlo"/>
              </a:rPr>
              <a:t>}]</a:t>
            </a:r>
            <a:endParaRPr lang="da-DK" sz="1400" b="0" strike="noStrike" spc="-1">
              <a:solidFill>
                <a:srgbClr val="FFFFFF"/>
              </a:solidFill>
              <a:latin typeface="Arial"/>
            </a:endParaRPr>
          </a:p>
        </p:txBody>
      </p:sp>
      <p:sp>
        <p:nvSpPr>
          <p:cNvPr id="4" name="PlaceHolder 3"/>
          <p:cNvSpPr>
            <a:spLocks noGrp="1"/>
          </p:cNvSpPr>
          <p:nvPr>
            <p:ph type="sldNum" idx="4"/>
          </p:nvPr>
        </p:nvSpPr>
        <p:spPr/>
        <p:txBody>
          <a:bodyPr/>
          <a:lstStyle/>
          <a:p>
            <a:fld id="{6431CBA2-8B1E-47F1-8EF4-BAE73A483A00}" type="slidenum">
              <a:t>27</a:t>
            </a:fld>
            <a:endParaRPr/>
          </a:p>
        </p:txBody>
      </p:sp>
      <p:sp>
        <p:nvSpPr>
          <p:cNvPr id="5" name="PlaceHolder 4"/>
          <p:cNvSpPr>
            <a:spLocks noGrp="1"/>
          </p:cNvSpPr>
          <p:nvPr>
            <p:ph type="dt" idx="2"/>
          </p:nvPr>
        </p:nvSpPr>
        <p:spPr/>
        <p:txBody>
          <a:bodyPr/>
          <a:lstStyle/>
          <a:p>
            <a:fld id="{7700B45E-3F04-4C5C-BDCA-4C3518C074EA}" type="datetime1">
              <a:rPr lang="da-DK"/>
              <a:t>18.09.2024</a:t>
            </a:fld>
            <a:endParaRPr lang="da-DK"/>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 name="PlaceHolder 1"/>
          <p:cNvSpPr>
            <a:spLocks noGrp="1"/>
          </p:cNvSpPr>
          <p:nvPr>
            <p:ph type="title"/>
          </p:nvPr>
        </p:nvSpPr>
        <p:spPr>
          <a:xfrm>
            <a:off x="414720" y="999000"/>
            <a:ext cx="10952280" cy="114732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a:solidFill>
                  <a:srgbClr val="000000"/>
                </a:solidFill>
                <a:latin typeface="Arial"/>
              </a:rPr>
              <a:t>Aggregation Pipeline commands</a:t>
            </a:r>
            <a:endParaRPr lang="en-US" sz="3600" b="0" strike="noStrike" spc="-1">
              <a:solidFill>
                <a:srgbClr val="000000"/>
              </a:solidFill>
              <a:latin typeface="Arial"/>
            </a:endParaRPr>
          </a:p>
        </p:txBody>
      </p:sp>
      <p:sp>
        <p:nvSpPr>
          <p:cNvPr id="246" name="PlaceHolder 2"/>
          <p:cNvSpPr>
            <a:spLocks noGrp="1"/>
          </p:cNvSpPr>
          <p:nvPr>
            <p:ph/>
          </p:nvPr>
        </p:nvSpPr>
        <p:spPr>
          <a:xfrm>
            <a:off x="414720" y="2224440"/>
            <a:ext cx="7862400" cy="4151160"/>
          </a:xfrm>
          <a:prstGeom prst="rect">
            <a:avLst/>
          </a:prstGeom>
          <a:noFill/>
          <a:ln w="0">
            <a:noFill/>
          </a:ln>
        </p:spPr>
        <p:txBody>
          <a:bodyPr lIns="0" tIns="0" rIns="0" bIns="0" anchor="t">
            <a:noAutofit/>
          </a:bodyPr>
          <a:lstStyle/>
          <a:p>
            <a:pPr marL="252000" indent="-252000">
              <a:lnSpc>
                <a:spcPct val="110000"/>
              </a:lnSpc>
              <a:buClr>
                <a:srgbClr val="000000"/>
              </a:buClr>
              <a:buFont typeface="Wingdings" charset="2"/>
              <a:buChar char=""/>
            </a:pPr>
            <a:r>
              <a:rPr lang="en-GB" sz="1400" b="0" strike="noStrike" spc="-1">
                <a:solidFill>
                  <a:srgbClr val="000000"/>
                </a:solidFill>
                <a:latin typeface="Helvetica Neue"/>
              </a:rPr>
              <a:t>Aggregation Pipeline syntax is more flexible and powerful than the MongoDB shell syntax, and is often used for more complex data processing tasks. The Aggregation Pipeline is a framework for manipulating and transforming data using a set of pipeline stages, each of which performs a specific operation on the data. The syntax can be more difficult to read and write for beginners, but is more powerful and expressive than the MongoDB shell syntax.</a:t>
            </a:r>
            <a:endParaRPr lang="en-US" sz="1400" b="0" strike="noStrike" spc="-1">
              <a:solidFill>
                <a:srgbClr val="000000"/>
              </a:solidFill>
              <a:latin typeface="Arial"/>
            </a:endParaRPr>
          </a:p>
        </p:txBody>
      </p:sp>
      <p:sp>
        <p:nvSpPr>
          <p:cNvPr id="247" name="PlaceHolder 3"/>
          <p:cNvSpPr>
            <a:spLocks noGrp="1"/>
          </p:cNvSpPr>
          <p:nvPr>
            <p:ph type="ftr" idx="30"/>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5" name="PlaceHolder 4"/>
          <p:cNvSpPr>
            <a:spLocks noGrp="1"/>
          </p:cNvSpPr>
          <p:nvPr>
            <p:ph type="sldNum" idx="4"/>
          </p:nvPr>
        </p:nvSpPr>
        <p:spPr/>
        <p:txBody>
          <a:bodyPr/>
          <a:lstStyle/>
          <a:p>
            <a:fld id="{4B209B91-4922-4A07-9588-FFF4932A6F86}" type="slidenum">
              <a:t>28</a:t>
            </a:fld>
            <a:endParaRPr/>
          </a:p>
        </p:txBody>
      </p:sp>
      <p:sp>
        <p:nvSpPr>
          <p:cNvPr id="6" name="PlaceHolder 5"/>
          <p:cNvSpPr>
            <a:spLocks noGrp="1"/>
          </p:cNvSpPr>
          <p:nvPr>
            <p:ph type="dt" idx="2"/>
          </p:nvPr>
        </p:nvSpPr>
        <p:spPr/>
        <p:txBody>
          <a:bodyPr/>
          <a:lstStyle/>
          <a:p>
            <a:fld id="{4730B7AB-2938-43F8-8B46-E6A60E149925}" type="datetime1">
              <a:rPr lang="da-DK"/>
              <a:t>18.09.2024</a:t>
            </a:fld>
            <a:endParaRPr lang="da-DK"/>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 name="PlaceHolder 1"/>
          <p:cNvSpPr>
            <a:spLocks noGrp="1"/>
          </p:cNvSpPr>
          <p:nvPr>
            <p:ph type="title"/>
          </p:nvPr>
        </p:nvSpPr>
        <p:spPr>
          <a:xfrm>
            <a:off x="349560" y="1760400"/>
            <a:ext cx="10068480" cy="4070160"/>
          </a:xfrm>
          <a:prstGeom prst="rect">
            <a:avLst/>
          </a:prstGeom>
          <a:noFill/>
          <a:ln w="0">
            <a:noFill/>
          </a:ln>
        </p:spPr>
        <p:txBody>
          <a:bodyPr lIns="0" tIns="0" rIns="0" bIns="0" anchor="t">
            <a:noAutofit/>
          </a:bodyPr>
          <a:lstStyle/>
          <a:p>
            <a:pPr indent="0">
              <a:buNone/>
              <a:tabLst>
                <a:tab pos="1438200" algn="l"/>
              </a:tabLst>
            </a:pPr>
            <a:endParaRPr lang="en-US" sz="9400" b="1" strike="noStrike" spc="-1">
              <a:solidFill>
                <a:srgbClr val="000000"/>
              </a:solidFill>
              <a:latin typeface="Arial"/>
            </a:endParaRPr>
          </a:p>
        </p:txBody>
      </p:sp>
      <p:sp>
        <p:nvSpPr>
          <p:cNvPr id="249" name="Rektangel 3"/>
          <p:cNvSpPr/>
          <p:nvPr/>
        </p:nvSpPr>
        <p:spPr>
          <a:xfrm>
            <a:off x="0" y="0"/>
            <a:ext cx="12191760" cy="6857640"/>
          </a:xfrm>
          <a:prstGeom prst="rect">
            <a:avLst/>
          </a:prstGeom>
          <a:solidFill>
            <a:schemeClr val="accent1"/>
          </a:solidFill>
          <a:ln>
            <a:solidFill>
              <a:srgbClr val="AEB862"/>
            </a:solidFill>
          </a:ln>
        </p:spPr>
        <p:style>
          <a:lnRef idx="2">
            <a:schemeClr val="accent1">
              <a:shade val="50000"/>
            </a:schemeClr>
          </a:lnRef>
          <a:fillRef idx="1">
            <a:schemeClr val="accent1"/>
          </a:fillRef>
          <a:effectRef idx="0">
            <a:schemeClr val="accent1"/>
          </a:effectRef>
          <a:fontRef idx="minor"/>
        </p:style>
        <p:txBody>
          <a:bodyPr lIns="72000" tIns="72000" rIns="72000" bIns="72000" anchor="ctr">
            <a:noAutofit/>
          </a:bodyPr>
          <a:lstStyle/>
          <a:p>
            <a:pPr algn="ctr">
              <a:lnSpc>
                <a:spcPct val="100000"/>
              </a:lnSpc>
            </a:pPr>
            <a:r>
              <a:rPr lang="da-DK" sz="2800" b="1" strike="noStrike" spc="-1" dirty="0" err="1">
                <a:solidFill>
                  <a:schemeClr val="lt1"/>
                </a:solidFill>
                <a:latin typeface="Arial"/>
              </a:rPr>
              <a:t>Querying</a:t>
            </a:r>
            <a:r>
              <a:rPr lang="da-DK" sz="2800" b="1" strike="noStrike" spc="-1" dirty="0">
                <a:solidFill>
                  <a:schemeClr val="lt1"/>
                </a:solidFill>
                <a:latin typeface="Arial"/>
              </a:rPr>
              <a:t> </a:t>
            </a:r>
            <a:r>
              <a:rPr lang="da-DK" sz="2800" b="1" strike="noStrike" spc="-1" dirty="0" err="1">
                <a:solidFill>
                  <a:schemeClr val="lt1"/>
                </a:solidFill>
                <a:latin typeface="Arial"/>
              </a:rPr>
              <a:t>MongoDB</a:t>
            </a:r>
            <a:endParaRPr lang="da-DK" sz="2800" b="0" strike="noStrike" spc="-1" dirty="0">
              <a:solidFill>
                <a:srgbClr val="000000"/>
              </a:solidFill>
              <a:latin typeface="Arial"/>
            </a:endParaRPr>
          </a:p>
        </p:txBody>
      </p:sp>
      <p:sp>
        <p:nvSpPr>
          <p:cNvPr id="3" name="PlaceHolder 2"/>
          <p:cNvSpPr>
            <a:spLocks noGrp="1"/>
          </p:cNvSpPr>
          <p:nvPr>
            <p:ph type="dt" idx="5"/>
          </p:nvPr>
        </p:nvSpPr>
        <p:spPr>
          <a:xfrm>
            <a:off x="0" y="6912000"/>
            <a:ext cx="0" cy="0"/>
          </a:xfrm>
          <a:prstGeom prst="rect">
            <a:avLst/>
          </a:prstGeom>
          <a:noFill/>
          <a:ln w="0">
            <a:noFill/>
          </a:ln>
        </p:spPr>
        <p:txBody>
          <a:bodyPr tIns="0" bIns="0" anchor="ctr">
            <a:noAutofit/>
          </a:bodyPr>
          <a:lstStyle>
            <a:defPPr>
              <a:defRPr lang="en-DK"/>
            </a:defPPr>
            <a:lvl1pPr marL="0" indent="0" algn="l" defTabSz="914400" rtl="0" eaLnBrk="1" latinLnBrk="0" hangingPunct="1">
              <a:lnSpc>
                <a:spcPct val="100000"/>
              </a:lnSpc>
              <a:buNone/>
              <a:defRPr lang="en-GB" sz="100" b="0" strike="noStrike" kern="1200" spc="-1">
                <a:solidFill>
                  <a:srgbClr val="FFFFFF">
                    <a:alpha val="1000"/>
                  </a:srgbClr>
                </a:solidFill>
                <a:latin typeface="Arial"/>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da-DK"/>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PlaceHolder 1"/>
          <p:cNvSpPr>
            <a:spLocks noGrp="1"/>
          </p:cNvSpPr>
          <p:nvPr>
            <p:ph type="title"/>
          </p:nvPr>
        </p:nvSpPr>
        <p:spPr>
          <a:xfrm>
            <a:off x="414720" y="999000"/>
            <a:ext cx="10952280" cy="114732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a:solidFill>
                  <a:srgbClr val="000000"/>
                </a:solidFill>
                <a:latin typeface="Arial"/>
              </a:rPr>
              <a:t>Querying MongoDB using Aggregation Pipeline</a:t>
            </a:r>
            <a:endParaRPr lang="en-US" sz="3600" b="0" strike="noStrike" spc="-1">
              <a:solidFill>
                <a:srgbClr val="000000"/>
              </a:solidFill>
              <a:latin typeface="Arial"/>
            </a:endParaRPr>
          </a:p>
        </p:txBody>
      </p:sp>
      <p:sp>
        <p:nvSpPr>
          <p:cNvPr id="251" name="PlaceHolder 2"/>
          <p:cNvSpPr>
            <a:spLocks noGrp="1"/>
          </p:cNvSpPr>
          <p:nvPr>
            <p:ph/>
          </p:nvPr>
        </p:nvSpPr>
        <p:spPr>
          <a:xfrm>
            <a:off x="414720" y="2000880"/>
            <a:ext cx="9468360" cy="879120"/>
          </a:xfrm>
          <a:prstGeom prst="rect">
            <a:avLst/>
          </a:prstGeom>
          <a:noFill/>
          <a:ln w="0">
            <a:noFill/>
          </a:ln>
        </p:spPr>
        <p:txBody>
          <a:bodyPr lIns="0" tIns="0" rIns="0" bIns="0" anchor="t">
            <a:noAutofit/>
          </a:bodyPr>
          <a:lstStyle/>
          <a:p>
            <a:pPr marL="252000" indent="-252000">
              <a:lnSpc>
                <a:spcPct val="110000"/>
              </a:lnSpc>
              <a:buClr>
                <a:srgbClr val="000000"/>
              </a:buClr>
              <a:buFont typeface="Wingdings" charset="2"/>
              <a:buChar char=""/>
            </a:pPr>
            <a:r>
              <a:rPr lang="en-GB" sz="1400" b="0" strike="noStrike" spc="-1">
                <a:solidFill>
                  <a:srgbClr val="000000"/>
                </a:solidFill>
                <a:latin typeface="Helvetica Neue"/>
              </a:rPr>
              <a:t>MongoDB's Aggregation Pipeline is a powerful tool for querying data in MongoDB</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The Aggregation Pipeline provides a flexible and powerful way to manipulate and transform data in MongoDB</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The basic structure of an Aggregation Pipeline query is a set of pipeline stages applied to a collection</a:t>
            </a:r>
            <a:endParaRPr lang="en-US" sz="1400" b="0" strike="noStrike" spc="-1">
              <a:solidFill>
                <a:srgbClr val="000000"/>
              </a:solidFill>
              <a:latin typeface="Arial"/>
            </a:endParaRPr>
          </a:p>
        </p:txBody>
      </p:sp>
      <p:sp>
        <p:nvSpPr>
          <p:cNvPr id="252" name="PlaceHolder 3"/>
          <p:cNvSpPr>
            <a:spLocks noGrp="1"/>
          </p:cNvSpPr>
          <p:nvPr>
            <p:ph type="ftr" idx="31"/>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253" name="Rectangle 6"/>
          <p:cNvSpPr/>
          <p:nvPr/>
        </p:nvSpPr>
        <p:spPr>
          <a:xfrm>
            <a:off x="1701720" y="3003840"/>
            <a:ext cx="7760160" cy="1157040"/>
          </a:xfrm>
          <a:prstGeom prst="rect">
            <a:avLst/>
          </a:prstGeom>
          <a:solidFill>
            <a:schemeClr val="tx1">
              <a:lumMod val="85000"/>
              <a:lumOff val="15000"/>
            </a:schemeClr>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72000" tIns="72000" rIns="72000" bIns="72000" anchor="t">
            <a:noAutofit/>
          </a:bodyPr>
          <a:lstStyle/>
          <a:p>
            <a:pPr>
              <a:lnSpc>
                <a:spcPct val="100000"/>
              </a:lnSpc>
            </a:pPr>
            <a:r>
              <a:rPr lang="en-GB" sz="1400" b="0" strike="noStrike" spc="-1">
                <a:solidFill>
                  <a:srgbClr val="9CDCFE"/>
                </a:solidFill>
                <a:latin typeface="Menlo"/>
              </a:rPr>
              <a:t>db</a:t>
            </a:r>
            <a:r>
              <a:rPr lang="en-GB" sz="1400" b="0" strike="noStrike" spc="-1">
                <a:solidFill>
                  <a:srgbClr val="D4D4D4"/>
                </a:solidFill>
                <a:latin typeface="Menlo"/>
              </a:rPr>
              <a:t>.</a:t>
            </a:r>
            <a:r>
              <a:rPr lang="en-GB" sz="1400" b="0" strike="noStrike" spc="-1">
                <a:solidFill>
                  <a:srgbClr val="9CDCFE"/>
                </a:solidFill>
                <a:latin typeface="Menlo"/>
              </a:rPr>
              <a:t>users</a:t>
            </a:r>
            <a:r>
              <a:rPr lang="en-GB" sz="1400" b="0" strike="noStrike" spc="-1">
                <a:solidFill>
                  <a:srgbClr val="D4D4D4"/>
                </a:solidFill>
                <a:latin typeface="Menlo"/>
              </a:rPr>
              <a:t>.</a:t>
            </a:r>
            <a:r>
              <a:rPr lang="en-GB" sz="1400" b="0" strike="noStrike" spc="-1">
                <a:solidFill>
                  <a:srgbClr val="DCDCAA"/>
                </a:solidFill>
                <a:latin typeface="Menlo"/>
              </a:rPr>
              <a:t>aggregate</a:t>
            </a:r>
            <a:r>
              <a:rPr lang="en-GB" sz="1400" b="0" strike="noStrike" spc="-1">
                <a:solidFill>
                  <a:srgbClr val="D4D4D4"/>
                </a:solidFill>
                <a:latin typeface="Menlo"/>
              </a:rPr>
              <a:t>([</a:t>
            </a:r>
            <a:endParaRPr lang="da-DK" sz="1400" b="0" strike="noStrike" spc="-1">
              <a:solidFill>
                <a:srgbClr val="FFFFFF"/>
              </a:solidFill>
              <a:latin typeface="Arial"/>
            </a:endParaRPr>
          </a:p>
          <a:p>
            <a:pPr>
              <a:lnSpc>
                <a:spcPct val="100000"/>
              </a:lnSpc>
            </a:pPr>
            <a:r>
              <a:rPr lang="en-GB" sz="1400" b="0" strike="noStrike" spc="-1">
                <a:solidFill>
                  <a:srgbClr val="D4D4D4"/>
                </a:solidFill>
                <a:latin typeface="Menlo"/>
              </a:rPr>
              <a:t>  { </a:t>
            </a:r>
            <a:r>
              <a:rPr lang="en-GB" sz="1400" b="0" strike="noStrike" spc="-1">
                <a:solidFill>
                  <a:srgbClr val="9CDCFE"/>
                </a:solidFill>
                <a:latin typeface="Menlo"/>
              </a:rPr>
              <a:t>$match:</a:t>
            </a:r>
            <a:r>
              <a:rPr lang="en-GB" sz="1400" b="0" strike="noStrike" spc="-1">
                <a:solidFill>
                  <a:srgbClr val="D4D4D4"/>
                </a:solidFill>
                <a:latin typeface="Menlo"/>
              </a:rPr>
              <a:t> { </a:t>
            </a:r>
            <a:r>
              <a:rPr lang="en-GB" sz="1400" b="0" strike="noStrike" spc="-1">
                <a:solidFill>
                  <a:srgbClr val="9CDCFE"/>
                </a:solidFill>
                <a:latin typeface="Menlo"/>
              </a:rPr>
              <a:t>age:</a:t>
            </a:r>
            <a:r>
              <a:rPr lang="en-GB" sz="1400" b="0" strike="noStrike" spc="-1">
                <a:solidFill>
                  <a:srgbClr val="D4D4D4"/>
                </a:solidFill>
                <a:latin typeface="Menlo"/>
              </a:rPr>
              <a:t> { </a:t>
            </a:r>
            <a:r>
              <a:rPr lang="en-GB" sz="1400" b="0" strike="noStrike" spc="-1">
                <a:solidFill>
                  <a:srgbClr val="9CDCFE"/>
                </a:solidFill>
                <a:latin typeface="Menlo"/>
              </a:rPr>
              <a:t>$gte:</a:t>
            </a:r>
            <a:r>
              <a:rPr lang="en-GB" sz="1400" b="0" strike="noStrike" spc="-1">
                <a:solidFill>
                  <a:srgbClr val="D4D4D4"/>
                </a:solidFill>
                <a:latin typeface="Menlo"/>
              </a:rPr>
              <a:t> </a:t>
            </a:r>
            <a:r>
              <a:rPr lang="en-GB" sz="1400" b="0" strike="noStrike" spc="-1">
                <a:solidFill>
                  <a:srgbClr val="B5CEA8"/>
                </a:solidFill>
                <a:latin typeface="Menlo"/>
              </a:rPr>
              <a:t>18</a:t>
            </a:r>
            <a:r>
              <a:rPr lang="en-GB" sz="1400" b="0" strike="noStrike" spc="-1">
                <a:solidFill>
                  <a:srgbClr val="D4D4D4"/>
                </a:solidFill>
                <a:latin typeface="Menlo"/>
              </a:rPr>
              <a:t> } } },</a:t>
            </a:r>
            <a:endParaRPr lang="da-DK" sz="1400" b="0" strike="noStrike" spc="-1">
              <a:solidFill>
                <a:srgbClr val="FFFFFF"/>
              </a:solidFill>
              <a:latin typeface="Arial"/>
            </a:endParaRPr>
          </a:p>
          <a:p>
            <a:pPr>
              <a:lnSpc>
                <a:spcPct val="100000"/>
              </a:lnSpc>
            </a:pPr>
            <a:r>
              <a:rPr lang="en-GB" sz="1400" b="0" strike="noStrike" spc="-1">
                <a:solidFill>
                  <a:srgbClr val="D4D4D4"/>
                </a:solidFill>
                <a:latin typeface="Menlo"/>
              </a:rPr>
              <a:t>  { </a:t>
            </a:r>
            <a:r>
              <a:rPr lang="en-GB" sz="1400" b="0" strike="noStrike" spc="-1">
                <a:solidFill>
                  <a:srgbClr val="9CDCFE"/>
                </a:solidFill>
                <a:latin typeface="Menlo"/>
              </a:rPr>
              <a:t>$sort:</a:t>
            </a:r>
            <a:r>
              <a:rPr lang="en-GB" sz="1400" b="0" strike="noStrike" spc="-1">
                <a:solidFill>
                  <a:srgbClr val="D4D4D4"/>
                </a:solidFill>
                <a:latin typeface="Menlo"/>
              </a:rPr>
              <a:t> { </a:t>
            </a:r>
            <a:r>
              <a:rPr lang="en-GB" sz="1400" b="0" strike="noStrike" spc="-1">
                <a:solidFill>
                  <a:srgbClr val="9CDCFE"/>
                </a:solidFill>
                <a:latin typeface="Menlo"/>
              </a:rPr>
              <a:t>name:</a:t>
            </a:r>
            <a:r>
              <a:rPr lang="en-GB" sz="1400" b="0" strike="noStrike" spc="-1">
                <a:solidFill>
                  <a:srgbClr val="D4D4D4"/>
                </a:solidFill>
                <a:latin typeface="Menlo"/>
              </a:rPr>
              <a:t> </a:t>
            </a:r>
            <a:r>
              <a:rPr lang="en-GB" sz="1400" b="0" strike="noStrike" spc="-1">
                <a:solidFill>
                  <a:srgbClr val="B5CEA8"/>
                </a:solidFill>
                <a:latin typeface="Menlo"/>
              </a:rPr>
              <a:t>1</a:t>
            </a:r>
            <a:r>
              <a:rPr lang="en-GB" sz="1400" b="0" strike="noStrike" spc="-1">
                <a:solidFill>
                  <a:srgbClr val="D4D4D4"/>
                </a:solidFill>
                <a:latin typeface="Menlo"/>
              </a:rPr>
              <a:t> } },</a:t>
            </a:r>
            <a:endParaRPr lang="da-DK" sz="1400" b="0" strike="noStrike" spc="-1">
              <a:solidFill>
                <a:srgbClr val="FFFFFF"/>
              </a:solidFill>
              <a:latin typeface="Arial"/>
            </a:endParaRPr>
          </a:p>
          <a:p>
            <a:pPr>
              <a:lnSpc>
                <a:spcPct val="100000"/>
              </a:lnSpc>
            </a:pPr>
            <a:r>
              <a:rPr lang="en-GB" sz="1400" b="0" strike="noStrike" spc="-1">
                <a:solidFill>
                  <a:srgbClr val="D4D4D4"/>
                </a:solidFill>
                <a:latin typeface="Menlo"/>
              </a:rPr>
              <a:t>  { </a:t>
            </a:r>
            <a:r>
              <a:rPr lang="en-GB" sz="1400" b="0" strike="noStrike" spc="-1">
                <a:solidFill>
                  <a:srgbClr val="9CDCFE"/>
                </a:solidFill>
                <a:latin typeface="Menlo"/>
              </a:rPr>
              <a:t>$limit:</a:t>
            </a:r>
            <a:r>
              <a:rPr lang="en-GB" sz="1400" b="0" strike="noStrike" spc="-1">
                <a:solidFill>
                  <a:srgbClr val="D4D4D4"/>
                </a:solidFill>
                <a:latin typeface="Menlo"/>
              </a:rPr>
              <a:t> </a:t>
            </a:r>
            <a:r>
              <a:rPr lang="en-GB" sz="1400" b="0" strike="noStrike" spc="-1">
                <a:solidFill>
                  <a:srgbClr val="B5CEA8"/>
                </a:solidFill>
                <a:latin typeface="Menlo"/>
              </a:rPr>
              <a:t>10</a:t>
            </a:r>
            <a:r>
              <a:rPr lang="en-GB" sz="1400" b="0" strike="noStrike" spc="-1">
                <a:solidFill>
                  <a:srgbClr val="D4D4D4"/>
                </a:solidFill>
                <a:latin typeface="Menlo"/>
              </a:rPr>
              <a:t> }</a:t>
            </a:r>
            <a:endParaRPr lang="da-DK" sz="1400" b="0" strike="noStrike" spc="-1">
              <a:solidFill>
                <a:srgbClr val="FFFFFF"/>
              </a:solidFill>
              <a:latin typeface="Arial"/>
            </a:endParaRPr>
          </a:p>
          <a:p>
            <a:pPr>
              <a:lnSpc>
                <a:spcPct val="100000"/>
              </a:lnSpc>
            </a:pPr>
            <a:r>
              <a:rPr lang="en-GB" sz="1400" b="0" strike="noStrike" spc="-1">
                <a:solidFill>
                  <a:srgbClr val="D4D4D4"/>
                </a:solidFill>
                <a:latin typeface="Menlo"/>
              </a:rPr>
              <a:t>])</a:t>
            </a:r>
            <a:endParaRPr lang="da-DK" sz="1400" b="0" strike="noStrike" spc="-1">
              <a:solidFill>
                <a:srgbClr val="FFFFFF"/>
              </a:solidFill>
              <a:latin typeface="Arial"/>
            </a:endParaRPr>
          </a:p>
        </p:txBody>
      </p:sp>
      <p:sp>
        <p:nvSpPr>
          <p:cNvPr id="254" name="Content Placeholder 2"/>
          <p:cNvSpPr/>
          <p:nvPr/>
        </p:nvSpPr>
        <p:spPr>
          <a:xfrm>
            <a:off x="414720" y="4296960"/>
            <a:ext cx="9468360" cy="145788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52000" indent="-252000">
              <a:lnSpc>
                <a:spcPct val="150000"/>
              </a:lnSpc>
              <a:buClr>
                <a:srgbClr val="000000"/>
              </a:buClr>
              <a:buFont typeface="Wingdings" charset="2"/>
              <a:buChar char=""/>
            </a:pPr>
            <a:r>
              <a:rPr lang="en-GB" sz="1400" b="0" strike="noStrike" spc="-1" dirty="0">
                <a:solidFill>
                  <a:srgbClr val="000000"/>
                </a:solidFill>
                <a:latin typeface="Helvetica Neue"/>
              </a:rPr>
              <a:t>This query finds all documents in the users collection where the age field is greater than or equal to 18</a:t>
            </a:r>
          </a:p>
          <a:p>
            <a:pPr marL="252000" indent="-252000">
              <a:lnSpc>
                <a:spcPct val="150000"/>
              </a:lnSpc>
              <a:buClr>
                <a:srgbClr val="000000"/>
              </a:buClr>
              <a:buFont typeface="Wingdings" charset="2"/>
              <a:buChar char=""/>
            </a:pPr>
            <a:r>
              <a:rPr lang="en-GB" sz="1400" b="0" strike="noStrike" spc="-1" dirty="0">
                <a:solidFill>
                  <a:srgbClr val="000000"/>
                </a:solidFill>
                <a:latin typeface="Helvetica Neue"/>
              </a:rPr>
              <a:t>The $match stage filters the results based on the specified criteria</a:t>
            </a:r>
            <a:endParaRPr lang="da-DK" sz="1400" b="0" strike="noStrike" spc="-1" dirty="0">
              <a:solidFill>
                <a:srgbClr val="000000"/>
              </a:solidFill>
              <a:latin typeface="Arial"/>
            </a:endParaRPr>
          </a:p>
          <a:p>
            <a:pPr marL="252000" indent="-252000">
              <a:lnSpc>
                <a:spcPct val="150000"/>
              </a:lnSpc>
              <a:buClr>
                <a:srgbClr val="000000"/>
              </a:buClr>
              <a:buFont typeface="Wingdings" charset="2"/>
              <a:buChar char=""/>
            </a:pPr>
            <a:r>
              <a:rPr lang="en-GB" sz="1400" b="0" strike="noStrike" spc="-1" dirty="0">
                <a:solidFill>
                  <a:srgbClr val="000000"/>
                </a:solidFill>
                <a:latin typeface="Helvetica Neue"/>
              </a:rPr>
              <a:t>The $sort stage sorts the results by the name field in ascending order (1 means ascending, -1 means descending)</a:t>
            </a:r>
            <a:endParaRPr lang="da-DK" sz="1400" b="0" strike="noStrike" spc="-1" dirty="0">
              <a:solidFill>
                <a:srgbClr val="000000"/>
              </a:solidFill>
              <a:latin typeface="Arial"/>
            </a:endParaRPr>
          </a:p>
          <a:p>
            <a:pPr marL="252000" indent="-252000">
              <a:lnSpc>
                <a:spcPct val="150000"/>
              </a:lnSpc>
              <a:buClr>
                <a:srgbClr val="000000"/>
              </a:buClr>
              <a:buFont typeface="Wingdings" charset="2"/>
              <a:buChar char=""/>
            </a:pPr>
            <a:r>
              <a:rPr lang="en-GB" sz="1400" b="0" strike="noStrike" spc="-1" dirty="0">
                <a:solidFill>
                  <a:srgbClr val="000000"/>
                </a:solidFill>
                <a:latin typeface="Helvetica Neue"/>
              </a:rPr>
              <a:t>The $limit stage limits the results to the first 10 documents</a:t>
            </a:r>
            <a:endParaRPr lang="da-DK" sz="1400" b="0" strike="noStrike" spc="-1" dirty="0">
              <a:solidFill>
                <a:srgbClr val="000000"/>
              </a:solidFill>
              <a:latin typeface="Arial"/>
            </a:endParaRPr>
          </a:p>
        </p:txBody>
      </p:sp>
      <p:sp>
        <p:nvSpPr>
          <p:cNvPr id="5" name="PlaceHolder 4"/>
          <p:cNvSpPr>
            <a:spLocks noGrp="1"/>
          </p:cNvSpPr>
          <p:nvPr>
            <p:ph type="sldNum" idx="4"/>
          </p:nvPr>
        </p:nvSpPr>
        <p:spPr/>
        <p:txBody>
          <a:bodyPr/>
          <a:lstStyle/>
          <a:p>
            <a:fld id="{E9FF78DF-A4CB-4FC8-97B4-B7EE5A13892C}" type="slidenum">
              <a:rPr/>
              <a:t>30</a:t>
            </a:fld>
            <a:endParaRPr/>
          </a:p>
        </p:txBody>
      </p:sp>
      <p:sp>
        <p:nvSpPr>
          <p:cNvPr id="6" name="PlaceHolder 5"/>
          <p:cNvSpPr>
            <a:spLocks noGrp="1"/>
          </p:cNvSpPr>
          <p:nvPr>
            <p:ph type="dt" idx="2"/>
          </p:nvPr>
        </p:nvSpPr>
        <p:spPr/>
        <p:txBody>
          <a:bodyPr/>
          <a:lstStyle/>
          <a:p>
            <a:fld id="{1B204A50-D45A-4FA5-900B-45FB7A001A4D}" type="datetime1">
              <a:rPr lang="da-DK"/>
              <a:t>18.09.2024</a:t>
            </a:fld>
            <a:endParaRPr lang="da-DK"/>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 name="PlaceHolder 1"/>
          <p:cNvSpPr>
            <a:spLocks noGrp="1"/>
          </p:cNvSpPr>
          <p:nvPr>
            <p:ph type="title"/>
          </p:nvPr>
        </p:nvSpPr>
        <p:spPr>
          <a:xfrm>
            <a:off x="414720" y="999000"/>
            <a:ext cx="10952280" cy="114732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a:solidFill>
                  <a:srgbClr val="000000"/>
                </a:solidFill>
                <a:latin typeface="Arial"/>
              </a:rPr>
              <a:t>Querying MongoDB using Aggregation Pipeline</a:t>
            </a:r>
            <a:endParaRPr lang="en-US" sz="3600" b="0" strike="noStrike" spc="-1">
              <a:solidFill>
                <a:srgbClr val="000000"/>
              </a:solidFill>
              <a:latin typeface="Arial"/>
            </a:endParaRPr>
          </a:p>
        </p:txBody>
      </p:sp>
      <p:sp>
        <p:nvSpPr>
          <p:cNvPr id="256" name="PlaceHolder 2"/>
          <p:cNvSpPr>
            <a:spLocks noGrp="1"/>
          </p:cNvSpPr>
          <p:nvPr>
            <p:ph/>
          </p:nvPr>
        </p:nvSpPr>
        <p:spPr>
          <a:xfrm>
            <a:off x="414720" y="1820880"/>
            <a:ext cx="9468360" cy="1812600"/>
          </a:xfrm>
          <a:prstGeom prst="rect">
            <a:avLst/>
          </a:prstGeom>
          <a:noFill/>
          <a:ln w="0">
            <a:noFill/>
          </a:ln>
        </p:spPr>
        <p:txBody>
          <a:bodyPr lIns="0" tIns="0" rIns="0" bIns="0" anchor="t">
            <a:noAutofit/>
          </a:bodyPr>
          <a:lstStyle/>
          <a:p>
            <a:pPr marL="252000" indent="-252000">
              <a:lnSpc>
                <a:spcPct val="110000"/>
              </a:lnSpc>
              <a:buClr>
                <a:srgbClr val="000000"/>
              </a:buClr>
              <a:buFont typeface="Wingdings" charset="2"/>
              <a:buChar char=""/>
            </a:pPr>
            <a:r>
              <a:rPr lang="en-GB" sz="1400" b="0" strike="noStrike" spc="-1">
                <a:solidFill>
                  <a:srgbClr val="000000"/>
                </a:solidFill>
                <a:latin typeface="Helvetica Neue"/>
              </a:rPr>
              <a:t>Filtering data with the Aggregation Pipeline involves specifying a set of criteria that a document must match in order to be included in the query results. Examples of filtering operators include $match, $project, $group, and $lookup. Sorting data with the Aggregation Pipeline involves specifying a field to sort by, as well as the order (ascending or descending). Examples of sorting operators include $sort. Grouping and aggregating data with the Aggregation Pipeline involves grouping documents by a certain field and then applying an aggregation function to the grouped data. Examples of aggregation functions include $sum, $avg, $min, $max, $first, and $last.</a:t>
            </a:r>
            <a:endParaRPr lang="en-US" sz="1400" b="0" strike="noStrike" spc="-1">
              <a:solidFill>
                <a:srgbClr val="000000"/>
              </a:solidFill>
              <a:latin typeface="Arial"/>
            </a:endParaRPr>
          </a:p>
        </p:txBody>
      </p:sp>
      <p:sp>
        <p:nvSpPr>
          <p:cNvPr id="257" name="PlaceHolder 3"/>
          <p:cNvSpPr>
            <a:spLocks noGrp="1"/>
          </p:cNvSpPr>
          <p:nvPr>
            <p:ph type="ftr" idx="32"/>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5" name="PlaceHolder 4"/>
          <p:cNvSpPr>
            <a:spLocks noGrp="1"/>
          </p:cNvSpPr>
          <p:nvPr>
            <p:ph type="sldNum" idx="4"/>
          </p:nvPr>
        </p:nvSpPr>
        <p:spPr/>
        <p:txBody>
          <a:bodyPr/>
          <a:lstStyle/>
          <a:p>
            <a:fld id="{F949A588-3FEC-4506-907A-869CD19C2118}" type="slidenum">
              <a:t>31</a:t>
            </a:fld>
            <a:endParaRPr/>
          </a:p>
        </p:txBody>
      </p:sp>
      <p:sp>
        <p:nvSpPr>
          <p:cNvPr id="6" name="PlaceHolder 5"/>
          <p:cNvSpPr>
            <a:spLocks noGrp="1"/>
          </p:cNvSpPr>
          <p:nvPr>
            <p:ph type="dt" idx="2"/>
          </p:nvPr>
        </p:nvSpPr>
        <p:spPr/>
        <p:txBody>
          <a:bodyPr/>
          <a:lstStyle/>
          <a:p>
            <a:fld id="{14EB23AA-78B4-49EB-A92D-983180FC4F15}" type="datetime1">
              <a:rPr lang="da-DK"/>
              <a:t>18.09.2024</a:t>
            </a:fld>
            <a:endParaRPr lang="da-DK"/>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PlaceHolder 1"/>
          <p:cNvSpPr>
            <a:spLocks noGrp="1"/>
          </p:cNvSpPr>
          <p:nvPr>
            <p:ph type="title"/>
          </p:nvPr>
        </p:nvSpPr>
        <p:spPr>
          <a:xfrm>
            <a:off x="414720" y="999000"/>
            <a:ext cx="10952280" cy="114732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a:solidFill>
                  <a:srgbClr val="000000"/>
                </a:solidFill>
                <a:latin typeface="Arial"/>
              </a:rPr>
              <a:t>Filtering Data with Aggregation Pipeline</a:t>
            </a:r>
            <a:endParaRPr lang="en-US" sz="3600" b="0" strike="noStrike" spc="-1">
              <a:solidFill>
                <a:srgbClr val="000000"/>
              </a:solidFill>
              <a:latin typeface="Arial"/>
            </a:endParaRPr>
          </a:p>
        </p:txBody>
      </p:sp>
      <p:sp>
        <p:nvSpPr>
          <p:cNvPr id="259" name="PlaceHolder 2"/>
          <p:cNvSpPr>
            <a:spLocks noGrp="1"/>
          </p:cNvSpPr>
          <p:nvPr>
            <p:ph/>
          </p:nvPr>
        </p:nvSpPr>
        <p:spPr>
          <a:xfrm>
            <a:off x="414720" y="2224440"/>
            <a:ext cx="9468360" cy="1035000"/>
          </a:xfrm>
          <a:prstGeom prst="rect">
            <a:avLst/>
          </a:prstGeom>
          <a:noFill/>
          <a:ln w="0">
            <a:noFill/>
          </a:ln>
        </p:spPr>
        <p:txBody>
          <a:bodyPr lIns="0" tIns="0" rIns="0" bIns="0" anchor="t">
            <a:noAutofit/>
          </a:bodyPr>
          <a:lstStyle/>
          <a:p>
            <a:pPr marL="252000" indent="-252000">
              <a:lnSpc>
                <a:spcPct val="110000"/>
              </a:lnSpc>
              <a:buClr>
                <a:srgbClr val="000000"/>
              </a:buClr>
              <a:buFont typeface="Wingdings" charset="2"/>
              <a:buChar char=""/>
            </a:pPr>
            <a:r>
              <a:rPr lang="en-GB" sz="1400" b="0" strike="noStrike" spc="-1">
                <a:solidFill>
                  <a:srgbClr val="000000"/>
                </a:solidFill>
                <a:latin typeface="Helvetica Neue"/>
              </a:rPr>
              <a:t>Filtering data with the Aggregation Pipeline involves specifying a set of criteria that a document must match in order to be included in the query results</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The $match stage is used to filter documents based on the specified criteria</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Examples of filtering operators include $match, $project, $group, and $lookup</a:t>
            </a:r>
            <a:endParaRPr lang="en-US" sz="1400" b="0" strike="noStrike" spc="-1">
              <a:solidFill>
                <a:srgbClr val="000000"/>
              </a:solidFill>
              <a:latin typeface="Arial"/>
            </a:endParaRPr>
          </a:p>
        </p:txBody>
      </p:sp>
      <p:sp>
        <p:nvSpPr>
          <p:cNvPr id="260" name="PlaceHolder 3"/>
          <p:cNvSpPr>
            <a:spLocks noGrp="1"/>
          </p:cNvSpPr>
          <p:nvPr>
            <p:ph type="ftr" idx="33"/>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261" name="Rectangle 6"/>
          <p:cNvSpPr/>
          <p:nvPr/>
        </p:nvSpPr>
        <p:spPr>
          <a:xfrm>
            <a:off x="1693331" y="3487407"/>
            <a:ext cx="7760160" cy="1157040"/>
          </a:xfrm>
          <a:prstGeom prst="rect">
            <a:avLst/>
          </a:prstGeom>
          <a:solidFill>
            <a:schemeClr val="tx1">
              <a:lumMod val="85000"/>
              <a:lumOff val="15000"/>
            </a:schemeClr>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72000" tIns="72000" rIns="72000" bIns="72000" anchor="t">
            <a:noAutofit/>
          </a:bodyPr>
          <a:lstStyle/>
          <a:p>
            <a:pPr>
              <a:lnSpc>
                <a:spcPct val="100000"/>
              </a:lnSpc>
            </a:pPr>
            <a:r>
              <a:rPr lang="en-GB" sz="1400" b="0" strike="noStrike" spc="-1">
                <a:solidFill>
                  <a:srgbClr val="9CDCFE"/>
                </a:solidFill>
                <a:latin typeface="Menlo"/>
              </a:rPr>
              <a:t>db</a:t>
            </a:r>
            <a:r>
              <a:rPr lang="en-GB" sz="1400" b="0" strike="noStrike" spc="-1">
                <a:solidFill>
                  <a:srgbClr val="D4D4D4"/>
                </a:solidFill>
                <a:latin typeface="Menlo"/>
              </a:rPr>
              <a:t>.</a:t>
            </a:r>
            <a:r>
              <a:rPr lang="en-GB" sz="1400" b="0" strike="noStrike" spc="-1">
                <a:solidFill>
                  <a:srgbClr val="9CDCFE"/>
                </a:solidFill>
                <a:latin typeface="Menlo"/>
              </a:rPr>
              <a:t>users</a:t>
            </a:r>
            <a:r>
              <a:rPr lang="en-GB" sz="1400" b="0" strike="noStrike" spc="-1">
                <a:solidFill>
                  <a:srgbClr val="D4D4D4"/>
                </a:solidFill>
                <a:latin typeface="Menlo"/>
              </a:rPr>
              <a:t>.</a:t>
            </a:r>
            <a:r>
              <a:rPr lang="en-GB" sz="1400" b="0" strike="noStrike" spc="-1">
                <a:solidFill>
                  <a:srgbClr val="DCDCAA"/>
                </a:solidFill>
                <a:latin typeface="Menlo"/>
              </a:rPr>
              <a:t>aggregate</a:t>
            </a:r>
            <a:r>
              <a:rPr lang="en-GB" sz="1400" b="0" strike="noStrike" spc="-1">
                <a:solidFill>
                  <a:srgbClr val="D4D4D4"/>
                </a:solidFill>
                <a:latin typeface="Menlo"/>
              </a:rPr>
              <a:t>([</a:t>
            </a:r>
            <a:endParaRPr lang="da-DK" sz="1400" b="0" strike="noStrike" spc="-1">
              <a:solidFill>
                <a:srgbClr val="FFFFFF"/>
              </a:solidFill>
              <a:latin typeface="Arial"/>
            </a:endParaRPr>
          </a:p>
          <a:p>
            <a:pPr>
              <a:lnSpc>
                <a:spcPct val="100000"/>
              </a:lnSpc>
            </a:pPr>
            <a:r>
              <a:rPr lang="en-GB" sz="1400" b="0" strike="noStrike" spc="-1">
                <a:solidFill>
                  <a:srgbClr val="D4D4D4"/>
                </a:solidFill>
                <a:latin typeface="Menlo"/>
              </a:rPr>
              <a:t>  { </a:t>
            </a:r>
            <a:r>
              <a:rPr lang="en-GB" sz="1400" b="0" strike="noStrike" spc="-1">
                <a:solidFill>
                  <a:srgbClr val="9CDCFE"/>
                </a:solidFill>
                <a:latin typeface="Menlo"/>
              </a:rPr>
              <a:t>$match:</a:t>
            </a:r>
            <a:r>
              <a:rPr lang="en-GB" sz="1400" b="0" strike="noStrike" spc="-1">
                <a:solidFill>
                  <a:srgbClr val="D4D4D4"/>
                </a:solidFill>
                <a:latin typeface="Menlo"/>
              </a:rPr>
              <a:t> { </a:t>
            </a:r>
            <a:r>
              <a:rPr lang="en-GB" sz="1400" b="0" strike="noStrike" spc="-1">
                <a:solidFill>
                  <a:srgbClr val="9CDCFE"/>
                </a:solidFill>
                <a:latin typeface="Menlo"/>
              </a:rPr>
              <a:t>age:</a:t>
            </a:r>
            <a:r>
              <a:rPr lang="en-GB" sz="1400" b="0" strike="noStrike" spc="-1">
                <a:solidFill>
                  <a:srgbClr val="D4D4D4"/>
                </a:solidFill>
                <a:latin typeface="Menlo"/>
              </a:rPr>
              <a:t> { </a:t>
            </a:r>
            <a:r>
              <a:rPr lang="en-GB" sz="1400" b="0" strike="noStrike" spc="-1">
                <a:solidFill>
                  <a:srgbClr val="9CDCFE"/>
                </a:solidFill>
                <a:latin typeface="Menlo"/>
              </a:rPr>
              <a:t>$gte:</a:t>
            </a:r>
            <a:r>
              <a:rPr lang="en-GB" sz="1400" b="0" strike="noStrike" spc="-1">
                <a:solidFill>
                  <a:srgbClr val="D4D4D4"/>
                </a:solidFill>
                <a:latin typeface="Menlo"/>
              </a:rPr>
              <a:t> </a:t>
            </a:r>
            <a:r>
              <a:rPr lang="en-GB" sz="1400" b="0" strike="noStrike" spc="-1">
                <a:solidFill>
                  <a:srgbClr val="B5CEA8"/>
                </a:solidFill>
                <a:latin typeface="Menlo"/>
              </a:rPr>
              <a:t>18</a:t>
            </a:r>
            <a:r>
              <a:rPr lang="en-GB" sz="1400" b="0" strike="noStrike" spc="-1">
                <a:solidFill>
                  <a:srgbClr val="D4D4D4"/>
                </a:solidFill>
                <a:latin typeface="Menlo"/>
              </a:rPr>
              <a:t> } } },</a:t>
            </a:r>
            <a:endParaRPr lang="da-DK" sz="1400" b="0" strike="noStrike" spc="-1">
              <a:solidFill>
                <a:srgbClr val="FFFFFF"/>
              </a:solidFill>
              <a:latin typeface="Arial"/>
            </a:endParaRPr>
          </a:p>
          <a:p>
            <a:pPr>
              <a:lnSpc>
                <a:spcPct val="100000"/>
              </a:lnSpc>
            </a:pPr>
            <a:r>
              <a:rPr lang="en-GB" sz="1400" b="0" strike="noStrike" spc="-1">
                <a:solidFill>
                  <a:srgbClr val="D4D4D4"/>
                </a:solidFill>
                <a:latin typeface="Menlo"/>
              </a:rPr>
              <a:t>  { </a:t>
            </a:r>
            <a:r>
              <a:rPr lang="en-GB" sz="1400" b="0" strike="noStrike" spc="-1">
                <a:solidFill>
                  <a:srgbClr val="9CDCFE"/>
                </a:solidFill>
                <a:latin typeface="Menlo"/>
              </a:rPr>
              <a:t>$project:</a:t>
            </a:r>
            <a:r>
              <a:rPr lang="en-GB" sz="1400" b="0" strike="noStrike" spc="-1">
                <a:solidFill>
                  <a:srgbClr val="D4D4D4"/>
                </a:solidFill>
                <a:latin typeface="Menlo"/>
              </a:rPr>
              <a:t> { </a:t>
            </a:r>
            <a:r>
              <a:rPr lang="en-GB" sz="1400" b="0" strike="noStrike" spc="-1">
                <a:solidFill>
                  <a:srgbClr val="9CDCFE"/>
                </a:solidFill>
                <a:latin typeface="Menlo"/>
              </a:rPr>
              <a:t>name:</a:t>
            </a:r>
            <a:r>
              <a:rPr lang="en-GB" sz="1400" b="0" strike="noStrike" spc="-1">
                <a:solidFill>
                  <a:srgbClr val="D4D4D4"/>
                </a:solidFill>
                <a:latin typeface="Menlo"/>
              </a:rPr>
              <a:t> </a:t>
            </a:r>
            <a:r>
              <a:rPr lang="en-GB" sz="1400" b="0" strike="noStrike" spc="-1">
                <a:solidFill>
                  <a:srgbClr val="B5CEA8"/>
                </a:solidFill>
                <a:latin typeface="Menlo"/>
              </a:rPr>
              <a:t>1</a:t>
            </a:r>
            <a:r>
              <a:rPr lang="en-GB" sz="1400" b="0" strike="noStrike" spc="-1">
                <a:solidFill>
                  <a:srgbClr val="D4D4D4"/>
                </a:solidFill>
                <a:latin typeface="Menlo"/>
              </a:rPr>
              <a:t>, </a:t>
            </a:r>
            <a:r>
              <a:rPr lang="en-GB" sz="1400" b="0" strike="noStrike" spc="-1">
                <a:solidFill>
                  <a:srgbClr val="9CDCFE"/>
                </a:solidFill>
                <a:latin typeface="Menlo"/>
              </a:rPr>
              <a:t>email:</a:t>
            </a:r>
            <a:r>
              <a:rPr lang="en-GB" sz="1400" b="0" strike="noStrike" spc="-1">
                <a:solidFill>
                  <a:srgbClr val="D4D4D4"/>
                </a:solidFill>
                <a:latin typeface="Menlo"/>
              </a:rPr>
              <a:t> </a:t>
            </a:r>
            <a:r>
              <a:rPr lang="en-GB" sz="1400" b="0" strike="noStrike" spc="-1">
                <a:solidFill>
                  <a:srgbClr val="B5CEA8"/>
                </a:solidFill>
                <a:latin typeface="Menlo"/>
              </a:rPr>
              <a:t>1</a:t>
            </a:r>
            <a:r>
              <a:rPr lang="en-GB" sz="1400" b="0" strike="noStrike" spc="-1">
                <a:solidFill>
                  <a:srgbClr val="D4D4D4"/>
                </a:solidFill>
                <a:latin typeface="Menlo"/>
              </a:rPr>
              <a:t> } }</a:t>
            </a:r>
            <a:endParaRPr lang="da-DK" sz="1400" b="0" strike="noStrike" spc="-1">
              <a:solidFill>
                <a:srgbClr val="FFFFFF"/>
              </a:solidFill>
              <a:latin typeface="Arial"/>
            </a:endParaRPr>
          </a:p>
          <a:p>
            <a:pPr>
              <a:lnSpc>
                <a:spcPct val="100000"/>
              </a:lnSpc>
            </a:pPr>
            <a:r>
              <a:rPr lang="en-GB" sz="1400" b="0" strike="noStrike" spc="-1">
                <a:solidFill>
                  <a:srgbClr val="D4D4D4"/>
                </a:solidFill>
                <a:latin typeface="Menlo"/>
              </a:rPr>
              <a:t>])</a:t>
            </a:r>
            <a:endParaRPr lang="da-DK" sz="1400" b="0" strike="noStrike" spc="-1">
              <a:solidFill>
                <a:srgbClr val="FFFFFF"/>
              </a:solidFill>
              <a:latin typeface="Arial"/>
            </a:endParaRPr>
          </a:p>
        </p:txBody>
      </p:sp>
      <p:sp>
        <p:nvSpPr>
          <p:cNvPr id="262" name="Content Placeholder 2"/>
          <p:cNvSpPr/>
          <p:nvPr/>
        </p:nvSpPr>
        <p:spPr>
          <a:xfrm>
            <a:off x="414720" y="4711680"/>
            <a:ext cx="9468360" cy="1147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52000" indent="-252000">
              <a:lnSpc>
                <a:spcPct val="110000"/>
              </a:lnSpc>
              <a:buClr>
                <a:srgbClr val="000000"/>
              </a:buClr>
              <a:buFont typeface="Wingdings" charset="2"/>
              <a:buChar char=""/>
            </a:pPr>
            <a:r>
              <a:rPr lang="en-GB" sz="1400" b="0" strike="noStrike" spc="-1" dirty="0">
                <a:solidFill>
                  <a:srgbClr val="000000"/>
                </a:solidFill>
                <a:latin typeface="Helvetica Neue"/>
              </a:rPr>
              <a:t>This query finds all documents in the users collection where the age field is greater than or equal to 18</a:t>
            </a:r>
            <a:endParaRPr lang="da-DK" sz="1400" b="0" strike="noStrike" spc="-1" dirty="0">
              <a:solidFill>
                <a:srgbClr val="000000"/>
              </a:solidFill>
              <a:latin typeface="Arial"/>
            </a:endParaRPr>
          </a:p>
          <a:p>
            <a:pPr marL="252000" indent="-252000">
              <a:lnSpc>
                <a:spcPct val="110000"/>
              </a:lnSpc>
              <a:buClr>
                <a:srgbClr val="000000"/>
              </a:buClr>
              <a:buFont typeface="Wingdings" charset="2"/>
              <a:buChar char=""/>
            </a:pPr>
            <a:r>
              <a:rPr lang="en-GB" sz="1400" b="0" strike="noStrike" spc="-1" dirty="0">
                <a:solidFill>
                  <a:srgbClr val="000000"/>
                </a:solidFill>
                <a:latin typeface="Helvetica Neue"/>
              </a:rPr>
              <a:t>The $match stage filters the results based on the specified criteria</a:t>
            </a:r>
            <a:endParaRPr lang="da-DK" sz="1400" b="0" strike="noStrike" spc="-1" dirty="0">
              <a:solidFill>
                <a:srgbClr val="000000"/>
              </a:solidFill>
              <a:latin typeface="Arial"/>
            </a:endParaRPr>
          </a:p>
          <a:p>
            <a:pPr marL="252000" indent="-252000">
              <a:lnSpc>
                <a:spcPct val="110000"/>
              </a:lnSpc>
              <a:buClr>
                <a:srgbClr val="000000"/>
              </a:buClr>
              <a:buFont typeface="Wingdings" charset="2"/>
              <a:buChar char=""/>
            </a:pPr>
            <a:r>
              <a:rPr lang="en-GB" sz="1400" b="0" strike="noStrike" spc="-1" dirty="0">
                <a:solidFill>
                  <a:srgbClr val="000000"/>
                </a:solidFill>
                <a:latin typeface="Helvetica Neue"/>
              </a:rPr>
              <a:t>The $project stage selects the name and email fields to include in the query results</a:t>
            </a:r>
            <a:endParaRPr lang="da-DK" sz="1400" b="0" strike="noStrike" spc="-1" dirty="0">
              <a:solidFill>
                <a:srgbClr val="000000"/>
              </a:solidFill>
              <a:latin typeface="Arial"/>
            </a:endParaRPr>
          </a:p>
        </p:txBody>
      </p:sp>
      <p:sp>
        <p:nvSpPr>
          <p:cNvPr id="5" name="PlaceHolder 4"/>
          <p:cNvSpPr>
            <a:spLocks noGrp="1"/>
          </p:cNvSpPr>
          <p:nvPr>
            <p:ph type="sldNum" idx="4"/>
          </p:nvPr>
        </p:nvSpPr>
        <p:spPr/>
        <p:txBody>
          <a:bodyPr/>
          <a:lstStyle/>
          <a:p>
            <a:fld id="{956346F5-43B6-41ED-A8F7-7CBF39FFB79C}" type="slidenum">
              <a:rPr/>
              <a:t>32</a:t>
            </a:fld>
            <a:endParaRPr/>
          </a:p>
        </p:txBody>
      </p:sp>
      <p:sp>
        <p:nvSpPr>
          <p:cNvPr id="6" name="PlaceHolder 5"/>
          <p:cNvSpPr>
            <a:spLocks noGrp="1"/>
          </p:cNvSpPr>
          <p:nvPr>
            <p:ph type="dt" idx="2"/>
          </p:nvPr>
        </p:nvSpPr>
        <p:spPr/>
        <p:txBody>
          <a:bodyPr/>
          <a:lstStyle/>
          <a:p>
            <a:fld id="{67BBEE73-34C3-473E-ABFE-BCF9EB77757E}" type="datetime1">
              <a:rPr lang="da-DK"/>
              <a:t>18.09.2024</a:t>
            </a:fld>
            <a:endParaRPr lang="da-DK"/>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PlaceHolder 1"/>
          <p:cNvSpPr>
            <a:spLocks noGrp="1"/>
          </p:cNvSpPr>
          <p:nvPr>
            <p:ph type="title"/>
          </p:nvPr>
        </p:nvSpPr>
        <p:spPr>
          <a:xfrm>
            <a:off x="414720" y="999000"/>
            <a:ext cx="10952280" cy="114732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a:solidFill>
                  <a:srgbClr val="000000"/>
                </a:solidFill>
                <a:latin typeface="Arial"/>
              </a:rPr>
              <a:t>Sorting Data with Aggregation Pipeline</a:t>
            </a:r>
            <a:endParaRPr lang="en-US" sz="3600" b="0" strike="noStrike" spc="-1">
              <a:solidFill>
                <a:srgbClr val="000000"/>
              </a:solidFill>
              <a:latin typeface="Arial"/>
            </a:endParaRPr>
          </a:p>
        </p:txBody>
      </p:sp>
      <p:sp>
        <p:nvSpPr>
          <p:cNvPr id="264" name="PlaceHolder 2"/>
          <p:cNvSpPr>
            <a:spLocks noGrp="1"/>
          </p:cNvSpPr>
          <p:nvPr>
            <p:ph/>
          </p:nvPr>
        </p:nvSpPr>
        <p:spPr>
          <a:xfrm>
            <a:off x="414720" y="2224440"/>
            <a:ext cx="9468360" cy="879120"/>
          </a:xfrm>
          <a:prstGeom prst="rect">
            <a:avLst/>
          </a:prstGeom>
          <a:noFill/>
          <a:ln w="0">
            <a:noFill/>
          </a:ln>
        </p:spPr>
        <p:txBody>
          <a:bodyPr lIns="0" tIns="0" rIns="0" bIns="0" anchor="t">
            <a:noAutofit/>
          </a:bodyPr>
          <a:lstStyle/>
          <a:p>
            <a:pPr marL="252000" indent="-252000">
              <a:lnSpc>
                <a:spcPct val="110000"/>
              </a:lnSpc>
              <a:buClr>
                <a:srgbClr val="000000"/>
              </a:buClr>
              <a:buFont typeface="Wingdings" charset="2"/>
              <a:buChar char=""/>
            </a:pPr>
            <a:r>
              <a:rPr lang="en-GB" sz="1400" b="0" strike="noStrike" spc="-1">
                <a:solidFill>
                  <a:srgbClr val="000000"/>
                </a:solidFill>
                <a:latin typeface="Helvetica Neue"/>
              </a:rPr>
              <a:t>Sorting data with the Aggregation Pipeline involves specifying a field to sort by, as well as the order (ascending or descending)</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The $sort stage is used to sort the documents based on the specified criteria</a:t>
            </a:r>
            <a:endParaRPr lang="en-US" sz="1400" b="0" strike="noStrike" spc="-1">
              <a:solidFill>
                <a:srgbClr val="000000"/>
              </a:solidFill>
              <a:latin typeface="Arial"/>
            </a:endParaRPr>
          </a:p>
        </p:txBody>
      </p:sp>
      <p:sp>
        <p:nvSpPr>
          <p:cNvPr id="265" name="PlaceHolder 3"/>
          <p:cNvSpPr>
            <a:spLocks noGrp="1"/>
          </p:cNvSpPr>
          <p:nvPr>
            <p:ph type="ftr" idx="34"/>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266" name="Rectangle 6"/>
          <p:cNvSpPr/>
          <p:nvPr/>
        </p:nvSpPr>
        <p:spPr>
          <a:xfrm>
            <a:off x="1693331" y="3337088"/>
            <a:ext cx="7760160" cy="879120"/>
          </a:xfrm>
          <a:prstGeom prst="rect">
            <a:avLst/>
          </a:prstGeom>
          <a:solidFill>
            <a:schemeClr val="tx1">
              <a:lumMod val="85000"/>
              <a:lumOff val="15000"/>
            </a:schemeClr>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72000" tIns="72000" rIns="72000" bIns="72000" anchor="t">
            <a:noAutofit/>
          </a:bodyPr>
          <a:lstStyle/>
          <a:p>
            <a:pPr>
              <a:lnSpc>
                <a:spcPct val="100000"/>
              </a:lnSpc>
            </a:pPr>
            <a:r>
              <a:rPr lang="en-GB" sz="1400" b="0" strike="noStrike" spc="-1" dirty="0" err="1">
                <a:solidFill>
                  <a:srgbClr val="9CDCFE"/>
                </a:solidFill>
                <a:latin typeface="Menlo"/>
              </a:rPr>
              <a:t>db</a:t>
            </a:r>
            <a:r>
              <a:rPr lang="en-GB" sz="1400" b="0" strike="noStrike" spc="-1" dirty="0" err="1">
                <a:solidFill>
                  <a:srgbClr val="D4D4D4"/>
                </a:solidFill>
                <a:latin typeface="Menlo"/>
              </a:rPr>
              <a:t>.</a:t>
            </a:r>
            <a:r>
              <a:rPr lang="en-GB" sz="1400" b="0" strike="noStrike" spc="-1" dirty="0" err="1">
                <a:solidFill>
                  <a:srgbClr val="9CDCFE"/>
                </a:solidFill>
                <a:latin typeface="Menlo"/>
              </a:rPr>
              <a:t>users</a:t>
            </a:r>
            <a:r>
              <a:rPr lang="en-GB" sz="1400" b="0" strike="noStrike" spc="-1" dirty="0" err="1">
                <a:solidFill>
                  <a:srgbClr val="D4D4D4"/>
                </a:solidFill>
                <a:latin typeface="Menlo"/>
              </a:rPr>
              <a:t>.</a:t>
            </a:r>
            <a:r>
              <a:rPr lang="en-GB" sz="1400" b="0" strike="noStrike" spc="-1" dirty="0" err="1">
                <a:solidFill>
                  <a:srgbClr val="DCDCAA"/>
                </a:solidFill>
                <a:latin typeface="Menlo"/>
              </a:rPr>
              <a:t>aggregate</a:t>
            </a:r>
            <a:r>
              <a:rPr lang="en-GB" sz="1400" b="0" strike="noStrike" spc="-1" dirty="0">
                <a:solidFill>
                  <a:srgbClr val="D4D4D4"/>
                </a:solidFill>
                <a:latin typeface="Menlo"/>
              </a:rPr>
              <a:t>([</a:t>
            </a:r>
            <a:endParaRPr lang="da-DK" sz="1400" b="0" strike="noStrike" spc="-1" dirty="0">
              <a:solidFill>
                <a:srgbClr val="FFFFFF"/>
              </a:solidFill>
              <a:latin typeface="Arial"/>
            </a:endParaRPr>
          </a:p>
          <a:p>
            <a:pPr>
              <a:lnSpc>
                <a:spcPct val="100000"/>
              </a:lnSpc>
            </a:pPr>
            <a:r>
              <a:rPr lang="en-GB" sz="1400" b="0" strike="noStrike" spc="-1" dirty="0">
                <a:solidFill>
                  <a:srgbClr val="D4D4D4"/>
                </a:solidFill>
                <a:latin typeface="Menlo"/>
              </a:rPr>
              <a:t>  { </a:t>
            </a:r>
            <a:r>
              <a:rPr lang="en-GB" sz="1400" b="0" strike="noStrike" spc="-1" dirty="0">
                <a:solidFill>
                  <a:srgbClr val="9CDCFE"/>
                </a:solidFill>
                <a:latin typeface="Menlo"/>
              </a:rPr>
              <a:t>$sort:</a:t>
            </a:r>
            <a:r>
              <a:rPr lang="en-GB" sz="1400" b="0" strike="noStrike" spc="-1" dirty="0">
                <a:solidFill>
                  <a:srgbClr val="D4D4D4"/>
                </a:solidFill>
                <a:latin typeface="Menlo"/>
              </a:rPr>
              <a:t> { </a:t>
            </a:r>
            <a:r>
              <a:rPr lang="en-GB" sz="1400" b="0" strike="noStrike" spc="-1" dirty="0">
                <a:solidFill>
                  <a:srgbClr val="9CDCFE"/>
                </a:solidFill>
                <a:latin typeface="Menlo"/>
              </a:rPr>
              <a:t>name:</a:t>
            </a:r>
            <a:r>
              <a:rPr lang="en-GB" sz="1400" b="0" strike="noStrike" spc="-1" dirty="0">
                <a:solidFill>
                  <a:srgbClr val="D4D4D4"/>
                </a:solidFill>
                <a:latin typeface="Menlo"/>
              </a:rPr>
              <a:t> </a:t>
            </a:r>
            <a:r>
              <a:rPr lang="en-GB" sz="1400" b="0" strike="noStrike" spc="-1" dirty="0">
                <a:solidFill>
                  <a:srgbClr val="B5CEA8"/>
                </a:solidFill>
                <a:latin typeface="Menlo"/>
              </a:rPr>
              <a:t>1</a:t>
            </a:r>
            <a:r>
              <a:rPr lang="en-GB" sz="1400" b="0" strike="noStrike" spc="-1" dirty="0">
                <a:solidFill>
                  <a:srgbClr val="D4D4D4"/>
                </a:solidFill>
                <a:latin typeface="Menlo"/>
              </a:rPr>
              <a:t> } }</a:t>
            </a:r>
            <a:endParaRPr lang="da-DK" sz="1400" b="0" strike="noStrike" spc="-1" dirty="0">
              <a:solidFill>
                <a:srgbClr val="FFFFFF"/>
              </a:solidFill>
              <a:latin typeface="Arial"/>
            </a:endParaRPr>
          </a:p>
          <a:p>
            <a:pPr>
              <a:lnSpc>
                <a:spcPct val="100000"/>
              </a:lnSpc>
            </a:pPr>
            <a:r>
              <a:rPr lang="en-GB" sz="1400" b="0" strike="noStrike" spc="-1" dirty="0">
                <a:solidFill>
                  <a:srgbClr val="D4D4D4"/>
                </a:solidFill>
                <a:latin typeface="Menlo"/>
              </a:rPr>
              <a:t>])</a:t>
            </a:r>
            <a:endParaRPr lang="da-DK" sz="1400" b="0" strike="noStrike" spc="-1" dirty="0">
              <a:solidFill>
                <a:srgbClr val="FFFFFF"/>
              </a:solidFill>
              <a:latin typeface="Arial"/>
            </a:endParaRPr>
          </a:p>
        </p:txBody>
      </p:sp>
      <p:sp>
        <p:nvSpPr>
          <p:cNvPr id="267" name="Content Placeholder 2"/>
          <p:cNvSpPr/>
          <p:nvPr/>
        </p:nvSpPr>
        <p:spPr>
          <a:xfrm>
            <a:off x="414720" y="4495564"/>
            <a:ext cx="9468360" cy="1147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52000" indent="-252000">
              <a:lnSpc>
                <a:spcPct val="110000"/>
              </a:lnSpc>
              <a:buClr>
                <a:srgbClr val="000000"/>
              </a:buClr>
              <a:buFont typeface="Wingdings" charset="2"/>
              <a:buChar char=""/>
            </a:pPr>
            <a:r>
              <a:rPr lang="en-GB" sz="1400" b="0" strike="noStrike" spc="-1" dirty="0">
                <a:solidFill>
                  <a:srgbClr val="000000"/>
                </a:solidFill>
                <a:latin typeface="Helvetica Neue"/>
              </a:rPr>
              <a:t>This query sorts all documents in the users collection by the name field in ascending order (1 means ascending, -1 means descending)</a:t>
            </a:r>
            <a:endParaRPr lang="da-DK" sz="1400" b="0" strike="noStrike" spc="-1" dirty="0">
              <a:solidFill>
                <a:srgbClr val="000000"/>
              </a:solidFill>
              <a:latin typeface="Arial"/>
            </a:endParaRPr>
          </a:p>
          <a:p>
            <a:pPr marL="252000" indent="-252000">
              <a:lnSpc>
                <a:spcPct val="110000"/>
              </a:lnSpc>
              <a:buClr>
                <a:srgbClr val="000000"/>
              </a:buClr>
              <a:buFont typeface="Wingdings" charset="2"/>
              <a:buChar char=""/>
            </a:pPr>
            <a:r>
              <a:rPr lang="en-GB" sz="1400" b="0" strike="noStrike" spc="-1" dirty="0">
                <a:solidFill>
                  <a:srgbClr val="000000"/>
                </a:solidFill>
                <a:latin typeface="Helvetica Neue"/>
              </a:rPr>
              <a:t>The $sort stage sorts the results based on the specified criteria</a:t>
            </a:r>
            <a:endParaRPr lang="da-DK" sz="1400" b="0" strike="noStrike" spc="-1" dirty="0">
              <a:solidFill>
                <a:srgbClr val="000000"/>
              </a:solidFill>
              <a:latin typeface="Arial"/>
            </a:endParaRPr>
          </a:p>
        </p:txBody>
      </p:sp>
      <p:sp>
        <p:nvSpPr>
          <p:cNvPr id="5" name="PlaceHolder 4"/>
          <p:cNvSpPr>
            <a:spLocks noGrp="1"/>
          </p:cNvSpPr>
          <p:nvPr>
            <p:ph type="sldNum" idx="4"/>
          </p:nvPr>
        </p:nvSpPr>
        <p:spPr/>
        <p:txBody>
          <a:bodyPr/>
          <a:lstStyle/>
          <a:p>
            <a:fld id="{6BD8EFA5-23D5-4BB0-AB93-E707B589594C}" type="slidenum">
              <a:rPr/>
              <a:t>33</a:t>
            </a:fld>
            <a:endParaRPr/>
          </a:p>
        </p:txBody>
      </p:sp>
      <p:sp>
        <p:nvSpPr>
          <p:cNvPr id="6" name="PlaceHolder 5"/>
          <p:cNvSpPr>
            <a:spLocks noGrp="1"/>
          </p:cNvSpPr>
          <p:nvPr>
            <p:ph type="dt" idx="2"/>
          </p:nvPr>
        </p:nvSpPr>
        <p:spPr/>
        <p:txBody>
          <a:bodyPr/>
          <a:lstStyle/>
          <a:p>
            <a:fld id="{38C14E47-77B5-4FFA-BF11-F45F921D1419}" type="datetime1">
              <a:rPr lang="da-DK"/>
              <a:t>18.09.2024</a:t>
            </a:fld>
            <a:endParaRPr lang="da-DK"/>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 name="PlaceHolder 1"/>
          <p:cNvSpPr>
            <a:spLocks noGrp="1"/>
          </p:cNvSpPr>
          <p:nvPr>
            <p:ph type="title"/>
          </p:nvPr>
        </p:nvSpPr>
        <p:spPr>
          <a:xfrm>
            <a:off x="414720" y="999000"/>
            <a:ext cx="10952280" cy="114732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a:solidFill>
                  <a:srgbClr val="000000"/>
                </a:solidFill>
                <a:latin typeface="Arial"/>
              </a:rPr>
              <a:t>Grouping and Aggregating Data with Aggregation Pipeline</a:t>
            </a:r>
            <a:endParaRPr lang="en-US" sz="3600" b="0" strike="noStrike" spc="-1">
              <a:solidFill>
                <a:srgbClr val="000000"/>
              </a:solidFill>
              <a:latin typeface="Arial"/>
            </a:endParaRPr>
          </a:p>
        </p:txBody>
      </p:sp>
      <p:sp>
        <p:nvSpPr>
          <p:cNvPr id="269" name="PlaceHolder 2"/>
          <p:cNvSpPr>
            <a:spLocks noGrp="1"/>
          </p:cNvSpPr>
          <p:nvPr>
            <p:ph/>
          </p:nvPr>
        </p:nvSpPr>
        <p:spPr>
          <a:xfrm>
            <a:off x="414720" y="2224440"/>
            <a:ext cx="9468360" cy="879120"/>
          </a:xfrm>
          <a:prstGeom prst="rect">
            <a:avLst/>
          </a:prstGeom>
          <a:noFill/>
          <a:ln w="0">
            <a:noFill/>
          </a:ln>
        </p:spPr>
        <p:txBody>
          <a:bodyPr lIns="0" tIns="0" rIns="0" bIns="0" anchor="t">
            <a:noAutofit/>
          </a:bodyPr>
          <a:lstStyle/>
          <a:p>
            <a:pPr marL="252000" indent="-252000">
              <a:lnSpc>
                <a:spcPct val="110000"/>
              </a:lnSpc>
              <a:buClr>
                <a:srgbClr val="000000"/>
              </a:buClr>
              <a:buFont typeface="Wingdings" charset="2"/>
              <a:buChar char=""/>
            </a:pPr>
            <a:r>
              <a:rPr lang="en-GB" sz="1400" b="0" strike="noStrike" spc="-1">
                <a:solidFill>
                  <a:srgbClr val="000000"/>
                </a:solidFill>
                <a:latin typeface="Helvetica Neue"/>
              </a:rPr>
              <a:t>Grouping and aggregating data with the Aggregation Pipeline involves grouping documents by a certain field and then applying an aggregation function to the grouped data</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The $group stage is used to group documents based on the specified criteria</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Examples of aggregation functions include $sum, $avg, $min, $max, $first, and $last</a:t>
            </a:r>
            <a:endParaRPr lang="en-US" sz="1400" b="0" strike="noStrike" spc="-1">
              <a:solidFill>
                <a:srgbClr val="000000"/>
              </a:solidFill>
              <a:latin typeface="Arial"/>
            </a:endParaRPr>
          </a:p>
        </p:txBody>
      </p:sp>
      <p:sp>
        <p:nvSpPr>
          <p:cNvPr id="270" name="PlaceHolder 3"/>
          <p:cNvSpPr>
            <a:spLocks noGrp="1"/>
          </p:cNvSpPr>
          <p:nvPr>
            <p:ph type="ftr" idx="35"/>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271" name="Rectangle 6"/>
          <p:cNvSpPr/>
          <p:nvPr/>
        </p:nvSpPr>
        <p:spPr>
          <a:xfrm>
            <a:off x="1701720" y="3585060"/>
            <a:ext cx="7760160" cy="879120"/>
          </a:xfrm>
          <a:prstGeom prst="rect">
            <a:avLst/>
          </a:prstGeom>
          <a:solidFill>
            <a:schemeClr val="tx1">
              <a:lumMod val="85000"/>
              <a:lumOff val="15000"/>
            </a:schemeClr>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72000" tIns="72000" rIns="72000" bIns="72000" anchor="t">
            <a:noAutofit/>
          </a:bodyPr>
          <a:lstStyle/>
          <a:p>
            <a:pPr>
              <a:lnSpc>
                <a:spcPct val="100000"/>
              </a:lnSpc>
            </a:pPr>
            <a:r>
              <a:rPr lang="en-GB" sz="1400" b="0" strike="noStrike" spc="-1" dirty="0" err="1">
                <a:solidFill>
                  <a:srgbClr val="9CDCFE"/>
                </a:solidFill>
                <a:latin typeface="Menlo"/>
              </a:rPr>
              <a:t>db</a:t>
            </a:r>
            <a:r>
              <a:rPr lang="en-GB" sz="1400" b="0" strike="noStrike" spc="-1" dirty="0" err="1">
                <a:solidFill>
                  <a:srgbClr val="D4D4D4"/>
                </a:solidFill>
                <a:latin typeface="Menlo"/>
              </a:rPr>
              <a:t>.</a:t>
            </a:r>
            <a:r>
              <a:rPr lang="en-GB" sz="1400" b="0" strike="noStrike" spc="-1" dirty="0" err="1">
                <a:solidFill>
                  <a:srgbClr val="9CDCFE"/>
                </a:solidFill>
                <a:latin typeface="Menlo"/>
              </a:rPr>
              <a:t>sales</a:t>
            </a:r>
            <a:r>
              <a:rPr lang="en-GB" sz="1400" b="0" strike="noStrike" spc="-1" dirty="0" err="1">
                <a:solidFill>
                  <a:srgbClr val="D4D4D4"/>
                </a:solidFill>
                <a:latin typeface="Menlo"/>
              </a:rPr>
              <a:t>.</a:t>
            </a:r>
            <a:r>
              <a:rPr lang="en-GB" sz="1400" b="0" strike="noStrike" spc="-1" dirty="0" err="1">
                <a:solidFill>
                  <a:srgbClr val="DCDCAA"/>
                </a:solidFill>
                <a:latin typeface="Menlo"/>
              </a:rPr>
              <a:t>aggregate</a:t>
            </a:r>
            <a:r>
              <a:rPr lang="en-GB" sz="1400" b="0" strike="noStrike" spc="-1" dirty="0">
                <a:solidFill>
                  <a:srgbClr val="D4D4D4"/>
                </a:solidFill>
                <a:latin typeface="Menlo"/>
              </a:rPr>
              <a:t>([</a:t>
            </a:r>
            <a:endParaRPr lang="da-DK" sz="1400" b="0" strike="noStrike" spc="-1" dirty="0">
              <a:solidFill>
                <a:srgbClr val="FFFFFF"/>
              </a:solidFill>
              <a:latin typeface="Arial"/>
            </a:endParaRPr>
          </a:p>
          <a:p>
            <a:pPr>
              <a:lnSpc>
                <a:spcPct val="100000"/>
              </a:lnSpc>
            </a:pPr>
            <a:r>
              <a:rPr lang="en-GB" sz="1400" b="0" strike="noStrike" spc="-1" dirty="0">
                <a:solidFill>
                  <a:srgbClr val="D4D4D4"/>
                </a:solidFill>
                <a:latin typeface="Menlo"/>
              </a:rPr>
              <a:t>  { </a:t>
            </a:r>
            <a:r>
              <a:rPr lang="en-GB" sz="1400" b="0" strike="noStrike" spc="-1" dirty="0">
                <a:solidFill>
                  <a:srgbClr val="9CDCFE"/>
                </a:solidFill>
                <a:latin typeface="Menlo"/>
              </a:rPr>
              <a:t>$group:</a:t>
            </a:r>
            <a:r>
              <a:rPr lang="en-GB" sz="1400" b="0" strike="noStrike" spc="-1" dirty="0">
                <a:solidFill>
                  <a:srgbClr val="D4D4D4"/>
                </a:solidFill>
                <a:latin typeface="Menlo"/>
              </a:rPr>
              <a:t> { </a:t>
            </a:r>
            <a:r>
              <a:rPr lang="en-GB" sz="1400" b="0" strike="noStrike" spc="-1" dirty="0">
                <a:solidFill>
                  <a:srgbClr val="9CDCFE"/>
                </a:solidFill>
                <a:latin typeface="Menlo"/>
              </a:rPr>
              <a:t>_id:</a:t>
            </a:r>
            <a:r>
              <a:rPr lang="en-GB" sz="1400" b="0" strike="noStrike" spc="-1" dirty="0">
                <a:solidFill>
                  <a:srgbClr val="D4D4D4"/>
                </a:solidFill>
                <a:latin typeface="Menlo"/>
              </a:rPr>
              <a:t> </a:t>
            </a:r>
            <a:r>
              <a:rPr lang="en-GB" sz="1400" b="0" strike="noStrike" spc="-1" dirty="0">
                <a:solidFill>
                  <a:srgbClr val="CE9178"/>
                </a:solidFill>
                <a:latin typeface="Menlo"/>
              </a:rPr>
              <a:t>"$product"</a:t>
            </a:r>
            <a:r>
              <a:rPr lang="en-GB" sz="1400" b="0" strike="noStrike" spc="-1" dirty="0">
                <a:solidFill>
                  <a:srgbClr val="D4D4D4"/>
                </a:solidFill>
                <a:latin typeface="Menlo"/>
              </a:rPr>
              <a:t>, </a:t>
            </a:r>
            <a:r>
              <a:rPr lang="en-GB" sz="1400" b="0" strike="noStrike" spc="-1" dirty="0" err="1">
                <a:solidFill>
                  <a:srgbClr val="9CDCFE"/>
                </a:solidFill>
                <a:latin typeface="Menlo"/>
              </a:rPr>
              <a:t>totalSales</a:t>
            </a:r>
            <a:r>
              <a:rPr lang="en-GB" sz="1400" b="0" strike="noStrike" spc="-1" dirty="0">
                <a:solidFill>
                  <a:srgbClr val="9CDCFE"/>
                </a:solidFill>
                <a:latin typeface="Menlo"/>
              </a:rPr>
              <a:t>:</a:t>
            </a:r>
            <a:r>
              <a:rPr lang="en-GB" sz="1400" b="0" strike="noStrike" spc="-1" dirty="0">
                <a:solidFill>
                  <a:srgbClr val="D4D4D4"/>
                </a:solidFill>
                <a:latin typeface="Menlo"/>
              </a:rPr>
              <a:t> { </a:t>
            </a:r>
            <a:r>
              <a:rPr lang="en-GB" sz="1400" b="0" strike="noStrike" spc="-1" dirty="0">
                <a:solidFill>
                  <a:srgbClr val="9CDCFE"/>
                </a:solidFill>
                <a:latin typeface="Menlo"/>
              </a:rPr>
              <a:t>$sum:</a:t>
            </a:r>
            <a:r>
              <a:rPr lang="en-GB" sz="1400" b="0" strike="noStrike" spc="-1" dirty="0">
                <a:solidFill>
                  <a:srgbClr val="D4D4D4"/>
                </a:solidFill>
                <a:latin typeface="Menlo"/>
              </a:rPr>
              <a:t> </a:t>
            </a:r>
            <a:r>
              <a:rPr lang="en-GB" sz="1400" b="0" strike="noStrike" spc="-1" dirty="0">
                <a:solidFill>
                  <a:srgbClr val="CE9178"/>
                </a:solidFill>
                <a:latin typeface="Menlo"/>
              </a:rPr>
              <a:t>"$sales"</a:t>
            </a:r>
            <a:r>
              <a:rPr lang="en-GB" sz="1400" b="0" strike="noStrike" spc="-1" dirty="0">
                <a:solidFill>
                  <a:srgbClr val="D4D4D4"/>
                </a:solidFill>
                <a:latin typeface="Menlo"/>
              </a:rPr>
              <a:t> } } }</a:t>
            </a:r>
            <a:endParaRPr lang="da-DK" sz="1400" b="0" strike="noStrike" spc="-1" dirty="0">
              <a:solidFill>
                <a:srgbClr val="FFFFFF"/>
              </a:solidFill>
              <a:latin typeface="Arial"/>
            </a:endParaRPr>
          </a:p>
          <a:p>
            <a:pPr>
              <a:lnSpc>
                <a:spcPct val="100000"/>
              </a:lnSpc>
            </a:pPr>
            <a:r>
              <a:rPr lang="en-GB" sz="1400" b="0" strike="noStrike" spc="-1" dirty="0">
                <a:solidFill>
                  <a:srgbClr val="D4D4D4"/>
                </a:solidFill>
                <a:latin typeface="Menlo"/>
              </a:rPr>
              <a:t>])</a:t>
            </a:r>
            <a:endParaRPr lang="da-DK" sz="1400" b="0" strike="noStrike" spc="-1" dirty="0">
              <a:solidFill>
                <a:srgbClr val="FFFFFF"/>
              </a:solidFill>
              <a:latin typeface="Arial"/>
            </a:endParaRPr>
          </a:p>
        </p:txBody>
      </p:sp>
      <p:sp>
        <p:nvSpPr>
          <p:cNvPr id="272" name="Content Placeholder 2"/>
          <p:cNvSpPr/>
          <p:nvPr/>
        </p:nvSpPr>
        <p:spPr>
          <a:xfrm>
            <a:off x="414720" y="4624740"/>
            <a:ext cx="9468360" cy="126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52000" indent="-252000">
              <a:lnSpc>
                <a:spcPct val="150000"/>
              </a:lnSpc>
              <a:buClr>
                <a:srgbClr val="000000"/>
              </a:buClr>
              <a:buFont typeface="Wingdings" charset="2"/>
              <a:buChar char=""/>
            </a:pPr>
            <a:r>
              <a:rPr lang="en-GB" sz="1400" b="0" strike="noStrike" spc="-1" dirty="0">
                <a:solidFill>
                  <a:srgbClr val="000000"/>
                </a:solidFill>
                <a:latin typeface="Helvetica Neue"/>
              </a:rPr>
              <a:t>This query groups all documents in the sales collection by the product field</a:t>
            </a:r>
            <a:endParaRPr lang="da-DK" sz="1400" b="0" strike="noStrike" spc="-1" dirty="0">
              <a:solidFill>
                <a:srgbClr val="000000"/>
              </a:solidFill>
              <a:latin typeface="Arial"/>
            </a:endParaRPr>
          </a:p>
          <a:p>
            <a:pPr marL="252000" indent="-252000">
              <a:lnSpc>
                <a:spcPct val="150000"/>
              </a:lnSpc>
              <a:buClr>
                <a:srgbClr val="000000"/>
              </a:buClr>
              <a:buFont typeface="Wingdings" charset="2"/>
              <a:buChar char=""/>
            </a:pPr>
            <a:r>
              <a:rPr lang="en-GB" sz="1400" b="0" strike="noStrike" spc="-1" dirty="0">
                <a:solidFill>
                  <a:srgbClr val="000000"/>
                </a:solidFill>
                <a:latin typeface="Helvetica Neue"/>
              </a:rPr>
              <a:t>The $group stage groups the results based on the specified criteria</a:t>
            </a:r>
            <a:endParaRPr lang="da-DK" sz="1400" b="0" strike="noStrike" spc="-1" dirty="0">
              <a:solidFill>
                <a:srgbClr val="000000"/>
              </a:solidFill>
              <a:latin typeface="Arial"/>
            </a:endParaRPr>
          </a:p>
          <a:p>
            <a:pPr marL="252000" indent="-252000">
              <a:lnSpc>
                <a:spcPct val="150000"/>
              </a:lnSpc>
              <a:buClr>
                <a:srgbClr val="000000"/>
              </a:buClr>
              <a:buFont typeface="Wingdings" charset="2"/>
              <a:buChar char=""/>
            </a:pPr>
            <a:r>
              <a:rPr lang="en-GB" sz="1400" b="0" strike="noStrike" spc="-1" dirty="0">
                <a:solidFill>
                  <a:srgbClr val="000000"/>
                </a:solidFill>
                <a:latin typeface="Helvetica Neue"/>
              </a:rPr>
              <a:t>The $sum function is applied to the sales field to calculate the total sales for each product</a:t>
            </a:r>
            <a:endParaRPr lang="da-DK" sz="1400" b="0" strike="noStrike" spc="-1" dirty="0">
              <a:solidFill>
                <a:srgbClr val="000000"/>
              </a:solidFill>
              <a:latin typeface="Arial"/>
            </a:endParaRPr>
          </a:p>
          <a:p>
            <a:pPr marL="252000" indent="-252000">
              <a:lnSpc>
                <a:spcPct val="150000"/>
              </a:lnSpc>
              <a:buClr>
                <a:srgbClr val="000000"/>
              </a:buClr>
              <a:buFont typeface="Wingdings" charset="2"/>
              <a:buChar char=""/>
            </a:pPr>
            <a:r>
              <a:rPr lang="en-GB" sz="1400" b="0" strike="noStrike" spc="-1" dirty="0">
                <a:solidFill>
                  <a:srgbClr val="000000"/>
                </a:solidFill>
                <a:latin typeface="Helvetica Neue"/>
              </a:rPr>
              <a:t>The results include the _id field (which contains the product name) and the </a:t>
            </a:r>
            <a:r>
              <a:rPr lang="en-GB" sz="1400" b="0" strike="noStrike" spc="-1" dirty="0" err="1">
                <a:solidFill>
                  <a:srgbClr val="000000"/>
                </a:solidFill>
                <a:latin typeface="Helvetica Neue"/>
              </a:rPr>
              <a:t>totalSales</a:t>
            </a:r>
            <a:r>
              <a:rPr lang="en-GB" sz="1400" b="0" strike="noStrike" spc="-1" dirty="0">
                <a:solidFill>
                  <a:srgbClr val="000000"/>
                </a:solidFill>
                <a:latin typeface="Helvetica Neue"/>
              </a:rPr>
              <a:t> field (which contains the total sales for the product)</a:t>
            </a:r>
            <a:endParaRPr lang="da-DK" sz="1400" b="0" strike="noStrike" spc="-1" dirty="0">
              <a:solidFill>
                <a:srgbClr val="000000"/>
              </a:solidFill>
              <a:latin typeface="Arial"/>
            </a:endParaRPr>
          </a:p>
        </p:txBody>
      </p:sp>
      <p:sp>
        <p:nvSpPr>
          <p:cNvPr id="5" name="PlaceHolder 4"/>
          <p:cNvSpPr>
            <a:spLocks noGrp="1"/>
          </p:cNvSpPr>
          <p:nvPr>
            <p:ph type="sldNum" idx="4"/>
          </p:nvPr>
        </p:nvSpPr>
        <p:spPr/>
        <p:txBody>
          <a:bodyPr/>
          <a:lstStyle/>
          <a:p>
            <a:fld id="{32766324-9BBD-4479-B93C-C44A3D9A37B1}" type="slidenum">
              <a:rPr/>
              <a:t>34</a:t>
            </a:fld>
            <a:endParaRPr/>
          </a:p>
        </p:txBody>
      </p:sp>
      <p:sp>
        <p:nvSpPr>
          <p:cNvPr id="6" name="PlaceHolder 5"/>
          <p:cNvSpPr>
            <a:spLocks noGrp="1"/>
          </p:cNvSpPr>
          <p:nvPr>
            <p:ph type="dt" idx="2"/>
          </p:nvPr>
        </p:nvSpPr>
        <p:spPr/>
        <p:txBody>
          <a:bodyPr/>
          <a:lstStyle/>
          <a:p>
            <a:fld id="{9FE86335-4C00-4AA3-BE2E-8FC159FBB3E5}" type="datetime1">
              <a:rPr lang="da-DK"/>
              <a:t>18.09.2024</a:t>
            </a:fld>
            <a:endParaRPr lang="da-DK"/>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PlaceHolder 1"/>
          <p:cNvSpPr>
            <a:spLocks noGrp="1"/>
          </p:cNvSpPr>
          <p:nvPr>
            <p:ph type="title"/>
          </p:nvPr>
        </p:nvSpPr>
        <p:spPr>
          <a:xfrm>
            <a:off x="349560" y="1760400"/>
            <a:ext cx="10068480" cy="4070160"/>
          </a:xfrm>
          <a:prstGeom prst="rect">
            <a:avLst/>
          </a:prstGeom>
          <a:noFill/>
          <a:ln w="0">
            <a:noFill/>
          </a:ln>
        </p:spPr>
        <p:txBody>
          <a:bodyPr lIns="0" tIns="0" rIns="0" bIns="0" anchor="t">
            <a:noAutofit/>
          </a:bodyPr>
          <a:lstStyle/>
          <a:p>
            <a:pPr indent="0">
              <a:buNone/>
              <a:tabLst>
                <a:tab pos="1438200" algn="l"/>
              </a:tabLst>
            </a:pPr>
            <a:endParaRPr lang="en-US" sz="9400" b="1" strike="noStrike" spc="-1">
              <a:solidFill>
                <a:srgbClr val="000000"/>
              </a:solidFill>
              <a:latin typeface="Arial"/>
            </a:endParaRPr>
          </a:p>
        </p:txBody>
      </p:sp>
      <p:sp>
        <p:nvSpPr>
          <p:cNvPr id="274" name="Rektangel 3"/>
          <p:cNvSpPr/>
          <p:nvPr/>
        </p:nvSpPr>
        <p:spPr>
          <a:xfrm>
            <a:off x="0" y="0"/>
            <a:ext cx="12191760" cy="6857640"/>
          </a:xfrm>
          <a:prstGeom prst="rect">
            <a:avLst/>
          </a:prstGeom>
          <a:solidFill>
            <a:schemeClr val="accent1"/>
          </a:solidFill>
          <a:ln>
            <a:solidFill>
              <a:srgbClr val="AEB862"/>
            </a:solidFill>
          </a:ln>
        </p:spPr>
        <p:style>
          <a:lnRef idx="2">
            <a:schemeClr val="accent1">
              <a:shade val="50000"/>
            </a:schemeClr>
          </a:lnRef>
          <a:fillRef idx="1">
            <a:schemeClr val="accent1"/>
          </a:fillRef>
          <a:effectRef idx="0">
            <a:schemeClr val="accent1"/>
          </a:effectRef>
          <a:fontRef idx="minor"/>
        </p:style>
        <p:txBody>
          <a:bodyPr lIns="72000" tIns="72000" rIns="72000" bIns="72000" anchor="ctr">
            <a:noAutofit/>
          </a:bodyPr>
          <a:lstStyle/>
          <a:p>
            <a:pPr algn="ctr">
              <a:lnSpc>
                <a:spcPct val="100000"/>
              </a:lnSpc>
            </a:pPr>
            <a:r>
              <a:rPr lang="da-DK" sz="2800" b="1" strike="noStrike" spc="-1">
                <a:solidFill>
                  <a:schemeClr val="lt1"/>
                </a:solidFill>
                <a:latin typeface="Arial"/>
              </a:rPr>
              <a:t>Indexing in MongoDB</a:t>
            </a:r>
            <a:endParaRPr lang="da-DK" sz="2800" b="0" strike="noStrike" spc="-1">
              <a:solidFill>
                <a:srgbClr val="000000"/>
              </a:solidFill>
              <a:latin typeface="Arial"/>
            </a:endParaRPr>
          </a:p>
        </p:txBody>
      </p:sp>
      <p:sp>
        <p:nvSpPr>
          <p:cNvPr id="3" name="PlaceHolder 2"/>
          <p:cNvSpPr>
            <a:spLocks noGrp="1"/>
          </p:cNvSpPr>
          <p:nvPr>
            <p:ph type="dt" idx="5"/>
          </p:nvPr>
        </p:nvSpPr>
        <p:spPr>
          <a:xfrm>
            <a:off x="0" y="6912000"/>
            <a:ext cx="0" cy="0"/>
          </a:xfrm>
          <a:prstGeom prst="rect">
            <a:avLst/>
          </a:prstGeom>
          <a:noFill/>
          <a:ln w="0">
            <a:noFill/>
          </a:ln>
        </p:spPr>
        <p:txBody>
          <a:bodyPr tIns="0" bIns="0" anchor="ctr">
            <a:noAutofit/>
          </a:bodyPr>
          <a:lstStyle>
            <a:defPPr>
              <a:defRPr lang="en-DK"/>
            </a:defPPr>
            <a:lvl1pPr marL="0" indent="0" algn="l" defTabSz="914400" rtl="0" eaLnBrk="1" latinLnBrk="0" hangingPunct="1">
              <a:lnSpc>
                <a:spcPct val="100000"/>
              </a:lnSpc>
              <a:buNone/>
              <a:defRPr lang="en-GB" sz="100" b="0" strike="noStrike" kern="1200" spc="-1">
                <a:solidFill>
                  <a:srgbClr val="FFFFFF">
                    <a:alpha val="1000"/>
                  </a:srgbClr>
                </a:solidFill>
                <a:latin typeface="Arial"/>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da-DK"/>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 name="PlaceHolder 1"/>
          <p:cNvSpPr>
            <a:spLocks noGrp="1"/>
          </p:cNvSpPr>
          <p:nvPr>
            <p:ph type="title"/>
          </p:nvPr>
        </p:nvSpPr>
        <p:spPr>
          <a:xfrm>
            <a:off x="414720" y="999000"/>
            <a:ext cx="10952280" cy="114732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a:solidFill>
                  <a:srgbClr val="000000"/>
                </a:solidFill>
                <a:latin typeface="Arial"/>
              </a:rPr>
              <a:t>Improving Query Performance with Indexes</a:t>
            </a:r>
            <a:endParaRPr lang="en-US" sz="3600" b="0" strike="noStrike" spc="-1">
              <a:solidFill>
                <a:srgbClr val="000000"/>
              </a:solidFill>
              <a:latin typeface="Arial"/>
            </a:endParaRPr>
          </a:p>
        </p:txBody>
      </p:sp>
      <p:sp>
        <p:nvSpPr>
          <p:cNvPr id="276" name="PlaceHolder 2"/>
          <p:cNvSpPr>
            <a:spLocks noGrp="1"/>
          </p:cNvSpPr>
          <p:nvPr>
            <p:ph/>
          </p:nvPr>
        </p:nvSpPr>
        <p:spPr>
          <a:xfrm>
            <a:off x="414720" y="1820880"/>
            <a:ext cx="9468360" cy="1812600"/>
          </a:xfrm>
          <a:prstGeom prst="rect">
            <a:avLst/>
          </a:prstGeom>
          <a:noFill/>
          <a:ln w="0">
            <a:noFill/>
          </a:ln>
        </p:spPr>
        <p:txBody>
          <a:bodyPr lIns="0" tIns="0" rIns="0" bIns="0" anchor="t">
            <a:noAutofit/>
          </a:bodyPr>
          <a:lstStyle/>
          <a:p>
            <a:pPr marL="252000" indent="-252000">
              <a:lnSpc>
                <a:spcPct val="110000"/>
              </a:lnSpc>
              <a:buClr>
                <a:srgbClr val="000000"/>
              </a:buClr>
              <a:buFont typeface="Wingdings" charset="2"/>
              <a:buChar char=""/>
            </a:pPr>
            <a:r>
              <a:rPr lang="en-GB" sz="1400" b="0" strike="noStrike" spc="-1">
                <a:solidFill>
                  <a:srgbClr val="000000"/>
                </a:solidFill>
                <a:latin typeface="Helvetica Neue"/>
              </a:rPr>
              <a:t>Indexing is an important technique for improving query performance in MongoDB</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Indexes are data structures that provide quick access to data based on the values of specific fields</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Without indexes, MongoDB must perform a full collection scan to find matching documents, which can be slow and inefficient for large collections</a:t>
            </a:r>
            <a:endParaRPr lang="en-US" sz="1400" b="0" strike="noStrike" spc="-1">
              <a:solidFill>
                <a:srgbClr val="000000"/>
              </a:solidFill>
              <a:latin typeface="Arial"/>
            </a:endParaRPr>
          </a:p>
        </p:txBody>
      </p:sp>
      <p:sp>
        <p:nvSpPr>
          <p:cNvPr id="277" name="PlaceHolder 3"/>
          <p:cNvSpPr>
            <a:spLocks noGrp="1"/>
          </p:cNvSpPr>
          <p:nvPr>
            <p:ph type="ftr" idx="36"/>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5" name="PlaceHolder 4"/>
          <p:cNvSpPr>
            <a:spLocks noGrp="1"/>
          </p:cNvSpPr>
          <p:nvPr>
            <p:ph type="sldNum" idx="4"/>
          </p:nvPr>
        </p:nvSpPr>
        <p:spPr/>
        <p:txBody>
          <a:bodyPr/>
          <a:lstStyle/>
          <a:p>
            <a:fld id="{5FB066BA-3BEB-489E-8F33-FC028AC62A99}" type="slidenum">
              <a:t>36</a:t>
            </a:fld>
            <a:endParaRPr/>
          </a:p>
        </p:txBody>
      </p:sp>
      <p:sp>
        <p:nvSpPr>
          <p:cNvPr id="6" name="PlaceHolder 5"/>
          <p:cNvSpPr>
            <a:spLocks noGrp="1"/>
          </p:cNvSpPr>
          <p:nvPr>
            <p:ph type="dt" idx="2"/>
          </p:nvPr>
        </p:nvSpPr>
        <p:spPr/>
        <p:txBody>
          <a:bodyPr/>
          <a:lstStyle/>
          <a:p>
            <a:fld id="{98BE0A38-C743-45B7-9CD7-B756B28B24F8}" type="datetime1">
              <a:rPr lang="da-DK"/>
              <a:t>18.09.2024</a:t>
            </a:fld>
            <a:endParaRPr lang="da-DK"/>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PlaceHolder 1"/>
          <p:cNvSpPr>
            <a:spLocks noGrp="1"/>
          </p:cNvSpPr>
          <p:nvPr>
            <p:ph type="title"/>
          </p:nvPr>
        </p:nvSpPr>
        <p:spPr>
          <a:xfrm>
            <a:off x="414720" y="999000"/>
            <a:ext cx="10952280" cy="114732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a:solidFill>
                  <a:srgbClr val="000000"/>
                </a:solidFill>
                <a:latin typeface="Arial"/>
              </a:rPr>
              <a:t>Creating Indexes</a:t>
            </a:r>
            <a:endParaRPr lang="en-US" sz="3600" b="0" strike="noStrike" spc="-1">
              <a:solidFill>
                <a:srgbClr val="000000"/>
              </a:solidFill>
              <a:latin typeface="Arial"/>
            </a:endParaRPr>
          </a:p>
        </p:txBody>
      </p:sp>
      <p:sp>
        <p:nvSpPr>
          <p:cNvPr id="279" name="PlaceHolder 2"/>
          <p:cNvSpPr>
            <a:spLocks noGrp="1"/>
          </p:cNvSpPr>
          <p:nvPr>
            <p:ph/>
          </p:nvPr>
        </p:nvSpPr>
        <p:spPr>
          <a:xfrm>
            <a:off x="414720" y="1820880"/>
            <a:ext cx="9468360" cy="1812600"/>
          </a:xfrm>
          <a:prstGeom prst="rect">
            <a:avLst/>
          </a:prstGeom>
          <a:noFill/>
          <a:ln w="0">
            <a:noFill/>
          </a:ln>
        </p:spPr>
        <p:txBody>
          <a:bodyPr lIns="0" tIns="0" rIns="0" bIns="0" anchor="t">
            <a:noAutofit/>
          </a:bodyPr>
          <a:lstStyle/>
          <a:p>
            <a:pPr marL="252000" indent="0">
              <a:lnSpc>
                <a:spcPct val="150000"/>
              </a:lnSpc>
              <a:buNone/>
            </a:pPr>
            <a:r>
              <a:rPr lang="en-GB" sz="1400" b="0" strike="noStrike" spc="-1" dirty="0">
                <a:solidFill>
                  <a:srgbClr val="000000"/>
                </a:solidFill>
                <a:latin typeface="Helvetica Neue"/>
              </a:rPr>
              <a:t>Indexes can be created in more than one way:</a:t>
            </a:r>
            <a:endParaRPr lang="en-US" sz="1400" b="0" strike="noStrike" spc="-1" dirty="0">
              <a:solidFill>
                <a:srgbClr val="000000"/>
              </a:solidFill>
              <a:latin typeface="Arial"/>
            </a:endParaRPr>
          </a:p>
          <a:p>
            <a:pPr marL="252000" indent="-252000">
              <a:lnSpc>
                <a:spcPct val="150000"/>
              </a:lnSpc>
              <a:buClr>
                <a:srgbClr val="000000"/>
              </a:buClr>
              <a:buFont typeface="Wingdings" charset="2"/>
              <a:buChar char=""/>
            </a:pPr>
            <a:r>
              <a:rPr lang="en-GB" sz="1400" b="0" strike="noStrike" spc="-1" dirty="0">
                <a:solidFill>
                  <a:srgbClr val="000000"/>
                </a:solidFill>
                <a:latin typeface="Helvetica Neue"/>
              </a:rPr>
              <a:t>using the </a:t>
            </a:r>
            <a:r>
              <a:rPr lang="en-GB" sz="1400" b="0" strike="noStrike" spc="-1" dirty="0" err="1">
                <a:solidFill>
                  <a:srgbClr val="000000"/>
                </a:solidFill>
                <a:latin typeface="Helvetica Neue"/>
              </a:rPr>
              <a:t>createIndex</a:t>
            </a:r>
            <a:r>
              <a:rPr lang="en-GB" sz="1400" b="0" strike="noStrike" spc="-1" dirty="0">
                <a:solidFill>
                  <a:srgbClr val="000000"/>
                </a:solidFill>
                <a:latin typeface="Helvetica Neue"/>
              </a:rPr>
              <a:t>() method in the MongoDB shell or with the appropriate method in the MongoDB Node.js driver</a:t>
            </a:r>
            <a:endParaRPr lang="en-US" sz="1400" b="0" strike="noStrike" spc="-1" dirty="0">
              <a:solidFill>
                <a:srgbClr val="000000"/>
              </a:solidFill>
              <a:latin typeface="Arial"/>
            </a:endParaRPr>
          </a:p>
          <a:p>
            <a:pPr marL="252000" indent="-252000">
              <a:lnSpc>
                <a:spcPct val="150000"/>
              </a:lnSpc>
              <a:buClr>
                <a:srgbClr val="000000"/>
              </a:buClr>
              <a:buFont typeface="Wingdings" charset="2"/>
              <a:buChar char=""/>
            </a:pPr>
            <a:r>
              <a:rPr lang="en-GB" sz="1400" b="0" strike="noStrike" spc="-1" dirty="0">
                <a:solidFill>
                  <a:srgbClr val="000000"/>
                </a:solidFill>
                <a:latin typeface="Helvetica Neue"/>
              </a:rPr>
              <a:t>on individual fields or on multiple fields</a:t>
            </a:r>
            <a:endParaRPr lang="en-US" sz="1400" b="0" strike="noStrike" spc="-1" dirty="0">
              <a:solidFill>
                <a:srgbClr val="000000"/>
              </a:solidFill>
              <a:latin typeface="Arial"/>
            </a:endParaRPr>
          </a:p>
          <a:p>
            <a:pPr marL="252000" indent="-252000">
              <a:lnSpc>
                <a:spcPct val="150000"/>
              </a:lnSpc>
              <a:buClr>
                <a:srgbClr val="000000"/>
              </a:buClr>
              <a:buFont typeface="Wingdings" charset="2"/>
              <a:buChar char=""/>
            </a:pPr>
            <a:r>
              <a:rPr lang="en-GB" sz="1400" b="0" strike="noStrike" spc="-1" dirty="0">
                <a:solidFill>
                  <a:srgbClr val="000000"/>
                </a:solidFill>
                <a:latin typeface="Helvetica Neue"/>
              </a:rPr>
              <a:t>with unique constraints to prevent duplicate values</a:t>
            </a:r>
            <a:endParaRPr lang="en-US" sz="1400" b="0" strike="noStrike" spc="-1" dirty="0">
              <a:solidFill>
                <a:srgbClr val="000000"/>
              </a:solidFill>
              <a:latin typeface="Arial"/>
            </a:endParaRPr>
          </a:p>
        </p:txBody>
      </p:sp>
      <p:sp>
        <p:nvSpPr>
          <p:cNvPr id="280" name="PlaceHolder 3"/>
          <p:cNvSpPr>
            <a:spLocks noGrp="1"/>
          </p:cNvSpPr>
          <p:nvPr>
            <p:ph type="ftr" idx="37"/>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281" name="Rectangle 6"/>
          <p:cNvSpPr/>
          <p:nvPr/>
        </p:nvSpPr>
        <p:spPr>
          <a:xfrm>
            <a:off x="1701720" y="3539160"/>
            <a:ext cx="7760160" cy="401040"/>
          </a:xfrm>
          <a:prstGeom prst="rect">
            <a:avLst/>
          </a:prstGeom>
          <a:solidFill>
            <a:schemeClr val="tx1">
              <a:lumMod val="85000"/>
              <a:lumOff val="15000"/>
            </a:schemeClr>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72000" tIns="72000" rIns="72000" bIns="72000" anchor="t">
            <a:noAutofit/>
          </a:bodyPr>
          <a:lstStyle/>
          <a:p>
            <a:pPr>
              <a:lnSpc>
                <a:spcPct val="100000"/>
              </a:lnSpc>
            </a:pPr>
            <a:r>
              <a:rPr lang="en-GB" sz="1400" b="0" strike="noStrike" spc="-1" dirty="0" err="1">
                <a:solidFill>
                  <a:srgbClr val="9CDCFE"/>
                </a:solidFill>
                <a:latin typeface="Menlo"/>
              </a:rPr>
              <a:t>db</a:t>
            </a:r>
            <a:r>
              <a:rPr lang="en-GB" sz="1400" b="0" strike="noStrike" spc="-1" dirty="0" err="1">
                <a:solidFill>
                  <a:srgbClr val="D4D4D4"/>
                </a:solidFill>
                <a:latin typeface="Menlo"/>
              </a:rPr>
              <a:t>.</a:t>
            </a:r>
            <a:r>
              <a:rPr lang="en-GB" sz="1400" b="0" strike="noStrike" spc="-1" dirty="0" err="1">
                <a:solidFill>
                  <a:srgbClr val="9CDCFE"/>
                </a:solidFill>
                <a:latin typeface="Menlo"/>
              </a:rPr>
              <a:t>users</a:t>
            </a:r>
            <a:r>
              <a:rPr lang="en-GB" sz="1400" b="0" strike="noStrike" spc="-1" dirty="0" err="1">
                <a:solidFill>
                  <a:srgbClr val="D4D4D4"/>
                </a:solidFill>
                <a:latin typeface="Menlo"/>
              </a:rPr>
              <a:t>.</a:t>
            </a:r>
            <a:r>
              <a:rPr lang="en-GB" sz="1400" b="0" strike="noStrike" spc="-1" dirty="0" err="1">
                <a:solidFill>
                  <a:srgbClr val="DCDCAA"/>
                </a:solidFill>
                <a:latin typeface="Menlo"/>
              </a:rPr>
              <a:t>createIndex</a:t>
            </a:r>
            <a:r>
              <a:rPr lang="en-GB" sz="1400" b="0" strike="noStrike" spc="-1" dirty="0">
                <a:solidFill>
                  <a:srgbClr val="D4D4D4"/>
                </a:solidFill>
                <a:latin typeface="Menlo"/>
              </a:rPr>
              <a:t>({ </a:t>
            </a:r>
            <a:r>
              <a:rPr lang="en-GB" sz="1400" b="0" strike="noStrike" spc="-1" dirty="0">
                <a:solidFill>
                  <a:srgbClr val="9CDCFE"/>
                </a:solidFill>
                <a:latin typeface="Menlo"/>
              </a:rPr>
              <a:t>email:</a:t>
            </a:r>
            <a:r>
              <a:rPr lang="en-GB" sz="1400" b="0" strike="noStrike" spc="-1" dirty="0">
                <a:solidFill>
                  <a:srgbClr val="D4D4D4"/>
                </a:solidFill>
                <a:latin typeface="Menlo"/>
              </a:rPr>
              <a:t> </a:t>
            </a:r>
            <a:r>
              <a:rPr lang="en-GB" sz="1400" b="0" strike="noStrike" spc="-1" dirty="0">
                <a:solidFill>
                  <a:srgbClr val="B5CEA8"/>
                </a:solidFill>
                <a:latin typeface="Menlo"/>
              </a:rPr>
              <a:t>1</a:t>
            </a:r>
            <a:r>
              <a:rPr lang="en-GB" sz="1400" b="0" strike="noStrike" spc="-1" dirty="0">
                <a:solidFill>
                  <a:srgbClr val="D4D4D4"/>
                </a:solidFill>
                <a:latin typeface="Menlo"/>
              </a:rPr>
              <a:t> })</a:t>
            </a:r>
            <a:endParaRPr lang="da-DK" sz="1400" b="0" strike="noStrike" spc="-1" dirty="0">
              <a:solidFill>
                <a:srgbClr val="FFFFFF"/>
              </a:solidFill>
              <a:latin typeface="Arial"/>
            </a:endParaRPr>
          </a:p>
        </p:txBody>
      </p:sp>
      <p:sp>
        <p:nvSpPr>
          <p:cNvPr id="282" name="Content Placeholder 2"/>
          <p:cNvSpPr/>
          <p:nvPr/>
        </p:nvSpPr>
        <p:spPr>
          <a:xfrm>
            <a:off x="1701720" y="4230479"/>
            <a:ext cx="7760160" cy="181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52000" indent="-252000">
              <a:lnSpc>
                <a:spcPct val="110000"/>
              </a:lnSpc>
              <a:buClr>
                <a:srgbClr val="000000"/>
              </a:buClr>
              <a:buFont typeface="Wingdings" charset="2"/>
              <a:buChar char=""/>
            </a:pPr>
            <a:r>
              <a:rPr lang="en-GB" sz="1400" b="0" strike="noStrike" spc="-1" dirty="0">
                <a:solidFill>
                  <a:srgbClr val="000000"/>
                </a:solidFill>
                <a:latin typeface="Helvetica Neue"/>
              </a:rPr>
              <a:t>This query creates an index on the email field in the users collection in ascending order (1 means ascending, -1 means descending)</a:t>
            </a:r>
            <a:endParaRPr lang="da-DK" sz="1400" b="0" strike="noStrike" spc="-1" dirty="0">
              <a:solidFill>
                <a:srgbClr val="000000"/>
              </a:solidFill>
              <a:latin typeface="Arial"/>
            </a:endParaRPr>
          </a:p>
          <a:p>
            <a:pPr marL="252000" indent="-252000">
              <a:lnSpc>
                <a:spcPct val="110000"/>
              </a:lnSpc>
              <a:buClr>
                <a:srgbClr val="000000"/>
              </a:buClr>
              <a:buFont typeface="Wingdings" charset="2"/>
              <a:buChar char=""/>
            </a:pPr>
            <a:r>
              <a:rPr lang="en-GB" sz="1400" b="0" strike="noStrike" spc="-1" dirty="0">
                <a:solidFill>
                  <a:srgbClr val="000000"/>
                </a:solidFill>
                <a:latin typeface="Helvetica Neue"/>
              </a:rPr>
              <a:t>The </a:t>
            </a:r>
            <a:r>
              <a:rPr lang="en-GB" sz="1400" b="0" strike="noStrike" spc="-1" dirty="0" err="1">
                <a:solidFill>
                  <a:srgbClr val="000000"/>
                </a:solidFill>
                <a:latin typeface="Helvetica Neue"/>
              </a:rPr>
              <a:t>createIndex</a:t>
            </a:r>
            <a:r>
              <a:rPr lang="en-GB" sz="1400" b="0" strike="noStrike" spc="-1" dirty="0">
                <a:solidFill>
                  <a:srgbClr val="000000"/>
                </a:solidFill>
                <a:latin typeface="Helvetica Neue"/>
              </a:rPr>
              <a:t>() method is used to create the index</a:t>
            </a:r>
            <a:endParaRPr lang="da-DK" sz="1400" b="0" strike="noStrike" spc="-1" dirty="0">
              <a:solidFill>
                <a:srgbClr val="000000"/>
              </a:solidFill>
              <a:latin typeface="Arial"/>
            </a:endParaRPr>
          </a:p>
        </p:txBody>
      </p:sp>
      <p:sp>
        <p:nvSpPr>
          <p:cNvPr id="5" name="PlaceHolder 4"/>
          <p:cNvSpPr>
            <a:spLocks noGrp="1"/>
          </p:cNvSpPr>
          <p:nvPr>
            <p:ph type="sldNum" idx="4"/>
          </p:nvPr>
        </p:nvSpPr>
        <p:spPr/>
        <p:txBody>
          <a:bodyPr/>
          <a:lstStyle/>
          <a:p>
            <a:fld id="{DCB0A2C3-18F3-4B25-B1AF-3706385DAF69}" type="slidenum">
              <a:rPr/>
              <a:t>37</a:t>
            </a:fld>
            <a:endParaRPr/>
          </a:p>
        </p:txBody>
      </p:sp>
      <p:sp>
        <p:nvSpPr>
          <p:cNvPr id="6" name="PlaceHolder 5"/>
          <p:cNvSpPr>
            <a:spLocks noGrp="1"/>
          </p:cNvSpPr>
          <p:nvPr>
            <p:ph type="dt" idx="2"/>
          </p:nvPr>
        </p:nvSpPr>
        <p:spPr/>
        <p:txBody>
          <a:bodyPr/>
          <a:lstStyle/>
          <a:p>
            <a:fld id="{F84CE713-D5C4-4E2A-A87E-94E6687FBA49}" type="datetime1">
              <a:rPr lang="da-DK"/>
              <a:t>18.09.2024</a:t>
            </a:fld>
            <a:endParaRPr lang="da-DK"/>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 name="PlaceHolder 1"/>
          <p:cNvSpPr>
            <a:spLocks noGrp="1"/>
          </p:cNvSpPr>
          <p:nvPr>
            <p:ph type="title"/>
          </p:nvPr>
        </p:nvSpPr>
        <p:spPr>
          <a:xfrm>
            <a:off x="414720" y="999000"/>
            <a:ext cx="10952280" cy="114732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a:solidFill>
                  <a:srgbClr val="000000"/>
                </a:solidFill>
                <a:latin typeface="Arial"/>
              </a:rPr>
              <a:t>Managing Indexes</a:t>
            </a:r>
            <a:endParaRPr lang="en-US" sz="3600" b="0" strike="noStrike" spc="-1">
              <a:solidFill>
                <a:srgbClr val="000000"/>
              </a:solidFill>
              <a:latin typeface="Arial"/>
            </a:endParaRPr>
          </a:p>
        </p:txBody>
      </p:sp>
      <p:sp>
        <p:nvSpPr>
          <p:cNvPr id="284" name="PlaceHolder 2"/>
          <p:cNvSpPr>
            <a:spLocks noGrp="1"/>
          </p:cNvSpPr>
          <p:nvPr>
            <p:ph/>
          </p:nvPr>
        </p:nvSpPr>
        <p:spPr>
          <a:xfrm>
            <a:off x="414720" y="1820880"/>
            <a:ext cx="9468360" cy="1812600"/>
          </a:xfrm>
          <a:prstGeom prst="rect">
            <a:avLst/>
          </a:prstGeom>
          <a:noFill/>
          <a:ln w="0">
            <a:noFill/>
          </a:ln>
        </p:spPr>
        <p:txBody>
          <a:bodyPr lIns="0" tIns="0" rIns="0" bIns="0" anchor="t">
            <a:noAutofit/>
          </a:bodyPr>
          <a:lstStyle/>
          <a:p>
            <a:pPr marL="252000" indent="-252000">
              <a:lnSpc>
                <a:spcPct val="110000"/>
              </a:lnSpc>
              <a:buClr>
                <a:srgbClr val="000000"/>
              </a:buClr>
              <a:buFont typeface="Wingdings" charset="2"/>
              <a:buChar char=""/>
            </a:pPr>
            <a:r>
              <a:rPr lang="en-GB" sz="1400" b="0" strike="noStrike" spc="-1" dirty="0">
                <a:solidFill>
                  <a:srgbClr val="000000"/>
                </a:solidFill>
                <a:latin typeface="Helvetica Neue"/>
              </a:rPr>
              <a:t>Indexes can be managed using the </a:t>
            </a:r>
            <a:r>
              <a:rPr lang="en-GB" sz="1400" b="0" strike="noStrike" spc="-1" dirty="0" err="1">
                <a:solidFill>
                  <a:srgbClr val="000000"/>
                </a:solidFill>
                <a:latin typeface="Helvetica Neue"/>
              </a:rPr>
              <a:t>dropIndex</a:t>
            </a:r>
            <a:r>
              <a:rPr lang="en-GB" sz="1400" b="0" strike="noStrike" spc="-1" dirty="0">
                <a:solidFill>
                  <a:srgbClr val="000000"/>
                </a:solidFill>
                <a:latin typeface="Helvetica Neue"/>
              </a:rPr>
              <a:t>() and </a:t>
            </a:r>
            <a:r>
              <a:rPr lang="en-GB" sz="1400" b="0" strike="noStrike" spc="-1" dirty="0" err="1">
                <a:solidFill>
                  <a:srgbClr val="000000"/>
                </a:solidFill>
                <a:latin typeface="Helvetica Neue"/>
              </a:rPr>
              <a:t>reIndex</a:t>
            </a:r>
            <a:r>
              <a:rPr lang="en-GB" sz="1400" b="0" strike="noStrike" spc="-1" dirty="0">
                <a:solidFill>
                  <a:srgbClr val="000000"/>
                </a:solidFill>
                <a:latin typeface="Helvetica Neue"/>
              </a:rPr>
              <a:t>() methods in the MongoDB shell or with the appropriate method in the MongoDB Node.js driver</a:t>
            </a:r>
            <a:endParaRPr lang="en-US" sz="1400" b="0" strike="noStrike" spc="-1" dirty="0">
              <a:solidFill>
                <a:srgbClr val="000000"/>
              </a:solidFill>
              <a:latin typeface="Arial"/>
            </a:endParaRPr>
          </a:p>
          <a:p>
            <a:pPr marL="252000" indent="-252000">
              <a:lnSpc>
                <a:spcPct val="110000"/>
              </a:lnSpc>
              <a:buClr>
                <a:srgbClr val="000000"/>
              </a:buClr>
              <a:buFont typeface="Wingdings" charset="2"/>
              <a:buChar char=""/>
            </a:pPr>
            <a:r>
              <a:rPr lang="en-GB" sz="1400" b="0" strike="noStrike" spc="-1" dirty="0">
                <a:solidFill>
                  <a:srgbClr val="000000"/>
                </a:solidFill>
                <a:latin typeface="Helvetica Neue"/>
              </a:rPr>
              <a:t>Indexes can be removed, rebuilt, or modified as needed to optimize query performance</a:t>
            </a:r>
            <a:endParaRPr lang="en-US" sz="1400" b="0" strike="noStrike" spc="-1" dirty="0">
              <a:solidFill>
                <a:srgbClr val="000000"/>
              </a:solidFill>
              <a:latin typeface="Arial"/>
            </a:endParaRPr>
          </a:p>
        </p:txBody>
      </p:sp>
      <p:sp>
        <p:nvSpPr>
          <p:cNvPr id="285" name="PlaceHolder 3"/>
          <p:cNvSpPr>
            <a:spLocks noGrp="1"/>
          </p:cNvSpPr>
          <p:nvPr>
            <p:ph type="ftr" idx="38"/>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286" name="Rectangle 6"/>
          <p:cNvSpPr/>
          <p:nvPr/>
        </p:nvSpPr>
        <p:spPr>
          <a:xfrm>
            <a:off x="1701720" y="2842920"/>
            <a:ext cx="7760160" cy="401040"/>
          </a:xfrm>
          <a:prstGeom prst="rect">
            <a:avLst/>
          </a:prstGeom>
          <a:solidFill>
            <a:schemeClr val="tx1">
              <a:lumMod val="85000"/>
              <a:lumOff val="15000"/>
            </a:schemeClr>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72000" tIns="72000" rIns="72000" bIns="72000" anchor="t">
            <a:noAutofit/>
          </a:bodyPr>
          <a:lstStyle/>
          <a:p>
            <a:pPr>
              <a:lnSpc>
                <a:spcPct val="100000"/>
              </a:lnSpc>
            </a:pPr>
            <a:r>
              <a:rPr lang="en-GB" sz="1400" b="0" strike="noStrike" spc="-1">
                <a:solidFill>
                  <a:srgbClr val="9CDCFE"/>
                </a:solidFill>
                <a:latin typeface="Menlo"/>
              </a:rPr>
              <a:t>db</a:t>
            </a:r>
            <a:r>
              <a:rPr lang="en-GB" sz="1400" b="0" strike="noStrike" spc="-1">
                <a:solidFill>
                  <a:srgbClr val="D4D4D4"/>
                </a:solidFill>
                <a:latin typeface="Menlo"/>
              </a:rPr>
              <a:t>.</a:t>
            </a:r>
            <a:r>
              <a:rPr lang="en-GB" sz="1400" b="0" strike="noStrike" spc="-1">
                <a:solidFill>
                  <a:srgbClr val="9CDCFE"/>
                </a:solidFill>
                <a:latin typeface="Menlo"/>
              </a:rPr>
              <a:t>users</a:t>
            </a:r>
            <a:r>
              <a:rPr lang="en-GB" sz="1400" b="0" strike="noStrike" spc="-1">
                <a:solidFill>
                  <a:srgbClr val="D4D4D4"/>
                </a:solidFill>
                <a:latin typeface="Menlo"/>
              </a:rPr>
              <a:t>.</a:t>
            </a:r>
            <a:r>
              <a:rPr lang="en-GB" sz="1400" b="0" strike="noStrike" spc="-1">
                <a:solidFill>
                  <a:srgbClr val="DCDCAA"/>
                </a:solidFill>
                <a:latin typeface="Menlo"/>
              </a:rPr>
              <a:t>dropIndex</a:t>
            </a:r>
            <a:r>
              <a:rPr lang="en-GB" sz="1400" b="0" strike="noStrike" spc="-1">
                <a:solidFill>
                  <a:srgbClr val="D4D4D4"/>
                </a:solidFill>
                <a:latin typeface="Menlo"/>
              </a:rPr>
              <a:t>({ </a:t>
            </a:r>
            <a:r>
              <a:rPr lang="en-GB" sz="1400" b="0" strike="noStrike" spc="-1">
                <a:solidFill>
                  <a:srgbClr val="9CDCFE"/>
                </a:solidFill>
                <a:latin typeface="Menlo"/>
              </a:rPr>
              <a:t>email:</a:t>
            </a:r>
            <a:r>
              <a:rPr lang="en-GB" sz="1400" b="0" strike="noStrike" spc="-1">
                <a:solidFill>
                  <a:srgbClr val="D4D4D4"/>
                </a:solidFill>
                <a:latin typeface="Menlo"/>
              </a:rPr>
              <a:t> </a:t>
            </a:r>
            <a:r>
              <a:rPr lang="en-GB" sz="1400" b="0" strike="noStrike" spc="-1">
                <a:solidFill>
                  <a:srgbClr val="B5CEA8"/>
                </a:solidFill>
                <a:latin typeface="Menlo"/>
              </a:rPr>
              <a:t>1</a:t>
            </a:r>
            <a:r>
              <a:rPr lang="en-GB" sz="1400" b="0" strike="noStrike" spc="-1">
                <a:solidFill>
                  <a:srgbClr val="D4D4D4"/>
                </a:solidFill>
                <a:latin typeface="Menlo"/>
              </a:rPr>
              <a:t> })</a:t>
            </a:r>
            <a:endParaRPr lang="da-DK" sz="1400" b="0" strike="noStrike" spc="-1">
              <a:solidFill>
                <a:srgbClr val="FFFFFF"/>
              </a:solidFill>
              <a:latin typeface="Arial"/>
            </a:endParaRPr>
          </a:p>
          <a:p>
            <a:pPr>
              <a:lnSpc>
                <a:spcPct val="100000"/>
              </a:lnSpc>
            </a:pPr>
            <a:endParaRPr lang="da-DK" sz="1400" b="0" strike="noStrike" spc="-1">
              <a:solidFill>
                <a:srgbClr val="FFFFFF"/>
              </a:solidFill>
              <a:latin typeface="Arial"/>
            </a:endParaRPr>
          </a:p>
        </p:txBody>
      </p:sp>
      <p:sp>
        <p:nvSpPr>
          <p:cNvPr id="287" name="Content Placeholder 2"/>
          <p:cNvSpPr/>
          <p:nvPr/>
        </p:nvSpPr>
        <p:spPr>
          <a:xfrm>
            <a:off x="1701720" y="3429000"/>
            <a:ext cx="7760160" cy="181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52000" indent="-252000">
              <a:lnSpc>
                <a:spcPct val="110000"/>
              </a:lnSpc>
              <a:buClr>
                <a:srgbClr val="000000"/>
              </a:buClr>
              <a:buFont typeface="Wingdings" charset="2"/>
              <a:buChar char=""/>
            </a:pPr>
            <a:r>
              <a:rPr lang="en-GB" sz="1400" b="0" strike="noStrike" spc="-1" dirty="0">
                <a:solidFill>
                  <a:srgbClr val="000000"/>
                </a:solidFill>
                <a:latin typeface="Helvetica Neue"/>
              </a:rPr>
              <a:t>This query drops the index on the email field in the users collection</a:t>
            </a:r>
            <a:endParaRPr lang="da-DK" sz="1400" b="0" strike="noStrike" spc="-1" dirty="0">
              <a:solidFill>
                <a:srgbClr val="000000"/>
              </a:solidFill>
              <a:latin typeface="Arial"/>
            </a:endParaRPr>
          </a:p>
          <a:p>
            <a:pPr marL="252000" indent="-252000">
              <a:lnSpc>
                <a:spcPct val="110000"/>
              </a:lnSpc>
              <a:buClr>
                <a:srgbClr val="000000"/>
              </a:buClr>
              <a:buFont typeface="Wingdings" charset="2"/>
              <a:buChar char=""/>
            </a:pPr>
            <a:r>
              <a:rPr lang="en-GB" sz="1400" b="0" strike="noStrike" spc="-1" dirty="0">
                <a:solidFill>
                  <a:srgbClr val="000000"/>
                </a:solidFill>
                <a:latin typeface="Helvetica Neue"/>
              </a:rPr>
              <a:t>The </a:t>
            </a:r>
            <a:r>
              <a:rPr lang="en-GB" sz="1400" b="0" strike="noStrike" spc="-1" dirty="0" err="1">
                <a:solidFill>
                  <a:srgbClr val="000000"/>
                </a:solidFill>
                <a:latin typeface="Helvetica Neue"/>
              </a:rPr>
              <a:t>dropIndex</a:t>
            </a:r>
            <a:r>
              <a:rPr lang="en-GB" sz="1400" b="0" strike="noStrike" spc="-1" dirty="0">
                <a:solidFill>
                  <a:srgbClr val="000000"/>
                </a:solidFill>
                <a:latin typeface="Helvetica Neue"/>
              </a:rPr>
              <a:t>() method is used to remove the index</a:t>
            </a:r>
            <a:endParaRPr lang="da-DK" sz="1400" b="0" strike="noStrike" spc="-1" dirty="0">
              <a:solidFill>
                <a:srgbClr val="000000"/>
              </a:solidFill>
              <a:latin typeface="Arial"/>
            </a:endParaRPr>
          </a:p>
        </p:txBody>
      </p:sp>
      <p:sp>
        <p:nvSpPr>
          <p:cNvPr id="5" name="PlaceHolder 4"/>
          <p:cNvSpPr>
            <a:spLocks noGrp="1"/>
          </p:cNvSpPr>
          <p:nvPr>
            <p:ph type="sldNum" idx="4"/>
          </p:nvPr>
        </p:nvSpPr>
        <p:spPr/>
        <p:txBody>
          <a:bodyPr/>
          <a:lstStyle/>
          <a:p>
            <a:fld id="{3CF93013-16D1-4B08-A7F3-DEFD59928E58}" type="slidenum">
              <a:rPr/>
              <a:t>38</a:t>
            </a:fld>
            <a:endParaRPr/>
          </a:p>
        </p:txBody>
      </p:sp>
      <p:sp>
        <p:nvSpPr>
          <p:cNvPr id="6" name="PlaceHolder 5"/>
          <p:cNvSpPr>
            <a:spLocks noGrp="1"/>
          </p:cNvSpPr>
          <p:nvPr>
            <p:ph type="dt" idx="2"/>
          </p:nvPr>
        </p:nvSpPr>
        <p:spPr/>
        <p:txBody>
          <a:bodyPr/>
          <a:lstStyle/>
          <a:p>
            <a:fld id="{51448FDD-F9F6-45DE-A27A-9C6274518997}" type="datetime1">
              <a:rPr lang="da-DK"/>
              <a:t>18.09.2024</a:t>
            </a:fld>
            <a:endParaRPr lang="da-DK"/>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 name="PlaceHolder 1"/>
          <p:cNvSpPr>
            <a:spLocks noGrp="1"/>
          </p:cNvSpPr>
          <p:nvPr>
            <p:ph type="title"/>
          </p:nvPr>
        </p:nvSpPr>
        <p:spPr>
          <a:xfrm>
            <a:off x="414720" y="999000"/>
            <a:ext cx="10952280" cy="114732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a:solidFill>
                  <a:srgbClr val="000000"/>
                </a:solidFill>
                <a:latin typeface="Arial"/>
              </a:rPr>
              <a:t>Overview of Index Types in MongoDB</a:t>
            </a:r>
            <a:endParaRPr lang="en-US" sz="3600" b="0" strike="noStrike" spc="-1">
              <a:solidFill>
                <a:srgbClr val="000000"/>
              </a:solidFill>
              <a:latin typeface="Arial"/>
            </a:endParaRPr>
          </a:p>
        </p:txBody>
      </p:sp>
      <p:sp>
        <p:nvSpPr>
          <p:cNvPr id="289" name="PlaceHolder 2"/>
          <p:cNvSpPr>
            <a:spLocks noGrp="1"/>
          </p:cNvSpPr>
          <p:nvPr>
            <p:ph/>
          </p:nvPr>
        </p:nvSpPr>
        <p:spPr>
          <a:xfrm>
            <a:off x="414720" y="1820879"/>
            <a:ext cx="9468360" cy="2759509"/>
          </a:xfrm>
          <a:prstGeom prst="rect">
            <a:avLst/>
          </a:prstGeom>
          <a:noFill/>
          <a:ln w="0">
            <a:noFill/>
          </a:ln>
        </p:spPr>
        <p:txBody>
          <a:bodyPr lIns="0" tIns="0" rIns="0" bIns="0" anchor="t">
            <a:noAutofit/>
          </a:bodyPr>
          <a:lstStyle/>
          <a:p>
            <a:pPr marL="252000" indent="-252000">
              <a:lnSpc>
                <a:spcPct val="110000"/>
              </a:lnSpc>
              <a:buClr>
                <a:srgbClr val="000000"/>
              </a:buClr>
              <a:buFont typeface="Wingdings" charset="2"/>
              <a:buChar char=""/>
            </a:pPr>
            <a:r>
              <a:rPr lang="en-GB" sz="1400" b="0" strike="noStrike" spc="-1" dirty="0">
                <a:solidFill>
                  <a:srgbClr val="000000"/>
                </a:solidFill>
                <a:latin typeface="Helvetica Neue"/>
              </a:rPr>
              <a:t>MongoDB supports several types of indexes to optimize query performance</a:t>
            </a:r>
            <a:endParaRPr lang="en-US" sz="1400" b="0" strike="noStrike" spc="-1" dirty="0">
              <a:solidFill>
                <a:srgbClr val="000000"/>
              </a:solidFill>
              <a:latin typeface="Arial"/>
            </a:endParaRPr>
          </a:p>
          <a:p>
            <a:pPr marL="252000" indent="-252000">
              <a:lnSpc>
                <a:spcPct val="110000"/>
              </a:lnSpc>
              <a:buClr>
                <a:srgbClr val="000000"/>
              </a:buClr>
              <a:buFont typeface="Wingdings" charset="2"/>
              <a:buChar char=""/>
            </a:pPr>
            <a:r>
              <a:rPr lang="en-GB" sz="1400" b="0" strike="noStrike" spc="-1" dirty="0">
                <a:solidFill>
                  <a:srgbClr val="000000"/>
                </a:solidFill>
                <a:latin typeface="Helvetica Neue"/>
              </a:rPr>
              <a:t>The most common index types are:</a:t>
            </a:r>
            <a:endParaRPr lang="en-US" sz="1400" b="0" strike="noStrike" spc="-1" dirty="0">
              <a:solidFill>
                <a:srgbClr val="000000"/>
              </a:solidFill>
              <a:latin typeface="Arial"/>
            </a:endParaRPr>
          </a:p>
          <a:p>
            <a:pPr marL="504000" lvl="1" indent="-252000">
              <a:lnSpc>
                <a:spcPct val="110000"/>
              </a:lnSpc>
              <a:buClr>
                <a:srgbClr val="000000"/>
              </a:buClr>
              <a:buFont typeface="Wingdings" charset="2"/>
              <a:buChar char=""/>
            </a:pPr>
            <a:r>
              <a:rPr lang="en-GB" sz="1400" b="0" strike="noStrike" spc="-1" dirty="0">
                <a:solidFill>
                  <a:srgbClr val="000000"/>
                </a:solidFill>
                <a:latin typeface="Helvetica Neue"/>
              </a:rPr>
              <a:t>Single field index</a:t>
            </a:r>
            <a:endParaRPr lang="en-US" sz="1400" b="0" strike="noStrike" spc="-1" dirty="0">
              <a:solidFill>
                <a:srgbClr val="000000"/>
              </a:solidFill>
              <a:latin typeface="Arial"/>
            </a:endParaRPr>
          </a:p>
          <a:p>
            <a:pPr marL="504000" lvl="1" indent="-252000">
              <a:lnSpc>
                <a:spcPct val="110000"/>
              </a:lnSpc>
              <a:buClr>
                <a:srgbClr val="000000"/>
              </a:buClr>
              <a:buFont typeface="Wingdings" charset="2"/>
              <a:buChar char=""/>
            </a:pPr>
            <a:r>
              <a:rPr lang="en-GB" sz="1400" b="0" strike="noStrike" spc="-1" dirty="0">
                <a:solidFill>
                  <a:srgbClr val="000000"/>
                </a:solidFill>
                <a:latin typeface="Helvetica Neue"/>
              </a:rPr>
              <a:t>Compound index</a:t>
            </a:r>
            <a:endParaRPr lang="en-US" sz="1400" b="0" strike="noStrike" spc="-1" dirty="0">
              <a:solidFill>
                <a:srgbClr val="000000"/>
              </a:solidFill>
              <a:latin typeface="Arial"/>
            </a:endParaRPr>
          </a:p>
          <a:p>
            <a:pPr marL="504000" lvl="1" indent="-252000">
              <a:lnSpc>
                <a:spcPct val="110000"/>
              </a:lnSpc>
              <a:buClr>
                <a:srgbClr val="000000"/>
              </a:buClr>
              <a:buFont typeface="Wingdings" charset="2"/>
              <a:buChar char=""/>
            </a:pPr>
            <a:r>
              <a:rPr lang="en-GB" sz="1400" b="0" strike="noStrike" spc="-1" dirty="0">
                <a:solidFill>
                  <a:srgbClr val="000000"/>
                </a:solidFill>
                <a:latin typeface="Helvetica Neue"/>
              </a:rPr>
              <a:t>Multikey index</a:t>
            </a:r>
            <a:endParaRPr lang="en-US" sz="1400" b="0" strike="noStrike" spc="-1" dirty="0">
              <a:solidFill>
                <a:srgbClr val="000000"/>
              </a:solidFill>
              <a:latin typeface="Arial"/>
            </a:endParaRPr>
          </a:p>
          <a:p>
            <a:pPr marL="504000" lvl="1" indent="-252000">
              <a:lnSpc>
                <a:spcPct val="110000"/>
              </a:lnSpc>
              <a:buClr>
                <a:srgbClr val="000000"/>
              </a:buClr>
              <a:buFont typeface="Wingdings" charset="2"/>
              <a:buChar char=""/>
            </a:pPr>
            <a:r>
              <a:rPr lang="en-GB" sz="1400" b="0" strike="noStrike" spc="-1" dirty="0">
                <a:solidFill>
                  <a:srgbClr val="000000"/>
                </a:solidFill>
                <a:latin typeface="Helvetica Neue"/>
              </a:rPr>
              <a:t>Text index</a:t>
            </a:r>
            <a:endParaRPr lang="en-US" sz="1400" b="0" strike="noStrike" spc="-1" dirty="0">
              <a:solidFill>
                <a:srgbClr val="000000"/>
              </a:solidFill>
              <a:latin typeface="Arial"/>
            </a:endParaRPr>
          </a:p>
          <a:p>
            <a:pPr marL="504000" lvl="1" indent="-252000">
              <a:lnSpc>
                <a:spcPct val="110000"/>
              </a:lnSpc>
              <a:buClr>
                <a:srgbClr val="000000"/>
              </a:buClr>
              <a:buFont typeface="Wingdings" charset="2"/>
              <a:buChar char=""/>
            </a:pPr>
            <a:r>
              <a:rPr lang="en-GB" sz="1400" b="0" strike="noStrike" spc="-1" dirty="0">
                <a:solidFill>
                  <a:srgbClr val="000000"/>
                </a:solidFill>
                <a:latin typeface="Helvetica Neue"/>
              </a:rPr>
              <a:t>Geospatial index</a:t>
            </a:r>
            <a:endParaRPr lang="en-US" sz="1200" b="0" strike="noStrike" spc="-1" dirty="0">
              <a:solidFill>
                <a:srgbClr val="000000"/>
              </a:solidFill>
              <a:latin typeface="Arial"/>
            </a:endParaRPr>
          </a:p>
        </p:txBody>
      </p:sp>
      <p:sp>
        <p:nvSpPr>
          <p:cNvPr id="290" name="PlaceHolder 3"/>
          <p:cNvSpPr>
            <a:spLocks noGrp="1"/>
          </p:cNvSpPr>
          <p:nvPr>
            <p:ph type="ftr" idx="39"/>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5" name="PlaceHolder 4"/>
          <p:cNvSpPr>
            <a:spLocks noGrp="1"/>
          </p:cNvSpPr>
          <p:nvPr>
            <p:ph type="sldNum" idx="4"/>
          </p:nvPr>
        </p:nvSpPr>
        <p:spPr/>
        <p:txBody>
          <a:bodyPr/>
          <a:lstStyle/>
          <a:p>
            <a:fld id="{85F47064-8548-42A2-9A4A-157C1450C44D}" type="slidenum">
              <a:rPr/>
              <a:t>39</a:t>
            </a:fld>
            <a:endParaRPr/>
          </a:p>
        </p:txBody>
      </p:sp>
      <p:sp>
        <p:nvSpPr>
          <p:cNvPr id="6" name="PlaceHolder 5"/>
          <p:cNvSpPr>
            <a:spLocks noGrp="1"/>
          </p:cNvSpPr>
          <p:nvPr>
            <p:ph type="dt" idx="2"/>
          </p:nvPr>
        </p:nvSpPr>
        <p:spPr/>
        <p:txBody>
          <a:bodyPr/>
          <a:lstStyle/>
          <a:p>
            <a:fld id="{41A76D55-0859-4163-9D88-18627ABC4A0A}" type="datetime1">
              <a:rPr lang="da-DK"/>
              <a:t>18.09.2024</a:t>
            </a:fld>
            <a:endParaRPr lang="da-DK"/>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 name="PlaceHolder 1"/>
          <p:cNvSpPr>
            <a:spLocks noGrp="1"/>
          </p:cNvSpPr>
          <p:nvPr>
            <p:ph type="title"/>
          </p:nvPr>
        </p:nvSpPr>
        <p:spPr>
          <a:xfrm>
            <a:off x="414720" y="999000"/>
            <a:ext cx="10952280" cy="114732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a:solidFill>
                  <a:srgbClr val="000000"/>
                </a:solidFill>
                <a:latin typeface="Arial"/>
              </a:rPr>
              <a:t>Single Field Index</a:t>
            </a:r>
            <a:endParaRPr lang="en-US" sz="3600" b="0" strike="noStrike" spc="-1">
              <a:solidFill>
                <a:srgbClr val="000000"/>
              </a:solidFill>
              <a:latin typeface="Arial"/>
            </a:endParaRPr>
          </a:p>
        </p:txBody>
      </p:sp>
      <p:sp>
        <p:nvSpPr>
          <p:cNvPr id="292" name="PlaceHolder 2"/>
          <p:cNvSpPr>
            <a:spLocks noGrp="1"/>
          </p:cNvSpPr>
          <p:nvPr>
            <p:ph/>
          </p:nvPr>
        </p:nvSpPr>
        <p:spPr>
          <a:xfrm>
            <a:off x="414720" y="1820880"/>
            <a:ext cx="9468360" cy="739080"/>
          </a:xfrm>
          <a:prstGeom prst="rect">
            <a:avLst/>
          </a:prstGeom>
          <a:noFill/>
          <a:ln w="0">
            <a:noFill/>
          </a:ln>
        </p:spPr>
        <p:txBody>
          <a:bodyPr lIns="0" tIns="0" rIns="0" bIns="0" anchor="t">
            <a:noAutofit/>
          </a:bodyPr>
          <a:lstStyle/>
          <a:p>
            <a:pPr marL="252000" indent="0">
              <a:lnSpc>
                <a:spcPct val="110000"/>
              </a:lnSpc>
              <a:buNone/>
            </a:pPr>
            <a:r>
              <a:rPr lang="en-GB" sz="1400" b="0" strike="noStrike" spc="-1">
                <a:solidFill>
                  <a:srgbClr val="000000"/>
                </a:solidFill>
                <a:latin typeface="Helvetica Neue"/>
              </a:rPr>
              <a:t>Single field indexes:</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are created on a single field to optimize query performance</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can be created using the createIndex() method</a:t>
            </a:r>
            <a:endParaRPr lang="en-US" sz="1400" b="0" strike="noStrike" spc="-1">
              <a:solidFill>
                <a:srgbClr val="000000"/>
              </a:solidFill>
              <a:latin typeface="Arial"/>
            </a:endParaRPr>
          </a:p>
        </p:txBody>
      </p:sp>
      <p:sp>
        <p:nvSpPr>
          <p:cNvPr id="293" name="PlaceHolder 3"/>
          <p:cNvSpPr>
            <a:spLocks noGrp="1"/>
          </p:cNvSpPr>
          <p:nvPr>
            <p:ph type="ftr" idx="40"/>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294" name="Rectangle 6"/>
          <p:cNvSpPr/>
          <p:nvPr/>
        </p:nvSpPr>
        <p:spPr>
          <a:xfrm>
            <a:off x="1701720" y="3280592"/>
            <a:ext cx="7760160" cy="401040"/>
          </a:xfrm>
          <a:prstGeom prst="rect">
            <a:avLst/>
          </a:prstGeom>
          <a:solidFill>
            <a:schemeClr val="tx1">
              <a:lumMod val="85000"/>
              <a:lumOff val="15000"/>
            </a:schemeClr>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72000" tIns="72000" rIns="72000" bIns="72000" anchor="t">
            <a:noAutofit/>
          </a:bodyPr>
          <a:lstStyle/>
          <a:p>
            <a:pPr>
              <a:lnSpc>
                <a:spcPct val="100000"/>
              </a:lnSpc>
            </a:pPr>
            <a:r>
              <a:rPr lang="en-GB" sz="1400" b="0" strike="noStrike" spc="-1">
                <a:solidFill>
                  <a:srgbClr val="9CDCFE"/>
                </a:solidFill>
                <a:latin typeface="Menlo"/>
              </a:rPr>
              <a:t>db</a:t>
            </a:r>
            <a:r>
              <a:rPr lang="en-GB" sz="1400" b="0" strike="noStrike" spc="-1">
                <a:solidFill>
                  <a:srgbClr val="D4D4D4"/>
                </a:solidFill>
                <a:latin typeface="Menlo"/>
              </a:rPr>
              <a:t>.</a:t>
            </a:r>
            <a:r>
              <a:rPr lang="en-GB" sz="1400" b="0" strike="noStrike" spc="-1">
                <a:solidFill>
                  <a:srgbClr val="9CDCFE"/>
                </a:solidFill>
                <a:latin typeface="Menlo"/>
              </a:rPr>
              <a:t>users</a:t>
            </a:r>
            <a:r>
              <a:rPr lang="en-GB" sz="1400" b="0" strike="noStrike" spc="-1">
                <a:solidFill>
                  <a:srgbClr val="D4D4D4"/>
                </a:solidFill>
                <a:latin typeface="Menlo"/>
              </a:rPr>
              <a:t>.</a:t>
            </a:r>
            <a:r>
              <a:rPr lang="en-GB" sz="1400" b="0" strike="noStrike" spc="-1">
                <a:solidFill>
                  <a:srgbClr val="DCDCAA"/>
                </a:solidFill>
                <a:latin typeface="Menlo"/>
              </a:rPr>
              <a:t>createIndex</a:t>
            </a:r>
            <a:r>
              <a:rPr lang="en-GB" sz="1400" b="0" strike="noStrike" spc="-1">
                <a:solidFill>
                  <a:srgbClr val="D4D4D4"/>
                </a:solidFill>
                <a:latin typeface="Menlo"/>
              </a:rPr>
              <a:t>({ </a:t>
            </a:r>
            <a:r>
              <a:rPr lang="en-GB" sz="1400" b="0" strike="noStrike" spc="-1">
                <a:solidFill>
                  <a:srgbClr val="9CDCFE"/>
                </a:solidFill>
                <a:latin typeface="Menlo"/>
              </a:rPr>
              <a:t>age:</a:t>
            </a:r>
            <a:r>
              <a:rPr lang="en-GB" sz="1400" b="0" strike="noStrike" spc="-1">
                <a:solidFill>
                  <a:srgbClr val="D4D4D4"/>
                </a:solidFill>
                <a:latin typeface="Menlo"/>
              </a:rPr>
              <a:t> </a:t>
            </a:r>
            <a:r>
              <a:rPr lang="en-GB" sz="1400" b="0" strike="noStrike" spc="-1">
                <a:solidFill>
                  <a:srgbClr val="B5CEA8"/>
                </a:solidFill>
                <a:latin typeface="Menlo"/>
              </a:rPr>
              <a:t>1</a:t>
            </a:r>
            <a:r>
              <a:rPr lang="en-GB" sz="1400" b="0" strike="noStrike" spc="-1">
                <a:solidFill>
                  <a:srgbClr val="D4D4D4"/>
                </a:solidFill>
                <a:latin typeface="Menlo"/>
              </a:rPr>
              <a:t> })</a:t>
            </a:r>
            <a:endParaRPr lang="da-DK" sz="1400" b="0" strike="noStrike" spc="-1">
              <a:solidFill>
                <a:srgbClr val="FFFFFF"/>
              </a:solidFill>
              <a:latin typeface="Arial"/>
            </a:endParaRPr>
          </a:p>
        </p:txBody>
      </p:sp>
      <p:sp>
        <p:nvSpPr>
          <p:cNvPr id="295" name="Content Placeholder 2"/>
          <p:cNvSpPr/>
          <p:nvPr/>
        </p:nvSpPr>
        <p:spPr>
          <a:xfrm>
            <a:off x="1701720" y="3761949"/>
            <a:ext cx="7760160" cy="906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52000" indent="-252000">
              <a:lnSpc>
                <a:spcPct val="150000"/>
              </a:lnSpc>
              <a:buClr>
                <a:srgbClr val="000000"/>
              </a:buClr>
              <a:buFont typeface="Wingdings" charset="2"/>
              <a:buChar char=""/>
            </a:pPr>
            <a:r>
              <a:rPr lang="en-GB" sz="1400" b="0" strike="noStrike" spc="-1" dirty="0">
                <a:solidFill>
                  <a:srgbClr val="000000"/>
                </a:solidFill>
                <a:latin typeface="Helvetica Neue"/>
              </a:rPr>
              <a:t>This query creates a single field index on the age field in the users collection</a:t>
            </a:r>
            <a:endParaRPr lang="da-DK" sz="1400" b="0" strike="noStrike" spc="-1" dirty="0">
              <a:solidFill>
                <a:srgbClr val="000000"/>
              </a:solidFill>
              <a:latin typeface="Arial"/>
            </a:endParaRPr>
          </a:p>
          <a:p>
            <a:pPr marL="252000" indent="-252000">
              <a:lnSpc>
                <a:spcPct val="150000"/>
              </a:lnSpc>
              <a:buClr>
                <a:srgbClr val="000000"/>
              </a:buClr>
              <a:buFont typeface="Wingdings" charset="2"/>
              <a:buChar char=""/>
            </a:pPr>
            <a:r>
              <a:rPr lang="en-GB" sz="1400" b="0" strike="noStrike" spc="-1" dirty="0">
                <a:solidFill>
                  <a:srgbClr val="000000"/>
                </a:solidFill>
                <a:latin typeface="Helvetica Neue"/>
              </a:rPr>
              <a:t>The age field is indexed in ascending order (1 means ascending)</a:t>
            </a:r>
            <a:endParaRPr lang="da-DK" sz="1400" b="0" strike="noStrike" spc="-1" dirty="0">
              <a:solidFill>
                <a:srgbClr val="000000"/>
              </a:solidFill>
              <a:latin typeface="Arial"/>
            </a:endParaRPr>
          </a:p>
          <a:p>
            <a:pPr>
              <a:lnSpc>
                <a:spcPct val="150000"/>
              </a:lnSpc>
            </a:pPr>
            <a:endParaRPr lang="da-DK" sz="1400" b="0" strike="noStrike" spc="-1" dirty="0">
              <a:solidFill>
                <a:srgbClr val="000000"/>
              </a:solidFill>
              <a:latin typeface="Arial"/>
            </a:endParaRPr>
          </a:p>
        </p:txBody>
      </p:sp>
      <p:sp>
        <p:nvSpPr>
          <p:cNvPr id="5" name="PlaceHolder 4"/>
          <p:cNvSpPr>
            <a:spLocks noGrp="1"/>
          </p:cNvSpPr>
          <p:nvPr>
            <p:ph type="sldNum" idx="4"/>
          </p:nvPr>
        </p:nvSpPr>
        <p:spPr/>
        <p:txBody>
          <a:bodyPr/>
          <a:lstStyle/>
          <a:p>
            <a:fld id="{3395CC46-D776-4CB3-93CD-806BE830B670}" type="slidenum">
              <a:rPr/>
              <a:t>40</a:t>
            </a:fld>
            <a:endParaRPr/>
          </a:p>
        </p:txBody>
      </p:sp>
      <p:sp>
        <p:nvSpPr>
          <p:cNvPr id="6" name="PlaceHolder 5"/>
          <p:cNvSpPr>
            <a:spLocks noGrp="1"/>
          </p:cNvSpPr>
          <p:nvPr>
            <p:ph type="dt" idx="2"/>
          </p:nvPr>
        </p:nvSpPr>
        <p:spPr/>
        <p:txBody>
          <a:bodyPr/>
          <a:lstStyle/>
          <a:p>
            <a:fld id="{C64185E4-66CA-4E17-B19E-791C889101C6}" type="datetime1">
              <a:rPr lang="da-DK"/>
              <a:t>18.09.2024</a:t>
            </a:fld>
            <a:endParaRPr lang="da-DK"/>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 name="PlaceHolder 1"/>
          <p:cNvSpPr>
            <a:spLocks noGrp="1"/>
          </p:cNvSpPr>
          <p:nvPr>
            <p:ph type="title"/>
          </p:nvPr>
        </p:nvSpPr>
        <p:spPr>
          <a:xfrm>
            <a:off x="414720" y="999000"/>
            <a:ext cx="10952280" cy="114732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a:solidFill>
                  <a:srgbClr val="000000"/>
                </a:solidFill>
                <a:latin typeface="Arial"/>
              </a:rPr>
              <a:t>Compound Index</a:t>
            </a:r>
            <a:endParaRPr lang="en-US" sz="3600" b="0" strike="noStrike" spc="-1">
              <a:solidFill>
                <a:srgbClr val="000000"/>
              </a:solidFill>
              <a:latin typeface="Arial"/>
            </a:endParaRPr>
          </a:p>
        </p:txBody>
      </p:sp>
      <p:sp>
        <p:nvSpPr>
          <p:cNvPr id="297" name="PlaceHolder 2"/>
          <p:cNvSpPr>
            <a:spLocks noGrp="1"/>
          </p:cNvSpPr>
          <p:nvPr>
            <p:ph/>
          </p:nvPr>
        </p:nvSpPr>
        <p:spPr>
          <a:xfrm>
            <a:off x="414720" y="1820880"/>
            <a:ext cx="9468360" cy="739080"/>
          </a:xfrm>
          <a:prstGeom prst="rect">
            <a:avLst/>
          </a:prstGeom>
          <a:noFill/>
          <a:ln w="0">
            <a:noFill/>
          </a:ln>
        </p:spPr>
        <p:txBody>
          <a:bodyPr lIns="0" tIns="0" rIns="0" bIns="0" anchor="t">
            <a:noAutofit/>
          </a:bodyPr>
          <a:lstStyle/>
          <a:p>
            <a:pPr marL="252000" indent="0">
              <a:lnSpc>
                <a:spcPct val="110000"/>
              </a:lnSpc>
              <a:buNone/>
            </a:pPr>
            <a:r>
              <a:rPr lang="en-GB" sz="1400" b="0" strike="noStrike" spc="-1">
                <a:solidFill>
                  <a:srgbClr val="000000"/>
                </a:solidFill>
                <a:latin typeface="Helvetica Neue"/>
              </a:rPr>
              <a:t>Compound indexes:</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are created on multiple fields to optimize query performance</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can be created using the createIndex() method</a:t>
            </a:r>
            <a:endParaRPr lang="en-US" sz="1400" b="0" strike="noStrike" spc="-1">
              <a:solidFill>
                <a:srgbClr val="000000"/>
              </a:solidFill>
              <a:latin typeface="Arial"/>
            </a:endParaRPr>
          </a:p>
        </p:txBody>
      </p:sp>
      <p:sp>
        <p:nvSpPr>
          <p:cNvPr id="298" name="PlaceHolder 3"/>
          <p:cNvSpPr>
            <a:spLocks noGrp="1"/>
          </p:cNvSpPr>
          <p:nvPr>
            <p:ph type="ftr" idx="41"/>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299" name="Rectangle 6"/>
          <p:cNvSpPr/>
          <p:nvPr/>
        </p:nvSpPr>
        <p:spPr>
          <a:xfrm>
            <a:off x="1701720" y="3027960"/>
            <a:ext cx="7760160" cy="401040"/>
          </a:xfrm>
          <a:prstGeom prst="rect">
            <a:avLst/>
          </a:prstGeom>
          <a:solidFill>
            <a:schemeClr val="tx1">
              <a:lumMod val="85000"/>
              <a:lumOff val="15000"/>
            </a:schemeClr>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72000" tIns="72000" rIns="72000" bIns="72000" anchor="t">
            <a:noAutofit/>
          </a:bodyPr>
          <a:lstStyle/>
          <a:p>
            <a:pPr>
              <a:lnSpc>
                <a:spcPct val="100000"/>
              </a:lnSpc>
            </a:pPr>
            <a:r>
              <a:rPr lang="en-GB" sz="1400" b="0" strike="noStrike" spc="-1">
                <a:solidFill>
                  <a:srgbClr val="9CDCFE"/>
                </a:solidFill>
                <a:latin typeface="Menlo"/>
              </a:rPr>
              <a:t>db</a:t>
            </a:r>
            <a:r>
              <a:rPr lang="en-GB" sz="1400" b="0" strike="noStrike" spc="-1">
                <a:solidFill>
                  <a:srgbClr val="D4D4D4"/>
                </a:solidFill>
                <a:latin typeface="Menlo"/>
              </a:rPr>
              <a:t>.</a:t>
            </a:r>
            <a:r>
              <a:rPr lang="en-GB" sz="1400" b="0" strike="noStrike" spc="-1">
                <a:solidFill>
                  <a:srgbClr val="9CDCFE"/>
                </a:solidFill>
                <a:latin typeface="Menlo"/>
              </a:rPr>
              <a:t>users</a:t>
            </a:r>
            <a:r>
              <a:rPr lang="en-GB" sz="1400" b="0" strike="noStrike" spc="-1">
                <a:solidFill>
                  <a:srgbClr val="D4D4D4"/>
                </a:solidFill>
                <a:latin typeface="Menlo"/>
              </a:rPr>
              <a:t>.</a:t>
            </a:r>
            <a:r>
              <a:rPr lang="en-GB" sz="1400" b="0" strike="noStrike" spc="-1">
                <a:solidFill>
                  <a:srgbClr val="DCDCAA"/>
                </a:solidFill>
                <a:latin typeface="Menlo"/>
              </a:rPr>
              <a:t>createIndex</a:t>
            </a:r>
            <a:r>
              <a:rPr lang="en-GB" sz="1400" b="0" strike="noStrike" spc="-1">
                <a:solidFill>
                  <a:srgbClr val="D4D4D4"/>
                </a:solidFill>
                <a:latin typeface="Menlo"/>
              </a:rPr>
              <a:t>({ </a:t>
            </a:r>
            <a:r>
              <a:rPr lang="en-GB" sz="1400" b="0" strike="noStrike" spc="-1">
                <a:solidFill>
                  <a:srgbClr val="9CDCFE"/>
                </a:solidFill>
                <a:latin typeface="Menlo"/>
              </a:rPr>
              <a:t>name:</a:t>
            </a:r>
            <a:r>
              <a:rPr lang="en-GB" sz="1400" b="0" strike="noStrike" spc="-1">
                <a:solidFill>
                  <a:srgbClr val="D4D4D4"/>
                </a:solidFill>
                <a:latin typeface="Menlo"/>
              </a:rPr>
              <a:t> </a:t>
            </a:r>
            <a:r>
              <a:rPr lang="en-GB" sz="1400" b="0" strike="noStrike" spc="-1">
                <a:solidFill>
                  <a:srgbClr val="B5CEA8"/>
                </a:solidFill>
                <a:latin typeface="Menlo"/>
              </a:rPr>
              <a:t>1</a:t>
            </a:r>
            <a:r>
              <a:rPr lang="en-GB" sz="1400" b="0" strike="noStrike" spc="-1">
                <a:solidFill>
                  <a:srgbClr val="D4D4D4"/>
                </a:solidFill>
                <a:latin typeface="Menlo"/>
              </a:rPr>
              <a:t>, </a:t>
            </a:r>
            <a:r>
              <a:rPr lang="en-GB" sz="1400" b="0" strike="noStrike" spc="-1">
                <a:solidFill>
                  <a:srgbClr val="9CDCFE"/>
                </a:solidFill>
                <a:latin typeface="Menlo"/>
              </a:rPr>
              <a:t>age:</a:t>
            </a:r>
            <a:r>
              <a:rPr lang="en-GB" sz="1400" b="0" strike="noStrike" spc="-1">
                <a:solidFill>
                  <a:srgbClr val="D4D4D4"/>
                </a:solidFill>
                <a:latin typeface="Menlo"/>
              </a:rPr>
              <a:t> -</a:t>
            </a:r>
            <a:r>
              <a:rPr lang="en-GB" sz="1400" b="0" strike="noStrike" spc="-1">
                <a:solidFill>
                  <a:srgbClr val="B5CEA8"/>
                </a:solidFill>
                <a:latin typeface="Menlo"/>
              </a:rPr>
              <a:t>1</a:t>
            </a:r>
            <a:r>
              <a:rPr lang="en-GB" sz="1400" b="0" strike="noStrike" spc="-1">
                <a:solidFill>
                  <a:srgbClr val="D4D4D4"/>
                </a:solidFill>
                <a:latin typeface="Menlo"/>
              </a:rPr>
              <a:t> })</a:t>
            </a:r>
            <a:endParaRPr lang="da-DK" sz="1400" b="0" strike="noStrike" spc="-1">
              <a:solidFill>
                <a:srgbClr val="FFFFFF"/>
              </a:solidFill>
              <a:latin typeface="Arial"/>
            </a:endParaRPr>
          </a:p>
        </p:txBody>
      </p:sp>
      <p:sp>
        <p:nvSpPr>
          <p:cNvPr id="300" name="Content Placeholder 2"/>
          <p:cNvSpPr/>
          <p:nvPr/>
        </p:nvSpPr>
        <p:spPr>
          <a:xfrm>
            <a:off x="1701720" y="3543300"/>
            <a:ext cx="7760160" cy="906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52000" indent="-252000">
              <a:lnSpc>
                <a:spcPct val="150000"/>
              </a:lnSpc>
              <a:buClr>
                <a:srgbClr val="000000"/>
              </a:buClr>
              <a:buFont typeface="Wingdings" charset="2"/>
              <a:buChar char=""/>
            </a:pPr>
            <a:r>
              <a:rPr lang="en-GB" sz="1400" b="0" strike="noStrike" spc="-1" dirty="0">
                <a:solidFill>
                  <a:srgbClr val="000000"/>
                </a:solidFill>
                <a:latin typeface="Helvetica Neue"/>
              </a:rPr>
              <a:t>This query creates a compound index on the name and age fields in the users collection</a:t>
            </a:r>
            <a:endParaRPr lang="da-DK" sz="1400" b="0" strike="noStrike" spc="-1" dirty="0">
              <a:solidFill>
                <a:srgbClr val="000000"/>
              </a:solidFill>
              <a:latin typeface="Arial"/>
            </a:endParaRPr>
          </a:p>
          <a:p>
            <a:pPr marL="252000" indent="-252000">
              <a:lnSpc>
                <a:spcPct val="150000"/>
              </a:lnSpc>
              <a:buClr>
                <a:srgbClr val="000000"/>
              </a:buClr>
              <a:buFont typeface="Wingdings" charset="2"/>
              <a:buChar char=""/>
            </a:pPr>
            <a:r>
              <a:rPr lang="en-GB" sz="1400" b="0" strike="noStrike" spc="-1" dirty="0">
                <a:solidFill>
                  <a:srgbClr val="000000"/>
                </a:solidFill>
                <a:latin typeface="Helvetica Neue"/>
              </a:rPr>
              <a:t>The name field is indexed in ascending order (1 means ascending) and the age field is indexed in descending order (-1 means descending)</a:t>
            </a:r>
            <a:endParaRPr lang="da-DK" sz="1400" b="0" strike="noStrike" spc="-1" dirty="0">
              <a:solidFill>
                <a:srgbClr val="000000"/>
              </a:solidFill>
              <a:latin typeface="Arial"/>
            </a:endParaRPr>
          </a:p>
        </p:txBody>
      </p:sp>
      <p:sp>
        <p:nvSpPr>
          <p:cNvPr id="5" name="PlaceHolder 4"/>
          <p:cNvSpPr>
            <a:spLocks noGrp="1"/>
          </p:cNvSpPr>
          <p:nvPr>
            <p:ph type="sldNum" idx="4"/>
          </p:nvPr>
        </p:nvSpPr>
        <p:spPr/>
        <p:txBody>
          <a:bodyPr/>
          <a:lstStyle/>
          <a:p>
            <a:fld id="{F527EECE-36B4-483B-B998-D784E3E9BCD7}" type="slidenum">
              <a:rPr/>
              <a:t>41</a:t>
            </a:fld>
            <a:endParaRPr/>
          </a:p>
        </p:txBody>
      </p:sp>
      <p:sp>
        <p:nvSpPr>
          <p:cNvPr id="6" name="PlaceHolder 5"/>
          <p:cNvSpPr>
            <a:spLocks noGrp="1"/>
          </p:cNvSpPr>
          <p:nvPr>
            <p:ph type="dt" idx="2"/>
          </p:nvPr>
        </p:nvSpPr>
        <p:spPr/>
        <p:txBody>
          <a:bodyPr/>
          <a:lstStyle/>
          <a:p>
            <a:fld id="{138F1A98-9DF3-4DCA-9985-845F567D3396}" type="datetime1">
              <a:rPr lang="da-DK"/>
              <a:t>18.09.2024</a:t>
            </a:fld>
            <a:endParaRPr lang="da-DK"/>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PlaceHolder 1"/>
          <p:cNvSpPr>
            <a:spLocks noGrp="1"/>
          </p:cNvSpPr>
          <p:nvPr>
            <p:ph type="title"/>
          </p:nvPr>
        </p:nvSpPr>
        <p:spPr>
          <a:xfrm>
            <a:off x="414720" y="999000"/>
            <a:ext cx="10952280" cy="114732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a:solidFill>
                  <a:srgbClr val="000000"/>
                </a:solidFill>
                <a:latin typeface="Arial"/>
              </a:rPr>
              <a:t>Multikey Index</a:t>
            </a:r>
            <a:endParaRPr lang="en-US" sz="3600" b="0" strike="noStrike" spc="-1">
              <a:solidFill>
                <a:srgbClr val="000000"/>
              </a:solidFill>
              <a:latin typeface="Arial"/>
            </a:endParaRPr>
          </a:p>
        </p:txBody>
      </p:sp>
      <p:sp>
        <p:nvSpPr>
          <p:cNvPr id="302" name="PlaceHolder 2"/>
          <p:cNvSpPr>
            <a:spLocks noGrp="1"/>
          </p:cNvSpPr>
          <p:nvPr>
            <p:ph/>
          </p:nvPr>
        </p:nvSpPr>
        <p:spPr>
          <a:xfrm>
            <a:off x="414720" y="1820880"/>
            <a:ext cx="9468360" cy="739080"/>
          </a:xfrm>
          <a:prstGeom prst="rect">
            <a:avLst/>
          </a:prstGeom>
          <a:noFill/>
          <a:ln w="0">
            <a:noFill/>
          </a:ln>
        </p:spPr>
        <p:txBody>
          <a:bodyPr lIns="0" tIns="0" rIns="0" bIns="0" anchor="t">
            <a:noAutofit/>
          </a:bodyPr>
          <a:lstStyle/>
          <a:p>
            <a:pPr marL="252000" indent="0">
              <a:lnSpc>
                <a:spcPct val="110000"/>
              </a:lnSpc>
              <a:buNone/>
            </a:pPr>
            <a:r>
              <a:rPr lang="en-GB" sz="1400" b="0" strike="noStrike" spc="-1">
                <a:solidFill>
                  <a:srgbClr val="000000"/>
                </a:solidFill>
                <a:latin typeface="Helvetica Neue"/>
              </a:rPr>
              <a:t>Multikey indexes:</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are created on arrays to optimize query performance</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can be created using the createIndex() method</a:t>
            </a:r>
            <a:endParaRPr lang="en-US" sz="1400" b="0" strike="noStrike" spc="-1">
              <a:solidFill>
                <a:srgbClr val="000000"/>
              </a:solidFill>
              <a:latin typeface="Arial"/>
            </a:endParaRPr>
          </a:p>
        </p:txBody>
      </p:sp>
      <p:sp>
        <p:nvSpPr>
          <p:cNvPr id="303" name="PlaceHolder 3"/>
          <p:cNvSpPr>
            <a:spLocks noGrp="1"/>
          </p:cNvSpPr>
          <p:nvPr>
            <p:ph type="ftr" idx="42"/>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304" name="Rectangle 6"/>
          <p:cNvSpPr/>
          <p:nvPr/>
        </p:nvSpPr>
        <p:spPr>
          <a:xfrm>
            <a:off x="1701720" y="3228480"/>
            <a:ext cx="7760160" cy="401040"/>
          </a:xfrm>
          <a:prstGeom prst="rect">
            <a:avLst/>
          </a:prstGeom>
          <a:solidFill>
            <a:schemeClr val="tx1">
              <a:lumMod val="85000"/>
              <a:lumOff val="15000"/>
            </a:schemeClr>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72000" tIns="72000" rIns="72000" bIns="72000" anchor="t">
            <a:noAutofit/>
          </a:bodyPr>
          <a:lstStyle/>
          <a:p>
            <a:pPr>
              <a:lnSpc>
                <a:spcPct val="100000"/>
              </a:lnSpc>
            </a:pPr>
            <a:r>
              <a:rPr lang="en-GB" sz="1400" b="0" strike="noStrike" spc="-1">
                <a:solidFill>
                  <a:srgbClr val="9CDCFE"/>
                </a:solidFill>
                <a:latin typeface="Menlo"/>
              </a:rPr>
              <a:t>db</a:t>
            </a:r>
            <a:r>
              <a:rPr lang="en-GB" sz="1400" b="0" strike="noStrike" spc="-1">
                <a:solidFill>
                  <a:srgbClr val="D4D4D4"/>
                </a:solidFill>
                <a:latin typeface="Menlo"/>
              </a:rPr>
              <a:t>.</a:t>
            </a:r>
            <a:r>
              <a:rPr lang="en-GB" sz="1400" b="0" strike="noStrike" spc="-1">
                <a:solidFill>
                  <a:srgbClr val="9CDCFE"/>
                </a:solidFill>
                <a:latin typeface="Menlo"/>
              </a:rPr>
              <a:t>users</a:t>
            </a:r>
            <a:r>
              <a:rPr lang="en-GB" sz="1400" b="0" strike="noStrike" spc="-1">
                <a:solidFill>
                  <a:srgbClr val="D4D4D4"/>
                </a:solidFill>
                <a:latin typeface="Menlo"/>
              </a:rPr>
              <a:t>.</a:t>
            </a:r>
            <a:r>
              <a:rPr lang="en-GB" sz="1400" b="0" strike="noStrike" spc="-1">
                <a:solidFill>
                  <a:srgbClr val="DCDCAA"/>
                </a:solidFill>
                <a:latin typeface="Menlo"/>
              </a:rPr>
              <a:t>createIndex</a:t>
            </a:r>
            <a:r>
              <a:rPr lang="en-GB" sz="1400" b="0" strike="noStrike" spc="-1">
                <a:solidFill>
                  <a:srgbClr val="D4D4D4"/>
                </a:solidFill>
                <a:latin typeface="Menlo"/>
              </a:rPr>
              <a:t>({ </a:t>
            </a:r>
            <a:r>
              <a:rPr lang="en-GB" sz="1400" b="0" strike="noStrike" spc="-1">
                <a:solidFill>
                  <a:srgbClr val="9CDCFE"/>
                </a:solidFill>
                <a:latin typeface="Menlo"/>
              </a:rPr>
              <a:t>hobbies:</a:t>
            </a:r>
            <a:r>
              <a:rPr lang="en-GB" sz="1400" b="0" strike="noStrike" spc="-1">
                <a:solidFill>
                  <a:srgbClr val="D4D4D4"/>
                </a:solidFill>
                <a:latin typeface="Menlo"/>
              </a:rPr>
              <a:t> </a:t>
            </a:r>
            <a:r>
              <a:rPr lang="en-GB" sz="1400" b="0" strike="noStrike" spc="-1">
                <a:solidFill>
                  <a:srgbClr val="B5CEA8"/>
                </a:solidFill>
                <a:latin typeface="Menlo"/>
              </a:rPr>
              <a:t>1</a:t>
            </a:r>
            <a:r>
              <a:rPr lang="en-GB" sz="1400" b="0" strike="noStrike" spc="-1">
                <a:solidFill>
                  <a:srgbClr val="D4D4D4"/>
                </a:solidFill>
                <a:latin typeface="Menlo"/>
              </a:rPr>
              <a:t> })</a:t>
            </a:r>
            <a:endParaRPr lang="da-DK" sz="1400" b="0" strike="noStrike" spc="-1">
              <a:solidFill>
                <a:srgbClr val="FFFFFF"/>
              </a:solidFill>
              <a:latin typeface="Arial"/>
            </a:endParaRPr>
          </a:p>
        </p:txBody>
      </p:sp>
      <p:sp>
        <p:nvSpPr>
          <p:cNvPr id="305" name="Content Placeholder 2"/>
          <p:cNvSpPr/>
          <p:nvPr/>
        </p:nvSpPr>
        <p:spPr>
          <a:xfrm>
            <a:off x="1701720" y="3844980"/>
            <a:ext cx="9468360" cy="906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52000" indent="-252000">
              <a:lnSpc>
                <a:spcPct val="150000"/>
              </a:lnSpc>
              <a:buClr>
                <a:srgbClr val="000000"/>
              </a:buClr>
              <a:buFont typeface="Wingdings" charset="2"/>
              <a:buChar char=""/>
            </a:pPr>
            <a:r>
              <a:rPr lang="en-GB" sz="1400" b="0" strike="noStrike" spc="-1" dirty="0">
                <a:solidFill>
                  <a:srgbClr val="000000"/>
                </a:solidFill>
                <a:latin typeface="Helvetica Neue"/>
              </a:rPr>
              <a:t>This query creates a multikey index on the hobbies field in the users collection</a:t>
            </a:r>
            <a:endParaRPr lang="da-DK" sz="1400" b="0" strike="noStrike" spc="-1" dirty="0">
              <a:solidFill>
                <a:srgbClr val="000000"/>
              </a:solidFill>
              <a:latin typeface="Arial"/>
            </a:endParaRPr>
          </a:p>
          <a:p>
            <a:pPr marL="252000" indent="-252000">
              <a:lnSpc>
                <a:spcPct val="150000"/>
              </a:lnSpc>
              <a:buClr>
                <a:srgbClr val="000000"/>
              </a:buClr>
              <a:buFont typeface="Wingdings" charset="2"/>
              <a:buChar char=""/>
            </a:pPr>
            <a:r>
              <a:rPr lang="en-GB" sz="1400" b="0" strike="noStrike" spc="-1" dirty="0">
                <a:solidFill>
                  <a:srgbClr val="000000"/>
                </a:solidFill>
                <a:latin typeface="Helvetica Neue"/>
              </a:rPr>
              <a:t>Each value in the hobbies array is indexed</a:t>
            </a:r>
            <a:endParaRPr lang="da-DK" sz="1400" b="0" strike="noStrike" spc="-1" dirty="0">
              <a:solidFill>
                <a:srgbClr val="000000"/>
              </a:solidFill>
              <a:latin typeface="Arial"/>
            </a:endParaRPr>
          </a:p>
        </p:txBody>
      </p:sp>
      <p:sp>
        <p:nvSpPr>
          <p:cNvPr id="5" name="PlaceHolder 4"/>
          <p:cNvSpPr>
            <a:spLocks noGrp="1"/>
          </p:cNvSpPr>
          <p:nvPr>
            <p:ph type="sldNum" idx="4"/>
          </p:nvPr>
        </p:nvSpPr>
        <p:spPr/>
        <p:txBody>
          <a:bodyPr/>
          <a:lstStyle/>
          <a:p>
            <a:fld id="{401A8D9B-0752-4B16-A438-E0F20E9D2D4D}" type="slidenum">
              <a:rPr/>
              <a:t>42</a:t>
            </a:fld>
            <a:endParaRPr/>
          </a:p>
        </p:txBody>
      </p:sp>
      <p:sp>
        <p:nvSpPr>
          <p:cNvPr id="6" name="PlaceHolder 5"/>
          <p:cNvSpPr>
            <a:spLocks noGrp="1"/>
          </p:cNvSpPr>
          <p:nvPr>
            <p:ph type="dt" idx="2"/>
          </p:nvPr>
        </p:nvSpPr>
        <p:spPr/>
        <p:txBody>
          <a:bodyPr/>
          <a:lstStyle/>
          <a:p>
            <a:fld id="{2C6153B0-50E2-4277-8415-8AD859DCC808}" type="datetime1">
              <a:rPr lang="da-DK"/>
              <a:t>18.09.2024</a:t>
            </a:fld>
            <a:endParaRPr lang="da-DK"/>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 name="PlaceHolder 1"/>
          <p:cNvSpPr>
            <a:spLocks noGrp="1"/>
          </p:cNvSpPr>
          <p:nvPr>
            <p:ph type="title"/>
          </p:nvPr>
        </p:nvSpPr>
        <p:spPr>
          <a:xfrm>
            <a:off x="414720" y="999000"/>
            <a:ext cx="10952280" cy="114732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a:solidFill>
                  <a:srgbClr val="000000"/>
                </a:solidFill>
                <a:latin typeface="Arial"/>
              </a:rPr>
              <a:t>Text Index</a:t>
            </a:r>
            <a:endParaRPr lang="en-US" sz="3600" b="0" strike="noStrike" spc="-1">
              <a:solidFill>
                <a:srgbClr val="000000"/>
              </a:solidFill>
              <a:latin typeface="Arial"/>
            </a:endParaRPr>
          </a:p>
        </p:txBody>
      </p:sp>
      <p:sp>
        <p:nvSpPr>
          <p:cNvPr id="307" name="PlaceHolder 2"/>
          <p:cNvSpPr>
            <a:spLocks noGrp="1"/>
          </p:cNvSpPr>
          <p:nvPr>
            <p:ph/>
          </p:nvPr>
        </p:nvSpPr>
        <p:spPr>
          <a:xfrm>
            <a:off x="414720" y="1820880"/>
            <a:ext cx="9468360" cy="739080"/>
          </a:xfrm>
          <a:prstGeom prst="rect">
            <a:avLst/>
          </a:prstGeom>
          <a:noFill/>
          <a:ln w="0">
            <a:noFill/>
          </a:ln>
        </p:spPr>
        <p:txBody>
          <a:bodyPr lIns="0" tIns="0" rIns="0" bIns="0" anchor="t">
            <a:noAutofit/>
          </a:bodyPr>
          <a:lstStyle/>
          <a:p>
            <a:pPr marL="252000" indent="0">
              <a:lnSpc>
                <a:spcPct val="110000"/>
              </a:lnSpc>
              <a:buNone/>
            </a:pPr>
            <a:r>
              <a:rPr lang="en-GB" sz="1400" b="0" strike="noStrike" spc="-1">
                <a:solidFill>
                  <a:srgbClr val="000000"/>
                </a:solidFill>
                <a:latin typeface="Helvetica Neue"/>
              </a:rPr>
              <a:t>Text indexes:</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are created on string fields to optimize text search queries</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can be created using the createIndex() method</a:t>
            </a:r>
            <a:endParaRPr lang="en-US" sz="1400" b="0" strike="noStrike" spc="-1">
              <a:solidFill>
                <a:srgbClr val="000000"/>
              </a:solidFill>
              <a:latin typeface="Arial"/>
            </a:endParaRPr>
          </a:p>
        </p:txBody>
      </p:sp>
      <p:sp>
        <p:nvSpPr>
          <p:cNvPr id="308" name="PlaceHolder 3"/>
          <p:cNvSpPr>
            <a:spLocks noGrp="1"/>
          </p:cNvSpPr>
          <p:nvPr>
            <p:ph type="ftr" idx="43"/>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309" name="Rectangle 6"/>
          <p:cNvSpPr/>
          <p:nvPr/>
        </p:nvSpPr>
        <p:spPr>
          <a:xfrm>
            <a:off x="1701720" y="3181320"/>
            <a:ext cx="7760160" cy="401040"/>
          </a:xfrm>
          <a:prstGeom prst="rect">
            <a:avLst/>
          </a:prstGeom>
          <a:solidFill>
            <a:schemeClr val="tx1">
              <a:lumMod val="85000"/>
              <a:lumOff val="15000"/>
            </a:schemeClr>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72000" tIns="72000" rIns="72000" bIns="72000" anchor="t">
            <a:noAutofit/>
          </a:bodyPr>
          <a:lstStyle/>
          <a:p>
            <a:pPr>
              <a:lnSpc>
                <a:spcPct val="100000"/>
              </a:lnSpc>
            </a:pPr>
            <a:r>
              <a:rPr lang="en-GB" sz="1400" b="0" strike="noStrike" spc="-1">
                <a:solidFill>
                  <a:srgbClr val="9CDCFE"/>
                </a:solidFill>
                <a:latin typeface="Menlo"/>
              </a:rPr>
              <a:t>db</a:t>
            </a:r>
            <a:r>
              <a:rPr lang="en-GB" sz="1400" b="0" strike="noStrike" spc="-1">
                <a:solidFill>
                  <a:srgbClr val="D4D4D4"/>
                </a:solidFill>
                <a:latin typeface="Menlo"/>
              </a:rPr>
              <a:t>.</a:t>
            </a:r>
            <a:r>
              <a:rPr lang="en-GB" sz="1400" b="0" strike="noStrike" spc="-1">
                <a:solidFill>
                  <a:srgbClr val="9CDCFE"/>
                </a:solidFill>
                <a:latin typeface="Menlo"/>
              </a:rPr>
              <a:t>articles</a:t>
            </a:r>
            <a:r>
              <a:rPr lang="en-GB" sz="1400" b="0" strike="noStrike" spc="-1">
                <a:solidFill>
                  <a:srgbClr val="D4D4D4"/>
                </a:solidFill>
                <a:latin typeface="Menlo"/>
              </a:rPr>
              <a:t>.</a:t>
            </a:r>
            <a:r>
              <a:rPr lang="en-GB" sz="1400" b="0" strike="noStrike" spc="-1">
                <a:solidFill>
                  <a:srgbClr val="DCDCAA"/>
                </a:solidFill>
                <a:latin typeface="Menlo"/>
              </a:rPr>
              <a:t>createIndex</a:t>
            </a:r>
            <a:r>
              <a:rPr lang="en-GB" sz="1400" b="0" strike="noStrike" spc="-1">
                <a:solidFill>
                  <a:srgbClr val="D4D4D4"/>
                </a:solidFill>
                <a:latin typeface="Menlo"/>
              </a:rPr>
              <a:t>({ </a:t>
            </a:r>
            <a:r>
              <a:rPr lang="en-GB" sz="1400" b="0" strike="noStrike" spc="-1">
                <a:solidFill>
                  <a:srgbClr val="9CDCFE"/>
                </a:solidFill>
                <a:latin typeface="Menlo"/>
              </a:rPr>
              <a:t>content:</a:t>
            </a:r>
            <a:r>
              <a:rPr lang="en-GB" sz="1400" b="0" strike="noStrike" spc="-1">
                <a:solidFill>
                  <a:srgbClr val="D4D4D4"/>
                </a:solidFill>
                <a:latin typeface="Menlo"/>
              </a:rPr>
              <a:t> </a:t>
            </a:r>
            <a:r>
              <a:rPr lang="en-GB" sz="1400" b="0" strike="noStrike" spc="-1">
                <a:solidFill>
                  <a:srgbClr val="CE9178"/>
                </a:solidFill>
                <a:latin typeface="Menlo"/>
              </a:rPr>
              <a:t>"text"</a:t>
            </a:r>
            <a:r>
              <a:rPr lang="en-GB" sz="1400" b="0" strike="noStrike" spc="-1">
                <a:solidFill>
                  <a:srgbClr val="D4D4D4"/>
                </a:solidFill>
                <a:latin typeface="Menlo"/>
              </a:rPr>
              <a:t> })</a:t>
            </a:r>
            <a:endParaRPr lang="da-DK" sz="1400" b="0" strike="noStrike" spc="-1">
              <a:solidFill>
                <a:srgbClr val="FFFFFF"/>
              </a:solidFill>
              <a:latin typeface="Arial"/>
            </a:endParaRPr>
          </a:p>
        </p:txBody>
      </p:sp>
      <p:sp>
        <p:nvSpPr>
          <p:cNvPr id="310" name="Content Placeholder 2"/>
          <p:cNvSpPr/>
          <p:nvPr/>
        </p:nvSpPr>
        <p:spPr>
          <a:xfrm>
            <a:off x="1701720" y="3750660"/>
            <a:ext cx="9468360" cy="906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52000" indent="-252000">
              <a:lnSpc>
                <a:spcPct val="150000"/>
              </a:lnSpc>
              <a:buClr>
                <a:srgbClr val="000000"/>
              </a:buClr>
              <a:buFont typeface="Wingdings" charset="2"/>
              <a:buChar char=""/>
            </a:pPr>
            <a:r>
              <a:rPr lang="en-GB" sz="1400" b="0" strike="noStrike" spc="-1" dirty="0">
                <a:solidFill>
                  <a:srgbClr val="000000"/>
                </a:solidFill>
                <a:latin typeface="Helvetica Neue"/>
              </a:rPr>
              <a:t>This query creates a text index on the content field in the articles collection</a:t>
            </a:r>
            <a:endParaRPr lang="da-DK" sz="1400" b="0" strike="noStrike" spc="-1" dirty="0">
              <a:solidFill>
                <a:srgbClr val="000000"/>
              </a:solidFill>
              <a:latin typeface="Arial"/>
            </a:endParaRPr>
          </a:p>
          <a:p>
            <a:pPr marL="252000" indent="-252000">
              <a:lnSpc>
                <a:spcPct val="150000"/>
              </a:lnSpc>
              <a:buClr>
                <a:srgbClr val="000000"/>
              </a:buClr>
              <a:buFont typeface="Wingdings" charset="2"/>
              <a:buChar char=""/>
            </a:pPr>
            <a:r>
              <a:rPr lang="en-GB" sz="1400" b="0" strike="noStrike" spc="-1" dirty="0">
                <a:solidFill>
                  <a:srgbClr val="000000"/>
                </a:solidFill>
                <a:latin typeface="Helvetica Neue"/>
              </a:rPr>
              <a:t>The index is optimized for text search queries</a:t>
            </a:r>
            <a:endParaRPr lang="da-DK" sz="1400" b="0" strike="noStrike" spc="-1" dirty="0">
              <a:solidFill>
                <a:srgbClr val="000000"/>
              </a:solidFill>
              <a:latin typeface="Arial"/>
            </a:endParaRPr>
          </a:p>
        </p:txBody>
      </p:sp>
      <p:sp>
        <p:nvSpPr>
          <p:cNvPr id="5" name="PlaceHolder 4"/>
          <p:cNvSpPr>
            <a:spLocks noGrp="1"/>
          </p:cNvSpPr>
          <p:nvPr>
            <p:ph type="sldNum" idx="4"/>
          </p:nvPr>
        </p:nvSpPr>
        <p:spPr/>
        <p:txBody>
          <a:bodyPr/>
          <a:lstStyle/>
          <a:p>
            <a:fld id="{BE1E9173-F989-4FB7-964D-E588725D9042}" type="slidenum">
              <a:rPr/>
              <a:t>43</a:t>
            </a:fld>
            <a:endParaRPr/>
          </a:p>
        </p:txBody>
      </p:sp>
      <p:sp>
        <p:nvSpPr>
          <p:cNvPr id="6" name="PlaceHolder 5"/>
          <p:cNvSpPr>
            <a:spLocks noGrp="1"/>
          </p:cNvSpPr>
          <p:nvPr>
            <p:ph type="dt" idx="2"/>
          </p:nvPr>
        </p:nvSpPr>
        <p:spPr/>
        <p:txBody>
          <a:bodyPr/>
          <a:lstStyle/>
          <a:p>
            <a:fld id="{4950D495-47D0-464F-9D40-3D84F386A96F}" type="datetime1">
              <a:rPr lang="da-DK"/>
              <a:t>18.09.2024</a:t>
            </a:fld>
            <a:endParaRPr lang="da-DK"/>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 name="PlaceHolder 1"/>
          <p:cNvSpPr>
            <a:spLocks noGrp="1"/>
          </p:cNvSpPr>
          <p:nvPr>
            <p:ph type="title"/>
          </p:nvPr>
        </p:nvSpPr>
        <p:spPr>
          <a:xfrm>
            <a:off x="414720" y="999000"/>
            <a:ext cx="10952280" cy="114732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a:solidFill>
                  <a:srgbClr val="000000"/>
                </a:solidFill>
                <a:latin typeface="Arial"/>
              </a:rPr>
              <a:t>Geospatial Index</a:t>
            </a:r>
            <a:endParaRPr lang="en-US" sz="3600" b="0" strike="noStrike" spc="-1">
              <a:solidFill>
                <a:srgbClr val="000000"/>
              </a:solidFill>
              <a:latin typeface="Arial"/>
            </a:endParaRPr>
          </a:p>
        </p:txBody>
      </p:sp>
      <p:sp>
        <p:nvSpPr>
          <p:cNvPr id="312" name="PlaceHolder 2"/>
          <p:cNvSpPr>
            <a:spLocks noGrp="1"/>
          </p:cNvSpPr>
          <p:nvPr>
            <p:ph/>
          </p:nvPr>
        </p:nvSpPr>
        <p:spPr>
          <a:xfrm>
            <a:off x="414720" y="1820880"/>
            <a:ext cx="9468360" cy="739080"/>
          </a:xfrm>
          <a:prstGeom prst="rect">
            <a:avLst/>
          </a:prstGeom>
          <a:noFill/>
          <a:ln w="0">
            <a:noFill/>
          </a:ln>
        </p:spPr>
        <p:txBody>
          <a:bodyPr lIns="0" tIns="0" rIns="0" bIns="0" anchor="t">
            <a:noAutofit/>
          </a:bodyPr>
          <a:lstStyle/>
          <a:p>
            <a:pPr marL="252000" indent="0">
              <a:lnSpc>
                <a:spcPct val="110000"/>
              </a:lnSpc>
              <a:buNone/>
            </a:pPr>
            <a:r>
              <a:rPr lang="en-GB" sz="1400" b="0" strike="noStrike" spc="-1">
                <a:solidFill>
                  <a:srgbClr val="000000"/>
                </a:solidFill>
                <a:latin typeface="Helvetica Neue"/>
              </a:rPr>
              <a:t>Geospatial indexes:</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are created on geospatial coordinates to optimize spatial queries</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can be created using the createIndex() method</a:t>
            </a:r>
            <a:endParaRPr lang="en-US" sz="1400" b="0" strike="noStrike" spc="-1">
              <a:solidFill>
                <a:srgbClr val="000000"/>
              </a:solidFill>
              <a:latin typeface="Arial"/>
            </a:endParaRPr>
          </a:p>
        </p:txBody>
      </p:sp>
      <p:sp>
        <p:nvSpPr>
          <p:cNvPr id="313" name="PlaceHolder 3"/>
          <p:cNvSpPr>
            <a:spLocks noGrp="1"/>
          </p:cNvSpPr>
          <p:nvPr>
            <p:ph type="ftr" idx="44"/>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314" name="Rectangle 6"/>
          <p:cNvSpPr/>
          <p:nvPr/>
        </p:nvSpPr>
        <p:spPr>
          <a:xfrm>
            <a:off x="1701720" y="3326851"/>
            <a:ext cx="7760160" cy="401040"/>
          </a:xfrm>
          <a:prstGeom prst="rect">
            <a:avLst/>
          </a:prstGeom>
          <a:solidFill>
            <a:schemeClr val="tx1">
              <a:lumMod val="85000"/>
              <a:lumOff val="15000"/>
            </a:schemeClr>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72000" tIns="72000" rIns="72000" bIns="72000" anchor="t">
            <a:noAutofit/>
          </a:bodyPr>
          <a:lstStyle/>
          <a:p>
            <a:pPr>
              <a:lnSpc>
                <a:spcPct val="100000"/>
              </a:lnSpc>
            </a:pPr>
            <a:r>
              <a:rPr lang="en-GB" sz="1400" b="0" strike="noStrike" spc="-1">
                <a:solidFill>
                  <a:srgbClr val="9CDCFE"/>
                </a:solidFill>
                <a:latin typeface="Menlo"/>
              </a:rPr>
              <a:t>db</a:t>
            </a:r>
            <a:r>
              <a:rPr lang="en-GB" sz="1400" b="0" strike="noStrike" spc="-1">
                <a:solidFill>
                  <a:srgbClr val="D4D4D4"/>
                </a:solidFill>
                <a:latin typeface="Menlo"/>
              </a:rPr>
              <a:t>.</a:t>
            </a:r>
            <a:r>
              <a:rPr lang="en-GB" sz="1400" b="0" strike="noStrike" spc="-1">
                <a:solidFill>
                  <a:srgbClr val="9CDCFE"/>
                </a:solidFill>
                <a:latin typeface="Menlo"/>
              </a:rPr>
              <a:t>places</a:t>
            </a:r>
            <a:r>
              <a:rPr lang="en-GB" sz="1400" b="0" strike="noStrike" spc="-1">
                <a:solidFill>
                  <a:srgbClr val="D4D4D4"/>
                </a:solidFill>
                <a:latin typeface="Menlo"/>
              </a:rPr>
              <a:t>.</a:t>
            </a:r>
            <a:r>
              <a:rPr lang="en-GB" sz="1400" b="0" strike="noStrike" spc="-1">
                <a:solidFill>
                  <a:srgbClr val="DCDCAA"/>
                </a:solidFill>
                <a:latin typeface="Menlo"/>
              </a:rPr>
              <a:t>createIndex</a:t>
            </a:r>
            <a:r>
              <a:rPr lang="en-GB" sz="1400" b="0" strike="noStrike" spc="-1">
                <a:solidFill>
                  <a:srgbClr val="D4D4D4"/>
                </a:solidFill>
                <a:latin typeface="Menlo"/>
              </a:rPr>
              <a:t>({ </a:t>
            </a:r>
            <a:r>
              <a:rPr lang="en-GB" sz="1400" b="0" strike="noStrike" spc="-1">
                <a:solidFill>
                  <a:srgbClr val="9CDCFE"/>
                </a:solidFill>
                <a:latin typeface="Menlo"/>
              </a:rPr>
              <a:t>location:</a:t>
            </a:r>
            <a:r>
              <a:rPr lang="en-GB" sz="1400" b="0" strike="noStrike" spc="-1">
                <a:solidFill>
                  <a:srgbClr val="D4D4D4"/>
                </a:solidFill>
                <a:latin typeface="Menlo"/>
              </a:rPr>
              <a:t> </a:t>
            </a:r>
            <a:r>
              <a:rPr lang="en-GB" sz="1400" b="0" strike="noStrike" spc="-1">
                <a:solidFill>
                  <a:srgbClr val="CE9178"/>
                </a:solidFill>
                <a:latin typeface="Menlo"/>
              </a:rPr>
              <a:t>"2dsphere"</a:t>
            </a:r>
            <a:r>
              <a:rPr lang="en-GB" sz="1400" b="0" strike="noStrike" spc="-1">
                <a:solidFill>
                  <a:srgbClr val="D4D4D4"/>
                </a:solidFill>
                <a:latin typeface="Menlo"/>
              </a:rPr>
              <a:t> })</a:t>
            </a:r>
            <a:endParaRPr lang="da-DK" sz="1400" b="0" strike="noStrike" spc="-1">
              <a:solidFill>
                <a:srgbClr val="FFFFFF"/>
              </a:solidFill>
              <a:latin typeface="Arial"/>
            </a:endParaRPr>
          </a:p>
        </p:txBody>
      </p:sp>
      <p:sp>
        <p:nvSpPr>
          <p:cNvPr id="315" name="Content Placeholder 2"/>
          <p:cNvSpPr/>
          <p:nvPr/>
        </p:nvSpPr>
        <p:spPr>
          <a:xfrm>
            <a:off x="1701720" y="3888269"/>
            <a:ext cx="9468360" cy="906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52000" indent="-252000">
              <a:lnSpc>
                <a:spcPct val="150000"/>
              </a:lnSpc>
              <a:buClr>
                <a:srgbClr val="000000"/>
              </a:buClr>
              <a:buFont typeface="Wingdings" charset="2"/>
              <a:buChar char=""/>
            </a:pPr>
            <a:r>
              <a:rPr lang="en-GB" sz="1400" b="0" strike="noStrike" spc="-1" dirty="0">
                <a:solidFill>
                  <a:srgbClr val="000000"/>
                </a:solidFill>
                <a:latin typeface="Helvetica Neue"/>
              </a:rPr>
              <a:t>This query creates a geospatial index on the location field in the places collection</a:t>
            </a:r>
            <a:endParaRPr lang="da-DK" sz="1400" b="0" strike="noStrike" spc="-1" dirty="0">
              <a:solidFill>
                <a:srgbClr val="000000"/>
              </a:solidFill>
              <a:latin typeface="Arial"/>
            </a:endParaRPr>
          </a:p>
          <a:p>
            <a:pPr marL="252000" indent="-252000">
              <a:lnSpc>
                <a:spcPct val="150000"/>
              </a:lnSpc>
              <a:buClr>
                <a:srgbClr val="000000"/>
              </a:buClr>
              <a:buFont typeface="Wingdings" charset="2"/>
              <a:buChar char=""/>
            </a:pPr>
            <a:r>
              <a:rPr lang="en-GB" sz="1400" b="0" strike="noStrike" spc="-1" dirty="0">
                <a:solidFill>
                  <a:srgbClr val="000000"/>
                </a:solidFill>
                <a:latin typeface="Helvetica Neue"/>
              </a:rPr>
              <a:t>The index is optimized for spatial queries using the 2dsphere coordinate system</a:t>
            </a:r>
            <a:endParaRPr lang="da-DK" sz="1400" b="0" strike="noStrike" spc="-1" dirty="0">
              <a:solidFill>
                <a:srgbClr val="000000"/>
              </a:solidFill>
              <a:latin typeface="Arial"/>
            </a:endParaRPr>
          </a:p>
        </p:txBody>
      </p:sp>
      <p:sp>
        <p:nvSpPr>
          <p:cNvPr id="5" name="PlaceHolder 4"/>
          <p:cNvSpPr>
            <a:spLocks noGrp="1"/>
          </p:cNvSpPr>
          <p:nvPr>
            <p:ph type="sldNum" idx="4"/>
          </p:nvPr>
        </p:nvSpPr>
        <p:spPr/>
        <p:txBody>
          <a:bodyPr/>
          <a:lstStyle/>
          <a:p>
            <a:fld id="{B4C7037B-A50B-4C8F-B000-CA7F55613EEE}" type="slidenum">
              <a:rPr/>
              <a:t>44</a:t>
            </a:fld>
            <a:endParaRPr/>
          </a:p>
        </p:txBody>
      </p:sp>
      <p:sp>
        <p:nvSpPr>
          <p:cNvPr id="6" name="PlaceHolder 5"/>
          <p:cNvSpPr>
            <a:spLocks noGrp="1"/>
          </p:cNvSpPr>
          <p:nvPr>
            <p:ph type="dt" idx="2"/>
          </p:nvPr>
        </p:nvSpPr>
        <p:spPr/>
        <p:txBody>
          <a:bodyPr/>
          <a:lstStyle/>
          <a:p>
            <a:fld id="{C09563FC-533C-4AAF-BC3A-95261D16D2E9}" type="datetime1">
              <a:rPr lang="da-DK"/>
              <a:t>18.09.2024</a:t>
            </a:fld>
            <a:endParaRPr lang="da-DK"/>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 name="PlaceHolder 1"/>
          <p:cNvSpPr>
            <a:spLocks noGrp="1"/>
          </p:cNvSpPr>
          <p:nvPr>
            <p:ph type="title"/>
          </p:nvPr>
        </p:nvSpPr>
        <p:spPr>
          <a:xfrm>
            <a:off x="349560" y="1760400"/>
            <a:ext cx="10068480" cy="4070160"/>
          </a:xfrm>
          <a:prstGeom prst="rect">
            <a:avLst/>
          </a:prstGeom>
          <a:noFill/>
          <a:ln w="0">
            <a:noFill/>
          </a:ln>
        </p:spPr>
        <p:txBody>
          <a:bodyPr lIns="0" tIns="0" rIns="0" bIns="0" anchor="t">
            <a:noAutofit/>
          </a:bodyPr>
          <a:lstStyle/>
          <a:p>
            <a:pPr indent="0">
              <a:buNone/>
              <a:tabLst>
                <a:tab pos="1438200" algn="l"/>
              </a:tabLst>
            </a:pPr>
            <a:endParaRPr lang="en-US" sz="9400" b="1" strike="noStrike" spc="-1">
              <a:solidFill>
                <a:srgbClr val="000000"/>
              </a:solidFill>
              <a:latin typeface="Arial"/>
            </a:endParaRPr>
          </a:p>
        </p:txBody>
      </p:sp>
      <p:sp>
        <p:nvSpPr>
          <p:cNvPr id="350" name="Rektangel 3"/>
          <p:cNvSpPr/>
          <p:nvPr/>
        </p:nvSpPr>
        <p:spPr>
          <a:xfrm>
            <a:off x="0" y="0"/>
            <a:ext cx="12191760" cy="6857640"/>
          </a:xfrm>
          <a:prstGeom prst="rect">
            <a:avLst/>
          </a:prstGeom>
          <a:solidFill>
            <a:schemeClr val="accent1"/>
          </a:solidFill>
          <a:ln>
            <a:solidFill>
              <a:srgbClr val="AEB862"/>
            </a:solidFill>
          </a:ln>
        </p:spPr>
        <p:style>
          <a:lnRef idx="2">
            <a:schemeClr val="accent1">
              <a:shade val="50000"/>
            </a:schemeClr>
          </a:lnRef>
          <a:fillRef idx="1">
            <a:schemeClr val="accent1"/>
          </a:fillRef>
          <a:effectRef idx="0">
            <a:schemeClr val="accent1"/>
          </a:effectRef>
          <a:fontRef idx="minor"/>
        </p:style>
        <p:txBody>
          <a:bodyPr lIns="72000" tIns="72000" rIns="72000" bIns="72000" anchor="ctr">
            <a:noAutofit/>
          </a:bodyPr>
          <a:lstStyle/>
          <a:p>
            <a:pPr algn="ctr">
              <a:lnSpc>
                <a:spcPct val="100000"/>
              </a:lnSpc>
            </a:pPr>
            <a:r>
              <a:rPr lang="da-DK" sz="2800" b="1" strike="noStrike" spc="-1">
                <a:solidFill>
                  <a:schemeClr val="lt1"/>
                </a:solidFill>
                <a:latin typeface="Arial"/>
              </a:rPr>
              <a:t>Security</a:t>
            </a:r>
            <a:endParaRPr lang="da-DK" sz="2800" b="0" strike="noStrike" spc="-1">
              <a:solidFill>
                <a:srgbClr val="000000"/>
              </a:solidFill>
              <a:latin typeface="Arial"/>
            </a:endParaRPr>
          </a:p>
        </p:txBody>
      </p:sp>
      <p:sp>
        <p:nvSpPr>
          <p:cNvPr id="3" name="PlaceHolder 2"/>
          <p:cNvSpPr>
            <a:spLocks noGrp="1"/>
          </p:cNvSpPr>
          <p:nvPr>
            <p:ph type="dt" idx="5"/>
          </p:nvPr>
        </p:nvSpPr>
        <p:spPr>
          <a:xfrm>
            <a:off x="0" y="6912000"/>
            <a:ext cx="0" cy="0"/>
          </a:xfrm>
          <a:prstGeom prst="rect">
            <a:avLst/>
          </a:prstGeom>
          <a:noFill/>
          <a:ln w="0">
            <a:noFill/>
          </a:ln>
        </p:spPr>
        <p:txBody>
          <a:bodyPr tIns="0" bIns="0" anchor="ctr">
            <a:noAutofit/>
          </a:bodyPr>
          <a:lstStyle>
            <a:defPPr>
              <a:defRPr lang="en-DK"/>
            </a:defPPr>
            <a:lvl1pPr marL="0" indent="0" algn="l" defTabSz="914400" rtl="0" eaLnBrk="1" latinLnBrk="0" hangingPunct="1">
              <a:lnSpc>
                <a:spcPct val="100000"/>
              </a:lnSpc>
              <a:buNone/>
              <a:defRPr lang="en-GB" sz="100" b="0" strike="noStrike" kern="1200" spc="-1">
                <a:solidFill>
                  <a:srgbClr val="FFFFFF">
                    <a:alpha val="1000"/>
                  </a:srgbClr>
                </a:solidFill>
                <a:latin typeface="Arial"/>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da-DK"/>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 name="PlaceHolder 1"/>
          <p:cNvSpPr>
            <a:spLocks noGrp="1"/>
          </p:cNvSpPr>
          <p:nvPr>
            <p:ph type="title"/>
          </p:nvPr>
        </p:nvSpPr>
        <p:spPr>
          <a:xfrm>
            <a:off x="414720" y="999000"/>
            <a:ext cx="10952280" cy="114732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a:solidFill>
                  <a:srgbClr val="000000"/>
                </a:solidFill>
                <a:latin typeface="Arial"/>
              </a:rPr>
              <a:t>MongoDB Security Features</a:t>
            </a:r>
            <a:endParaRPr lang="en-US" sz="3600" b="0" strike="noStrike" spc="-1">
              <a:solidFill>
                <a:srgbClr val="000000"/>
              </a:solidFill>
              <a:latin typeface="Arial"/>
            </a:endParaRPr>
          </a:p>
        </p:txBody>
      </p:sp>
      <p:sp>
        <p:nvSpPr>
          <p:cNvPr id="352" name="PlaceHolder 2"/>
          <p:cNvSpPr>
            <a:spLocks noGrp="1"/>
          </p:cNvSpPr>
          <p:nvPr>
            <p:ph/>
          </p:nvPr>
        </p:nvSpPr>
        <p:spPr>
          <a:xfrm>
            <a:off x="414720" y="1820880"/>
            <a:ext cx="9468360" cy="2890080"/>
          </a:xfrm>
          <a:prstGeom prst="rect">
            <a:avLst/>
          </a:prstGeom>
          <a:noFill/>
          <a:ln w="0">
            <a:noFill/>
          </a:ln>
        </p:spPr>
        <p:txBody>
          <a:bodyPr lIns="0" tIns="0" rIns="0" bIns="0" anchor="t">
            <a:noAutofit/>
          </a:bodyPr>
          <a:lstStyle/>
          <a:p>
            <a:pPr marL="252000" indent="-252000">
              <a:lnSpc>
                <a:spcPct val="110000"/>
              </a:lnSpc>
              <a:buClr>
                <a:srgbClr val="000000"/>
              </a:buClr>
              <a:buFont typeface="Wingdings" charset="2"/>
              <a:buChar char=""/>
            </a:pPr>
            <a:r>
              <a:rPr lang="en-GB" sz="1400" b="0" strike="noStrike" spc="-1" dirty="0">
                <a:solidFill>
                  <a:srgbClr val="000000"/>
                </a:solidFill>
                <a:latin typeface="Helvetica Neue"/>
              </a:rPr>
              <a:t>MongoDB provides several security features to protect your data</a:t>
            </a:r>
            <a:endParaRPr lang="en-US" sz="1400" b="0" strike="noStrike" spc="-1" dirty="0">
              <a:solidFill>
                <a:srgbClr val="000000"/>
              </a:solidFill>
              <a:latin typeface="Arial"/>
            </a:endParaRPr>
          </a:p>
          <a:p>
            <a:pPr marL="252000" indent="-252000">
              <a:lnSpc>
                <a:spcPct val="110000"/>
              </a:lnSpc>
              <a:buClr>
                <a:srgbClr val="000000"/>
              </a:buClr>
              <a:buFont typeface="Wingdings" charset="2"/>
              <a:buChar char=""/>
            </a:pPr>
            <a:r>
              <a:rPr lang="en-GB" sz="1400" b="0" strike="noStrike" spc="-1" dirty="0">
                <a:solidFill>
                  <a:srgbClr val="000000"/>
                </a:solidFill>
                <a:latin typeface="Helvetica Neue"/>
              </a:rPr>
              <a:t>Notably, these features include:</a:t>
            </a:r>
            <a:endParaRPr lang="en-US" sz="1400" b="0" strike="noStrike" spc="-1" dirty="0">
              <a:solidFill>
                <a:srgbClr val="000000"/>
              </a:solidFill>
              <a:latin typeface="Arial"/>
            </a:endParaRPr>
          </a:p>
          <a:p>
            <a:pPr marL="504000" lvl="1" indent="-252000">
              <a:lnSpc>
                <a:spcPct val="110000"/>
              </a:lnSpc>
              <a:buClr>
                <a:srgbClr val="000000"/>
              </a:buClr>
              <a:buFont typeface="Wingdings" charset="2"/>
              <a:buChar char=""/>
            </a:pPr>
            <a:r>
              <a:rPr lang="en-GB" sz="1400" b="0" strike="noStrike" spc="-1" dirty="0">
                <a:solidFill>
                  <a:srgbClr val="000000"/>
                </a:solidFill>
                <a:latin typeface="Helvetica Neue"/>
              </a:rPr>
              <a:t>Authentication and authorization</a:t>
            </a:r>
            <a:endParaRPr lang="en-US" sz="1400" b="0" strike="noStrike" spc="-1" dirty="0">
              <a:solidFill>
                <a:srgbClr val="000000"/>
              </a:solidFill>
              <a:latin typeface="Arial"/>
            </a:endParaRPr>
          </a:p>
          <a:p>
            <a:pPr marL="504000" lvl="1" indent="-252000">
              <a:lnSpc>
                <a:spcPct val="110000"/>
              </a:lnSpc>
              <a:buClr>
                <a:srgbClr val="000000"/>
              </a:buClr>
              <a:buFont typeface="Wingdings" charset="2"/>
              <a:buChar char=""/>
            </a:pPr>
            <a:r>
              <a:rPr lang="en-GB" sz="1400" b="0" strike="noStrike" spc="-1" dirty="0">
                <a:solidFill>
                  <a:srgbClr val="000000"/>
                </a:solidFill>
                <a:latin typeface="Helvetica Neue"/>
              </a:rPr>
              <a:t>Encryption at rest and in transit</a:t>
            </a:r>
            <a:endParaRPr lang="en-US" sz="1400" b="0" strike="noStrike" spc="-1" dirty="0">
              <a:solidFill>
                <a:srgbClr val="000000"/>
              </a:solidFill>
              <a:latin typeface="Arial"/>
            </a:endParaRPr>
          </a:p>
          <a:p>
            <a:pPr marL="504000" lvl="1" indent="-252000">
              <a:lnSpc>
                <a:spcPct val="110000"/>
              </a:lnSpc>
              <a:buClr>
                <a:srgbClr val="000000"/>
              </a:buClr>
              <a:buFont typeface="Wingdings" charset="2"/>
              <a:buChar char=""/>
            </a:pPr>
            <a:r>
              <a:rPr lang="en-GB" sz="1400" b="0" strike="noStrike" spc="-1" dirty="0">
                <a:solidFill>
                  <a:srgbClr val="000000"/>
                </a:solidFill>
                <a:latin typeface="Helvetica Neue"/>
              </a:rPr>
              <a:t>Role-based access control</a:t>
            </a:r>
            <a:endParaRPr lang="en-US" sz="1400" b="0" strike="noStrike" spc="-1" dirty="0">
              <a:solidFill>
                <a:srgbClr val="000000"/>
              </a:solidFill>
              <a:latin typeface="Arial"/>
            </a:endParaRPr>
          </a:p>
          <a:p>
            <a:pPr marL="504000" lvl="1" indent="-252000">
              <a:lnSpc>
                <a:spcPct val="110000"/>
              </a:lnSpc>
              <a:buClr>
                <a:srgbClr val="000000"/>
              </a:buClr>
              <a:buFont typeface="Wingdings" charset="2"/>
              <a:buChar char=""/>
            </a:pPr>
            <a:r>
              <a:rPr lang="en-GB" sz="1400" b="0" strike="noStrike" spc="-1" dirty="0">
                <a:solidFill>
                  <a:srgbClr val="000000"/>
                </a:solidFill>
                <a:latin typeface="Helvetica Neue"/>
              </a:rPr>
              <a:t>Network encryption</a:t>
            </a:r>
            <a:endParaRPr lang="en-US" sz="1400" b="0" strike="noStrike" spc="-1" dirty="0">
              <a:solidFill>
                <a:srgbClr val="000000"/>
              </a:solidFill>
              <a:latin typeface="Arial"/>
            </a:endParaRPr>
          </a:p>
          <a:p>
            <a:pPr marL="504000" lvl="1" indent="-252000">
              <a:lnSpc>
                <a:spcPct val="110000"/>
              </a:lnSpc>
              <a:buClr>
                <a:srgbClr val="000000"/>
              </a:buClr>
              <a:buFont typeface="Wingdings" charset="2"/>
              <a:buChar char=""/>
            </a:pPr>
            <a:r>
              <a:rPr lang="en-GB" sz="1400" b="0" strike="noStrike" spc="-1" dirty="0">
                <a:solidFill>
                  <a:srgbClr val="000000"/>
                </a:solidFill>
                <a:latin typeface="Helvetica Neue"/>
              </a:rPr>
              <a:t>Auditing and logging</a:t>
            </a:r>
            <a:endParaRPr lang="en-US" sz="1400" b="0" strike="noStrike" spc="-1" dirty="0">
              <a:solidFill>
                <a:srgbClr val="000000"/>
              </a:solidFill>
              <a:latin typeface="Arial"/>
            </a:endParaRPr>
          </a:p>
        </p:txBody>
      </p:sp>
      <p:sp>
        <p:nvSpPr>
          <p:cNvPr id="353" name="PlaceHolder 3"/>
          <p:cNvSpPr>
            <a:spLocks noGrp="1"/>
          </p:cNvSpPr>
          <p:nvPr>
            <p:ph type="ftr" idx="52"/>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5" name="PlaceHolder 4"/>
          <p:cNvSpPr>
            <a:spLocks noGrp="1"/>
          </p:cNvSpPr>
          <p:nvPr>
            <p:ph type="sldNum" idx="4"/>
          </p:nvPr>
        </p:nvSpPr>
        <p:spPr/>
        <p:txBody>
          <a:bodyPr/>
          <a:lstStyle/>
          <a:p>
            <a:fld id="{9D86CD01-EEA2-46D9-B4A4-6CD0056BB5C3}" type="slidenum">
              <a:rPr/>
              <a:t>46</a:t>
            </a:fld>
            <a:endParaRPr/>
          </a:p>
        </p:txBody>
      </p:sp>
      <p:sp>
        <p:nvSpPr>
          <p:cNvPr id="6" name="PlaceHolder 5"/>
          <p:cNvSpPr>
            <a:spLocks noGrp="1"/>
          </p:cNvSpPr>
          <p:nvPr>
            <p:ph type="dt" idx="2"/>
          </p:nvPr>
        </p:nvSpPr>
        <p:spPr/>
        <p:txBody>
          <a:bodyPr/>
          <a:lstStyle/>
          <a:p>
            <a:fld id="{5BFB9E67-25BC-4D1E-8507-D9A7678C7CBF}" type="datetime1">
              <a:rPr lang="da-DK"/>
              <a:t>18.09.2024</a:t>
            </a:fld>
            <a:endParaRPr lang="da-DK"/>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 name="PlaceHolder 1"/>
          <p:cNvSpPr>
            <a:spLocks noGrp="1"/>
          </p:cNvSpPr>
          <p:nvPr>
            <p:ph type="title"/>
          </p:nvPr>
        </p:nvSpPr>
        <p:spPr>
          <a:xfrm>
            <a:off x="414720" y="999000"/>
            <a:ext cx="10952280" cy="114732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a:solidFill>
                  <a:srgbClr val="000000"/>
                </a:solidFill>
                <a:latin typeface="Arial"/>
              </a:rPr>
              <a:t>Authentication and Authorization in MongoDB</a:t>
            </a:r>
            <a:endParaRPr lang="en-US" sz="3600" b="0" strike="noStrike" spc="-1">
              <a:solidFill>
                <a:srgbClr val="000000"/>
              </a:solidFill>
              <a:latin typeface="Arial"/>
            </a:endParaRPr>
          </a:p>
        </p:txBody>
      </p:sp>
      <p:sp>
        <p:nvSpPr>
          <p:cNvPr id="355" name="PlaceHolder 2"/>
          <p:cNvSpPr>
            <a:spLocks noGrp="1"/>
          </p:cNvSpPr>
          <p:nvPr>
            <p:ph/>
          </p:nvPr>
        </p:nvSpPr>
        <p:spPr>
          <a:xfrm>
            <a:off x="414720" y="1820880"/>
            <a:ext cx="9468360" cy="2019240"/>
          </a:xfrm>
          <a:prstGeom prst="rect">
            <a:avLst/>
          </a:prstGeom>
          <a:noFill/>
          <a:ln w="0">
            <a:noFill/>
          </a:ln>
        </p:spPr>
        <p:txBody>
          <a:bodyPr lIns="0" tIns="0" rIns="0" bIns="0" anchor="t">
            <a:noAutofit/>
          </a:bodyPr>
          <a:lstStyle/>
          <a:p>
            <a:pPr marL="252000" indent="-252000">
              <a:lnSpc>
                <a:spcPct val="110000"/>
              </a:lnSpc>
              <a:buClr>
                <a:srgbClr val="000000"/>
              </a:buClr>
              <a:buFont typeface="Wingdings" charset="2"/>
              <a:buChar char=""/>
            </a:pPr>
            <a:r>
              <a:rPr lang="en-GB" sz="1400" b="0" strike="noStrike" spc="-1">
                <a:solidFill>
                  <a:srgbClr val="000000"/>
                </a:solidFill>
                <a:latin typeface="Helvetica Neue"/>
              </a:rPr>
              <a:t>MongoDB provides several mechanisms for authentication and authorization, including:</a:t>
            </a:r>
            <a:endParaRPr lang="en-US" sz="1400" b="0" strike="noStrike" spc="-1">
              <a:solidFill>
                <a:srgbClr val="000000"/>
              </a:solidFill>
              <a:latin typeface="Arial"/>
            </a:endParaRPr>
          </a:p>
          <a:p>
            <a:pPr marL="504000" lvl="1" indent="-252000">
              <a:lnSpc>
                <a:spcPct val="110000"/>
              </a:lnSpc>
              <a:buClr>
                <a:srgbClr val="000000"/>
              </a:buClr>
              <a:buFont typeface="Wingdings" charset="2"/>
              <a:buChar char=""/>
            </a:pPr>
            <a:r>
              <a:rPr lang="en-GB" sz="1200" b="0" strike="noStrike" spc="-1">
                <a:solidFill>
                  <a:srgbClr val="000000"/>
                </a:solidFill>
                <a:latin typeface="Helvetica Neue"/>
              </a:rPr>
              <a:t>Password authentication</a:t>
            </a:r>
            <a:endParaRPr lang="en-US" sz="1200" b="0" strike="noStrike" spc="-1">
              <a:solidFill>
                <a:srgbClr val="000000"/>
              </a:solidFill>
              <a:latin typeface="Arial"/>
            </a:endParaRPr>
          </a:p>
          <a:p>
            <a:pPr marL="504000" lvl="1" indent="-252000">
              <a:lnSpc>
                <a:spcPct val="110000"/>
              </a:lnSpc>
              <a:buClr>
                <a:srgbClr val="000000"/>
              </a:buClr>
              <a:buFont typeface="Wingdings" charset="2"/>
              <a:buChar char=""/>
            </a:pPr>
            <a:r>
              <a:rPr lang="en-GB" sz="1200" b="0" strike="noStrike" spc="-1">
                <a:solidFill>
                  <a:srgbClr val="000000"/>
                </a:solidFill>
                <a:latin typeface="Helvetica Neue"/>
              </a:rPr>
              <a:t>Kerberos authentication</a:t>
            </a:r>
            <a:endParaRPr lang="en-US" sz="1200" b="0" strike="noStrike" spc="-1">
              <a:solidFill>
                <a:srgbClr val="000000"/>
              </a:solidFill>
              <a:latin typeface="Arial"/>
            </a:endParaRPr>
          </a:p>
          <a:p>
            <a:pPr marL="504000" lvl="1" indent="-252000">
              <a:lnSpc>
                <a:spcPct val="110000"/>
              </a:lnSpc>
              <a:buClr>
                <a:srgbClr val="000000"/>
              </a:buClr>
              <a:buFont typeface="Wingdings" charset="2"/>
              <a:buChar char=""/>
            </a:pPr>
            <a:r>
              <a:rPr lang="en-GB" sz="1200" b="0" strike="noStrike" spc="-1">
                <a:solidFill>
                  <a:srgbClr val="000000"/>
                </a:solidFill>
                <a:latin typeface="Helvetica Neue"/>
              </a:rPr>
              <a:t>LDAP authentication</a:t>
            </a:r>
            <a:endParaRPr lang="en-US" sz="1200" b="0" strike="noStrike" spc="-1">
              <a:solidFill>
                <a:srgbClr val="000000"/>
              </a:solidFill>
              <a:latin typeface="Arial"/>
            </a:endParaRPr>
          </a:p>
          <a:p>
            <a:pPr marL="504000" lvl="1" indent="-252000">
              <a:lnSpc>
                <a:spcPct val="110000"/>
              </a:lnSpc>
              <a:buClr>
                <a:srgbClr val="000000"/>
              </a:buClr>
              <a:buFont typeface="Wingdings" charset="2"/>
              <a:buChar char=""/>
            </a:pPr>
            <a:r>
              <a:rPr lang="en-GB" sz="1200" b="0" strike="noStrike" spc="-1">
                <a:solidFill>
                  <a:srgbClr val="000000"/>
                </a:solidFill>
                <a:latin typeface="Helvetica Neue"/>
              </a:rPr>
              <a:t>X.509 certificate authentication</a:t>
            </a:r>
            <a:endParaRPr lang="en-US" sz="12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Authorization in MongoDB is based on roles and privileges</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Roles define what actions a user can perform on a particular database or collection</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Privileges define what actions a user can perform on a specific resource, such as a database or collection</a:t>
            </a:r>
            <a:endParaRPr lang="en-US" sz="1400" b="0" strike="noStrike" spc="-1">
              <a:solidFill>
                <a:srgbClr val="000000"/>
              </a:solidFill>
              <a:latin typeface="Arial"/>
            </a:endParaRPr>
          </a:p>
        </p:txBody>
      </p:sp>
      <p:sp>
        <p:nvSpPr>
          <p:cNvPr id="356" name="PlaceHolder 3"/>
          <p:cNvSpPr>
            <a:spLocks noGrp="1"/>
          </p:cNvSpPr>
          <p:nvPr>
            <p:ph type="ftr" idx="53"/>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357" name="Rectangle 6"/>
          <p:cNvSpPr/>
          <p:nvPr/>
        </p:nvSpPr>
        <p:spPr>
          <a:xfrm>
            <a:off x="4431840" y="4269628"/>
            <a:ext cx="7760160" cy="1463400"/>
          </a:xfrm>
          <a:prstGeom prst="rect">
            <a:avLst/>
          </a:prstGeom>
          <a:solidFill>
            <a:schemeClr val="tx1">
              <a:lumMod val="85000"/>
              <a:lumOff val="15000"/>
            </a:schemeClr>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72000" tIns="72000" rIns="72000" bIns="72000" anchor="t">
            <a:noAutofit/>
          </a:bodyPr>
          <a:lstStyle/>
          <a:p>
            <a:pPr>
              <a:lnSpc>
                <a:spcPct val="100000"/>
              </a:lnSpc>
            </a:pPr>
            <a:r>
              <a:rPr lang="en-GB" sz="1400" b="0" strike="noStrike" spc="-1">
                <a:solidFill>
                  <a:srgbClr val="9CDCFE"/>
                </a:solidFill>
                <a:latin typeface="Menlo"/>
              </a:rPr>
              <a:t>use</a:t>
            </a:r>
            <a:r>
              <a:rPr lang="en-GB" sz="1400" b="0" strike="noStrike" spc="-1">
                <a:solidFill>
                  <a:srgbClr val="D4D4D4"/>
                </a:solidFill>
                <a:latin typeface="Menlo"/>
              </a:rPr>
              <a:t> </a:t>
            </a:r>
            <a:r>
              <a:rPr lang="en-GB" sz="1400" b="0" strike="noStrike" spc="-1">
                <a:solidFill>
                  <a:srgbClr val="9CDCFE"/>
                </a:solidFill>
                <a:latin typeface="Menlo"/>
              </a:rPr>
              <a:t>admin</a:t>
            </a:r>
            <a:endParaRPr lang="da-DK" sz="1400" b="0" strike="noStrike" spc="-1">
              <a:solidFill>
                <a:srgbClr val="FFFFFF"/>
              </a:solidFill>
              <a:latin typeface="Arial"/>
            </a:endParaRPr>
          </a:p>
          <a:p>
            <a:pPr>
              <a:lnSpc>
                <a:spcPct val="100000"/>
              </a:lnSpc>
            </a:pPr>
            <a:r>
              <a:rPr lang="en-GB" sz="1400" b="0" strike="noStrike" spc="-1">
                <a:solidFill>
                  <a:srgbClr val="9CDCFE"/>
                </a:solidFill>
                <a:latin typeface="Menlo"/>
              </a:rPr>
              <a:t>db</a:t>
            </a:r>
            <a:r>
              <a:rPr lang="en-GB" sz="1400" b="0" strike="noStrike" spc="-1">
                <a:solidFill>
                  <a:srgbClr val="D4D4D4"/>
                </a:solidFill>
                <a:latin typeface="Menlo"/>
              </a:rPr>
              <a:t>.</a:t>
            </a:r>
            <a:r>
              <a:rPr lang="en-GB" sz="1400" b="0" strike="noStrike" spc="-1">
                <a:solidFill>
                  <a:srgbClr val="DCDCAA"/>
                </a:solidFill>
                <a:latin typeface="Menlo"/>
              </a:rPr>
              <a:t>createUser</a:t>
            </a:r>
            <a:r>
              <a:rPr lang="en-GB" sz="1400" b="0" strike="noStrike" spc="-1">
                <a:solidFill>
                  <a:srgbClr val="D4D4D4"/>
                </a:solidFill>
                <a:latin typeface="Menlo"/>
              </a:rPr>
              <a:t>({</a:t>
            </a:r>
            <a:endParaRPr lang="da-DK" sz="1400" b="0" strike="noStrike" spc="-1">
              <a:solidFill>
                <a:srgbClr val="FFFFFF"/>
              </a:solidFill>
              <a:latin typeface="Arial"/>
            </a:endParaRPr>
          </a:p>
          <a:p>
            <a:pPr>
              <a:lnSpc>
                <a:spcPct val="100000"/>
              </a:lnSpc>
            </a:pPr>
            <a:r>
              <a:rPr lang="en-GB" sz="1400" b="0" strike="noStrike" spc="-1">
                <a:solidFill>
                  <a:srgbClr val="9CDCFE"/>
                </a:solidFill>
                <a:latin typeface="Menlo"/>
              </a:rPr>
              <a:t>  user:</a:t>
            </a:r>
            <a:r>
              <a:rPr lang="en-GB" sz="1400" b="0" strike="noStrike" spc="-1">
                <a:solidFill>
                  <a:srgbClr val="D4D4D4"/>
                </a:solidFill>
                <a:latin typeface="Menlo"/>
              </a:rPr>
              <a:t> </a:t>
            </a:r>
            <a:r>
              <a:rPr lang="en-GB" sz="1400" b="0" strike="noStrike" spc="-1">
                <a:solidFill>
                  <a:srgbClr val="CE9178"/>
                </a:solidFill>
                <a:latin typeface="Menlo"/>
              </a:rPr>
              <a:t>"admin"</a:t>
            </a:r>
            <a:r>
              <a:rPr lang="en-GB" sz="1400" b="0" strike="noStrike" spc="-1">
                <a:solidFill>
                  <a:srgbClr val="D4D4D4"/>
                </a:solidFill>
                <a:latin typeface="Menlo"/>
              </a:rPr>
              <a:t>,</a:t>
            </a:r>
            <a:endParaRPr lang="da-DK" sz="1400" b="0" strike="noStrike" spc="-1">
              <a:solidFill>
                <a:srgbClr val="FFFFFF"/>
              </a:solidFill>
              <a:latin typeface="Arial"/>
            </a:endParaRPr>
          </a:p>
          <a:p>
            <a:pPr>
              <a:lnSpc>
                <a:spcPct val="100000"/>
              </a:lnSpc>
            </a:pPr>
            <a:r>
              <a:rPr lang="en-GB" sz="1400" b="0" strike="noStrike" spc="-1">
                <a:solidFill>
                  <a:srgbClr val="9CDCFE"/>
                </a:solidFill>
                <a:latin typeface="Menlo"/>
              </a:rPr>
              <a:t>  pwd:</a:t>
            </a:r>
            <a:r>
              <a:rPr lang="en-GB" sz="1400" b="0" strike="noStrike" spc="-1">
                <a:solidFill>
                  <a:srgbClr val="D4D4D4"/>
                </a:solidFill>
                <a:latin typeface="Menlo"/>
              </a:rPr>
              <a:t> </a:t>
            </a:r>
            <a:r>
              <a:rPr lang="en-GB" sz="1400" b="0" strike="noStrike" spc="-1">
                <a:solidFill>
                  <a:srgbClr val="CE9178"/>
                </a:solidFill>
                <a:latin typeface="Menlo"/>
              </a:rPr>
              <a:t>"password"</a:t>
            </a:r>
            <a:r>
              <a:rPr lang="en-GB" sz="1400" b="0" strike="noStrike" spc="-1">
                <a:solidFill>
                  <a:srgbClr val="D4D4D4"/>
                </a:solidFill>
                <a:latin typeface="Menlo"/>
              </a:rPr>
              <a:t>,</a:t>
            </a:r>
            <a:endParaRPr lang="da-DK" sz="1400" b="0" strike="noStrike" spc="-1">
              <a:solidFill>
                <a:srgbClr val="FFFFFF"/>
              </a:solidFill>
              <a:latin typeface="Arial"/>
            </a:endParaRPr>
          </a:p>
          <a:p>
            <a:pPr>
              <a:lnSpc>
                <a:spcPct val="100000"/>
              </a:lnSpc>
            </a:pPr>
            <a:r>
              <a:rPr lang="en-GB" sz="1400" b="0" strike="noStrike" spc="-1">
                <a:solidFill>
                  <a:srgbClr val="9CDCFE"/>
                </a:solidFill>
                <a:latin typeface="Menlo"/>
              </a:rPr>
              <a:t>  roles:</a:t>
            </a:r>
            <a:r>
              <a:rPr lang="en-GB" sz="1400" b="0" strike="noStrike" spc="-1">
                <a:solidFill>
                  <a:srgbClr val="D4D4D4"/>
                </a:solidFill>
                <a:latin typeface="Menlo"/>
              </a:rPr>
              <a:t> [{ </a:t>
            </a:r>
            <a:r>
              <a:rPr lang="en-GB" sz="1400" b="0" strike="noStrike" spc="-1">
                <a:solidFill>
                  <a:srgbClr val="9CDCFE"/>
                </a:solidFill>
                <a:latin typeface="Menlo"/>
              </a:rPr>
              <a:t>role:</a:t>
            </a:r>
            <a:r>
              <a:rPr lang="en-GB" sz="1400" b="0" strike="noStrike" spc="-1">
                <a:solidFill>
                  <a:srgbClr val="D4D4D4"/>
                </a:solidFill>
                <a:latin typeface="Menlo"/>
              </a:rPr>
              <a:t> </a:t>
            </a:r>
            <a:r>
              <a:rPr lang="en-GB" sz="1400" b="0" strike="noStrike" spc="-1">
                <a:solidFill>
                  <a:srgbClr val="CE9178"/>
                </a:solidFill>
                <a:latin typeface="Menlo"/>
              </a:rPr>
              <a:t>"userAdminAnyDatabase"</a:t>
            </a:r>
            <a:r>
              <a:rPr lang="en-GB" sz="1400" b="0" strike="noStrike" spc="-1">
                <a:solidFill>
                  <a:srgbClr val="D4D4D4"/>
                </a:solidFill>
                <a:latin typeface="Menlo"/>
              </a:rPr>
              <a:t>, </a:t>
            </a:r>
            <a:r>
              <a:rPr lang="en-GB" sz="1400" b="0" strike="noStrike" spc="-1">
                <a:solidFill>
                  <a:srgbClr val="9CDCFE"/>
                </a:solidFill>
                <a:latin typeface="Menlo"/>
              </a:rPr>
              <a:t>db:</a:t>
            </a:r>
            <a:r>
              <a:rPr lang="en-GB" sz="1400" b="0" strike="noStrike" spc="-1">
                <a:solidFill>
                  <a:srgbClr val="D4D4D4"/>
                </a:solidFill>
                <a:latin typeface="Menlo"/>
              </a:rPr>
              <a:t> </a:t>
            </a:r>
            <a:r>
              <a:rPr lang="en-GB" sz="1400" b="0" strike="noStrike" spc="-1">
                <a:solidFill>
                  <a:srgbClr val="CE9178"/>
                </a:solidFill>
                <a:latin typeface="Menlo"/>
              </a:rPr>
              <a:t>"admin"</a:t>
            </a:r>
            <a:r>
              <a:rPr lang="en-GB" sz="1400" b="0" strike="noStrike" spc="-1">
                <a:solidFill>
                  <a:srgbClr val="D4D4D4"/>
                </a:solidFill>
                <a:latin typeface="Menlo"/>
              </a:rPr>
              <a:t> }]</a:t>
            </a:r>
            <a:endParaRPr lang="da-DK" sz="1400" b="0" strike="noStrike" spc="-1">
              <a:solidFill>
                <a:srgbClr val="FFFFFF"/>
              </a:solidFill>
              <a:latin typeface="Arial"/>
            </a:endParaRPr>
          </a:p>
          <a:p>
            <a:pPr>
              <a:lnSpc>
                <a:spcPct val="100000"/>
              </a:lnSpc>
            </a:pPr>
            <a:r>
              <a:rPr lang="en-GB" sz="1400" b="0" strike="noStrike" spc="-1">
                <a:solidFill>
                  <a:srgbClr val="D4D4D4"/>
                </a:solidFill>
                <a:latin typeface="Menlo"/>
              </a:rPr>
              <a:t>})</a:t>
            </a:r>
            <a:endParaRPr lang="da-DK" sz="1400" b="0" strike="noStrike" spc="-1">
              <a:solidFill>
                <a:srgbClr val="FFFFFF"/>
              </a:solidFill>
              <a:latin typeface="Arial"/>
            </a:endParaRPr>
          </a:p>
        </p:txBody>
      </p:sp>
      <p:sp>
        <p:nvSpPr>
          <p:cNvPr id="358" name="Content Placeholder 2"/>
          <p:cNvSpPr/>
          <p:nvPr/>
        </p:nvSpPr>
        <p:spPr>
          <a:xfrm>
            <a:off x="4431840" y="5859000"/>
            <a:ext cx="7760160" cy="873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52000" indent="-252000">
              <a:lnSpc>
                <a:spcPct val="150000"/>
              </a:lnSpc>
              <a:buClr>
                <a:srgbClr val="000000"/>
              </a:buClr>
              <a:buFont typeface="Wingdings" charset="2"/>
              <a:buChar char=""/>
            </a:pPr>
            <a:r>
              <a:rPr lang="en-GB" sz="1400" b="0" strike="noStrike" spc="-1" dirty="0">
                <a:solidFill>
                  <a:srgbClr val="000000"/>
                </a:solidFill>
                <a:latin typeface="Helvetica Neue"/>
              </a:rPr>
              <a:t>This query creates a new user with the </a:t>
            </a:r>
            <a:r>
              <a:rPr lang="en-GB" sz="1400" b="0" strike="noStrike" spc="-1" dirty="0" err="1">
                <a:solidFill>
                  <a:srgbClr val="000000"/>
                </a:solidFill>
                <a:latin typeface="Helvetica Neue"/>
              </a:rPr>
              <a:t>userAdminAnyDatabase</a:t>
            </a:r>
            <a:r>
              <a:rPr lang="en-GB" sz="1400" b="0" strike="noStrike" spc="-1" dirty="0">
                <a:solidFill>
                  <a:srgbClr val="000000"/>
                </a:solidFill>
                <a:latin typeface="Helvetica Neue"/>
              </a:rPr>
              <a:t> role in the admin database</a:t>
            </a:r>
            <a:endParaRPr lang="da-DK" sz="1400" b="0" strike="noStrike" spc="-1" dirty="0">
              <a:solidFill>
                <a:srgbClr val="000000"/>
              </a:solidFill>
              <a:latin typeface="Arial"/>
            </a:endParaRPr>
          </a:p>
          <a:p>
            <a:pPr marL="252000" indent="-252000">
              <a:lnSpc>
                <a:spcPct val="150000"/>
              </a:lnSpc>
              <a:buClr>
                <a:srgbClr val="000000"/>
              </a:buClr>
              <a:buFont typeface="Wingdings" charset="2"/>
              <a:buChar char=""/>
            </a:pPr>
            <a:r>
              <a:rPr lang="en-GB" sz="1400" b="0" strike="noStrike" spc="-1" dirty="0">
                <a:solidFill>
                  <a:srgbClr val="000000"/>
                </a:solidFill>
                <a:latin typeface="Helvetica Neue"/>
              </a:rPr>
              <a:t>The user has the ability to create and manage users and roles for any database</a:t>
            </a:r>
            <a:endParaRPr lang="da-DK" sz="1400" b="0" strike="noStrike" spc="-1" dirty="0">
              <a:solidFill>
                <a:srgbClr val="000000"/>
              </a:solidFill>
              <a:latin typeface="Arial"/>
            </a:endParaRPr>
          </a:p>
        </p:txBody>
      </p:sp>
      <p:sp>
        <p:nvSpPr>
          <p:cNvPr id="5" name="PlaceHolder 4"/>
          <p:cNvSpPr>
            <a:spLocks noGrp="1"/>
          </p:cNvSpPr>
          <p:nvPr>
            <p:ph type="sldNum" idx="4"/>
          </p:nvPr>
        </p:nvSpPr>
        <p:spPr/>
        <p:txBody>
          <a:bodyPr/>
          <a:lstStyle/>
          <a:p>
            <a:fld id="{3082853F-D42E-4CD3-8050-C553919D1EB8}" type="slidenum">
              <a:rPr/>
              <a:t>47</a:t>
            </a:fld>
            <a:endParaRPr/>
          </a:p>
        </p:txBody>
      </p:sp>
      <p:sp>
        <p:nvSpPr>
          <p:cNvPr id="6" name="PlaceHolder 5"/>
          <p:cNvSpPr>
            <a:spLocks noGrp="1"/>
          </p:cNvSpPr>
          <p:nvPr>
            <p:ph type="dt" idx="2"/>
          </p:nvPr>
        </p:nvSpPr>
        <p:spPr/>
        <p:txBody>
          <a:bodyPr/>
          <a:lstStyle/>
          <a:p>
            <a:fld id="{BE226593-7A14-451B-A274-0ED58D31B21E}" type="datetime1">
              <a:rPr lang="da-DK"/>
              <a:t>18.09.2024</a:t>
            </a:fld>
            <a:endParaRPr lang="da-DK"/>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 name="PlaceHolder 1"/>
          <p:cNvSpPr>
            <a:spLocks noGrp="1"/>
          </p:cNvSpPr>
          <p:nvPr>
            <p:ph type="title"/>
          </p:nvPr>
        </p:nvSpPr>
        <p:spPr>
          <a:xfrm>
            <a:off x="414720" y="999000"/>
            <a:ext cx="10952280" cy="114732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a:solidFill>
                  <a:srgbClr val="000000"/>
                </a:solidFill>
                <a:latin typeface="Arial"/>
              </a:rPr>
              <a:t>Encryption in MongoDB</a:t>
            </a:r>
            <a:endParaRPr lang="en-US" sz="3600" b="0" strike="noStrike" spc="-1">
              <a:solidFill>
                <a:srgbClr val="000000"/>
              </a:solidFill>
              <a:latin typeface="Arial"/>
            </a:endParaRPr>
          </a:p>
        </p:txBody>
      </p:sp>
      <p:sp>
        <p:nvSpPr>
          <p:cNvPr id="360" name="PlaceHolder 2"/>
          <p:cNvSpPr>
            <a:spLocks noGrp="1"/>
          </p:cNvSpPr>
          <p:nvPr>
            <p:ph/>
          </p:nvPr>
        </p:nvSpPr>
        <p:spPr>
          <a:xfrm>
            <a:off x="414720" y="1820880"/>
            <a:ext cx="9468360" cy="2019240"/>
          </a:xfrm>
          <a:prstGeom prst="rect">
            <a:avLst/>
          </a:prstGeom>
          <a:noFill/>
          <a:ln w="0">
            <a:noFill/>
          </a:ln>
        </p:spPr>
        <p:txBody>
          <a:bodyPr lIns="0" tIns="0" rIns="0" bIns="0" anchor="t">
            <a:noAutofit/>
          </a:bodyPr>
          <a:lstStyle/>
          <a:p>
            <a:pPr marL="252000" indent="-252000">
              <a:lnSpc>
                <a:spcPct val="110000"/>
              </a:lnSpc>
              <a:buClr>
                <a:srgbClr val="000000"/>
              </a:buClr>
              <a:buFont typeface="Wingdings" charset="2"/>
              <a:buChar char=""/>
            </a:pPr>
            <a:r>
              <a:rPr lang="en-GB" sz="1400" b="0" strike="noStrike" spc="-1" dirty="0">
                <a:solidFill>
                  <a:srgbClr val="000000"/>
                </a:solidFill>
                <a:latin typeface="Helvetica Neue"/>
              </a:rPr>
              <a:t>MongoDB supports encryption at rest and in transit</a:t>
            </a:r>
            <a:endParaRPr lang="en-US" sz="1400" b="0" strike="noStrike" spc="-1" dirty="0">
              <a:solidFill>
                <a:srgbClr val="000000"/>
              </a:solidFill>
              <a:latin typeface="Arial"/>
            </a:endParaRPr>
          </a:p>
          <a:p>
            <a:pPr marL="252000" indent="-252000">
              <a:lnSpc>
                <a:spcPct val="110000"/>
              </a:lnSpc>
              <a:buClr>
                <a:srgbClr val="000000"/>
              </a:buClr>
              <a:buFont typeface="Wingdings" charset="2"/>
              <a:buChar char=""/>
            </a:pPr>
            <a:r>
              <a:rPr lang="en-GB" sz="1400" b="0" strike="noStrike" spc="-1" dirty="0">
                <a:solidFill>
                  <a:srgbClr val="000000"/>
                </a:solidFill>
                <a:latin typeface="Helvetica Neue"/>
              </a:rPr>
              <a:t>Encryption at rest can be achieved through the use of:</a:t>
            </a:r>
            <a:endParaRPr lang="en-US" sz="1400" b="0" strike="noStrike" spc="-1" dirty="0">
              <a:solidFill>
                <a:srgbClr val="000000"/>
              </a:solidFill>
              <a:latin typeface="Arial"/>
            </a:endParaRPr>
          </a:p>
          <a:p>
            <a:pPr marL="504000" lvl="1" indent="-252000">
              <a:lnSpc>
                <a:spcPct val="110000"/>
              </a:lnSpc>
              <a:buClr>
                <a:srgbClr val="000000"/>
              </a:buClr>
              <a:buFont typeface="Wingdings" charset="2"/>
              <a:buChar char=""/>
            </a:pPr>
            <a:r>
              <a:rPr lang="en-GB" sz="1400" b="0" strike="noStrike" spc="-1" dirty="0" err="1">
                <a:solidFill>
                  <a:srgbClr val="000000"/>
                </a:solidFill>
                <a:latin typeface="Helvetica Neue"/>
              </a:rPr>
              <a:t>WiredTiger</a:t>
            </a:r>
            <a:r>
              <a:rPr lang="en-GB" sz="1400" b="0" strike="noStrike" spc="-1" dirty="0">
                <a:solidFill>
                  <a:srgbClr val="000000"/>
                </a:solidFill>
                <a:latin typeface="Helvetica Neue"/>
              </a:rPr>
              <a:t> Encryption</a:t>
            </a:r>
            <a:endParaRPr lang="en-US" sz="1400" b="0" strike="noStrike" spc="-1" dirty="0">
              <a:solidFill>
                <a:srgbClr val="000000"/>
              </a:solidFill>
              <a:latin typeface="Arial"/>
            </a:endParaRPr>
          </a:p>
          <a:p>
            <a:pPr marL="504000" lvl="1" indent="-252000">
              <a:lnSpc>
                <a:spcPct val="110000"/>
              </a:lnSpc>
              <a:buClr>
                <a:srgbClr val="000000"/>
              </a:buClr>
              <a:buFont typeface="Wingdings" charset="2"/>
              <a:buChar char=""/>
            </a:pPr>
            <a:r>
              <a:rPr lang="en-GB" sz="1400" b="0" strike="noStrike" spc="-1" dirty="0">
                <a:solidFill>
                  <a:srgbClr val="000000"/>
                </a:solidFill>
                <a:latin typeface="Helvetica Neue"/>
              </a:rPr>
              <a:t>File System Encryption</a:t>
            </a:r>
            <a:endParaRPr lang="en-US" sz="1400" b="0" strike="noStrike" spc="-1" dirty="0">
              <a:solidFill>
                <a:srgbClr val="000000"/>
              </a:solidFill>
              <a:latin typeface="Arial"/>
            </a:endParaRPr>
          </a:p>
          <a:p>
            <a:pPr marL="252000" indent="-252000">
              <a:lnSpc>
                <a:spcPct val="110000"/>
              </a:lnSpc>
              <a:buClr>
                <a:srgbClr val="000000"/>
              </a:buClr>
              <a:buFont typeface="Wingdings" charset="2"/>
              <a:buChar char=""/>
            </a:pPr>
            <a:r>
              <a:rPr lang="en-GB" sz="1400" b="0" strike="noStrike" spc="-1" dirty="0">
                <a:solidFill>
                  <a:srgbClr val="000000"/>
                </a:solidFill>
                <a:latin typeface="Helvetica Neue"/>
              </a:rPr>
              <a:t>Encryption in transit can be achieved through the use of:</a:t>
            </a:r>
            <a:endParaRPr lang="en-US" sz="1400" b="0" strike="noStrike" spc="-1" dirty="0">
              <a:solidFill>
                <a:srgbClr val="000000"/>
              </a:solidFill>
              <a:latin typeface="Arial"/>
            </a:endParaRPr>
          </a:p>
          <a:p>
            <a:pPr marL="504000" lvl="1" indent="-252000">
              <a:lnSpc>
                <a:spcPct val="110000"/>
              </a:lnSpc>
              <a:buClr>
                <a:srgbClr val="000000"/>
              </a:buClr>
              <a:buFont typeface="Wingdings" charset="2"/>
              <a:buChar char=""/>
            </a:pPr>
            <a:r>
              <a:rPr lang="en-GB" sz="1400" b="0" strike="noStrike" spc="-1" dirty="0">
                <a:solidFill>
                  <a:srgbClr val="000000"/>
                </a:solidFill>
                <a:latin typeface="Helvetica Neue"/>
              </a:rPr>
              <a:t>SSL/TLS encryption for network traffic</a:t>
            </a:r>
            <a:endParaRPr lang="en-US" sz="1400" b="0" strike="noStrike" spc="-1" dirty="0">
              <a:solidFill>
                <a:srgbClr val="000000"/>
              </a:solidFill>
              <a:latin typeface="Arial"/>
            </a:endParaRPr>
          </a:p>
          <a:p>
            <a:pPr marL="504000" lvl="1" indent="-252000">
              <a:lnSpc>
                <a:spcPct val="110000"/>
              </a:lnSpc>
              <a:buClr>
                <a:srgbClr val="000000"/>
              </a:buClr>
              <a:buFont typeface="Wingdings" charset="2"/>
              <a:buChar char=""/>
            </a:pPr>
            <a:r>
              <a:rPr lang="en-GB" sz="1400" b="0" strike="noStrike" spc="-1" dirty="0">
                <a:solidFill>
                  <a:srgbClr val="000000"/>
                </a:solidFill>
                <a:latin typeface="Helvetica Neue"/>
              </a:rPr>
              <a:t>Client-side field level encryption for specific fields in a document</a:t>
            </a:r>
            <a:endParaRPr lang="en-US" sz="1400" b="0" strike="noStrike" spc="-1" dirty="0">
              <a:solidFill>
                <a:srgbClr val="000000"/>
              </a:solidFill>
              <a:latin typeface="Arial"/>
            </a:endParaRPr>
          </a:p>
        </p:txBody>
      </p:sp>
      <p:sp>
        <p:nvSpPr>
          <p:cNvPr id="361" name="PlaceHolder 3"/>
          <p:cNvSpPr>
            <a:spLocks noGrp="1"/>
          </p:cNvSpPr>
          <p:nvPr>
            <p:ph type="ftr" idx="54"/>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362" name="Rectangle 6"/>
          <p:cNvSpPr/>
          <p:nvPr/>
        </p:nvSpPr>
        <p:spPr>
          <a:xfrm>
            <a:off x="414720" y="4228560"/>
            <a:ext cx="11362320" cy="453600"/>
          </a:xfrm>
          <a:prstGeom prst="rect">
            <a:avLst/>
          </a:prstGeom>
          <a:solidFill>
            <a:schemeClr val="tx1">
              <a:lumMod val="85000"/>
              <a:lumOff val="15000"/>
            </a:schemeClr>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72000" tIns="72000" rIns="72000" bIns="72000" anchor="t">
            <a:noAutofit/>
          </a:bodyPr>
          <a:lstStyle/>
          <a:p>
            <a:pPr>
              <a:lnSpc>
                <a:spcPct val="100000"/>
              </a:lnSpc>
            </a:pPr>
            <a:r>
              <a:rPr lang="en-GB" sz="1400" b="0" strike="noStrike" spc="-1" dirty="0" err="1">
                <a:solidFill>
                  <a:srgbClr val="9CDCFE"/>
                </a:solidFill>
                <a:latin typeface="Menlo"/>
              </a:rPr>
              <a:t>mongod</a:t>
            </a:r>
            <a:r>
              <a:rPr lang="en-GB" sz="1400" b="0" strike="noStrike" spc="-1" dirty="0">
                <a:solidFill>
                  <a:srgbClr val="D4D4D4"/>
                </a:solidFill>
                <a:latin typeface="Menlo"/>
              </a:rPr>
              <a:t> --</a:t>
            </a:r>
            <a:r>
              <a:rPr lang="en-GB" sz="1400" b="0" strike="noStrike" spc="-1" dirty="0" err="1">
                <a:solidFill>
                  <a:srgbClr val="9CDCFE"/>
                </a:solidFill>
                <a:latin typeface="Menlo"/>
              </a:rPr>
              <a:t>tlsMode</a:t>
            </a:r>
            <a:r>
              <a:rPr lang="en-GB" sz="1400" b="0" strike="noStrike" spc="-1" dirty="0">
                <a:solidFill>
                  <a:srgbClr val="D4D4D4"/>
                </a:solidFill>
                <a:latin typeface="Menlo"/>
              </a:rPr>
              <a:t> </a:t>
            </a:r>
            <a:r>
              <a:rPr lang="en-GB" sz="1400" b="0" strike="noStrike" spc="-1" dirty="0" err="1">
                <a:solidFill>
                  <a:srgbClr val="9CDCFE"/>
                </a:solidFill>
                <a:latin typeface="Menlo"/>
              </a:rPr>
              <a:t>requireTLS</a:t>
            </a:r>
            <a:r>
              <a:rPr lang="en-GB" sz="1400" b="0" strike="noStrike" spc="-1" dirty="0">
                <a:solidFill>
                  <a:srgbClr val="D4D4D4"/>
                </a:solidFill>
                <a:latin typeface="Menlo"/>
              </a:rPr>
              <a:t> --</a:t>
            </a:r>
            <a:r>
              <a:rPr lang="en-GB" sz="1400" b="0" strike="noStrike" spc="-1" dirty="0" err="1">
                <a:solidFill>
                  <a:srgbClr val="9CDCFE"/>
                </a:solidFill>
                <a:latin typeface="Menlo"/>
              </a:rPr>
              <a:t>tlsCertificateKeyFile</a:t>
            </a:r>
            <a:r>
              <a:rPr lang="en-GB" sz="1400" b="0" strike="noStrike" spc="-1" dirty="0">
                <a:solidFill>
                  <a:srgbClr val="D4D4D4"/>
                </a:solidFill>
                <a:latin typeface="Menlo"/>
              </a:rPr>
              <a:t> /</a:t>
            </a:r>
            <a:r>
              <a:rPr lang="en-GB" sz="1400" b="0" strike="noStrike" spc="-1" dirty="0">
                <a:solidFill>
                  <a:srgbClr val="9CDCFE"/>
                </a:solidFill>
                <a:latin typeface="Menlo"/>
              </a:rPr>
              <a:t>path</a:t>
            </a:r>
            <a:r>
              <a:rPr lang="en-GB" sz="1400" b="0" strike="noStrike" spc="-1" dirty="0">
                <a:solidFill>
                  <a:srgbClr val="D4D4D4"/>
                </a:solidFill>
                <a:latin typeface="Menlo"/>
              </a:rPr>
              <a:t>/</a:t>
            </a:r>
            <a:r>
              <a:rPr lang="en-GB" sz="1400" b="0" strike="noStrike" spc="-1" dirty="0">
                <a:solidFill>
                  <a:srgbClr val="9CDCFE"/>
                </a:solidFill>
                <a:latin typeface="Menlo"/>
              </a:rPr>
              <a:t>to</a:t>
            </a:r>
            <a:r>
              <a:rPr lang="en-GB" sz="1400" b="0" strike="noStrike" spc="-1" dirty="0">
                <a:solidFill>
                  <a:srgbClr val="D4D4D4"/>
                </a:solidFill>
                <a:latin typeface="Menlo"/>
              </a:rPr>
              <a:t>/</a:t>
            </a:r>
            <a:r>
              <a:rPr lang="en-GB" sz="1400" b="0" strike="noStrike" spc="-1" dirty="0" err="1">
                <a:solidFill>
                  <a:srgbClr val="9CDCFE"/>
                </a:solidFill>
                <a:latin typeface="Menlo"/>
              </a:rPr>
              <a:t>certificate</a:t>
            </a:r>
            <a:r>
              <a:rPr lang="en-GB" sz="1400" b="0" strike="noStrike" spc="-1" dirty="0" err="1">
                <a:solidFill>
                  <a:srgbClr val="D4D4D4"/>
                </a:solidFill>
                <a:latin typeface="Menlo"/>
              </a:rPr>
              <a:t>.</a:t>
            </a:r>
            <a:r>
              <a:rPr lang="en-GB" sz="1400" b="0" strike="noStrike" spc="-1" dirty="0" err="1">
                <a:solidFill>
                  <a:srgbClr val="9CDCFE"/>
                </a:solidFill>
                <a:latin typeface="Menlo"/>
              </a:rPr>
              <a:t>pem</a:t>
            </a:r>
            <a:r>
              <a:rPr lang="en-GB" sz="1400" b="0" strike="noStrike" spc="-1" dirty="0">
                <a:solidFill>
                  <a:srgbClr val="D4D4D4"/>
                </a:solidFill>
                <a:latin typeface="Menlo"/>
              </a:rPr>
              <a:t> --</a:t>
            </a:r>
            <a:r>
              <a:rPr lang="en-GB" sz="1400" b="0" strike="noStrike" spc="-1" dirty="0" err="1">
                <a:solidFill>
                  <a:srgbClr val="9CDCFE"/>
                </a:solidFill>
                <a:latin typeface="Menlo"/>
              </a:rPr>
              <a:t>tlsCAFile</a:t>
            </a:r>
            <a:r>
              <a:rPr lang="en-GB" sz="1400" b="0" strike="noStrike" spc="-1" dirty="0">
                <a:solidFill>
                  <a:srgbClr val="D4D4D4"/>
                </a:solidFill>
                <a:latin typeface="Menlo"/>
              </a:rPr>
              <a:t> /</a:t>
            </a:r>
            <a:r>
              <a:rPr lang="en-GB" sz="1400" b="0" strike="noStrike" spc="-1" dirty="0">
                <a:solidFill>
                  <a:srgbClr val="9CDCFE"/>
                </a:solidFill>
                <a:latin typeface="Menlo"/>
              </a:rPr>
              <a:t>path</a:t>
            </a:r>
            <a:r>
              <a:rPr lang="en-GB" sz="1400" b="0" strike="noStrike" spc="-1" dirty="0">
                <a:solidFill>
                  <a:srgbClr val="D4D4D4"/>
                </a:solidFill>
                <a:latin typeface="Menlo"/>
              </a:rPr>
              <a:t>/</a:t>
            </a:r>
            <a:r>
              <a:rPr lang="en-GB" sz="1400" b="0" strike="noStrike" spc="-1" dirty="0">
                <a:solidFill>
                  <a:srgbClr val="9CDCFE"/>
                </a:solidFill>
                <a:latin typeface="Menlo"/>
              </a:rPr>
              <a:t>to</a:t>
            </a:r>
            <a:r>
              <a:rPr lang="en-GB" sz="1400" b="0" strike="noStrike" spc="-1" dirty="0">
                <a:solidFill>
                  <a:srgbClr val="D4D4D4"/>
                </a:solidFill>
                <a:latin typeface="Menlo"/>
              </a:rPr>
              <a:t>/</a:t>
            </a:r>
            <a:r>
              <a:rPr lang="en-GB" sz="1400" b="0" strike="noStrike" spc="-1" dirty="0" err="1">
                <a:solidFill>
                  <a:srgbClr val="9CDCFE"/>
                </a:solidFill>
                <a:latin typeface="Menlo"/>
              </a:rPr>
              <a:t>ca</a:t>
            </a:r>
            <a:r>
              <a:rPr lang="en-GB" sz="1400" b="0" strike="noStrike" spc="-1" dirty="0" err="1">
                <a:solidFill>
                  <a:srgbClr val="D4D4D4"/>
                </a:solidFill>
                <a:latin typeface="Menlo"/>
              </a:rPr>
              <a:t>.</a:t>
            </a:r>
            <a:r>
              <a:rPr lang="en-GB" sz="1400" b="0" strike="noStrike" spc="-1" dirty="0" err="1">
                <a:solidFill>
                  <a:srgbClr val="9CDCFE"/>
                </a:solidFill>
                <a:latin typeface="Menlo"/>
              </a:rPr>
              <a:t>pem</a:t>
            </a:r>
            <a:endParaRPr lang="da-DK" sz="1400" b="0" strike="noStrike" spc="-1" dirty="0">
              <a:solidFill>
                <a:srgbClr val="FFFFFF"/>
              </a:solidFill>
              <a:latin typeface="Arial"/>
            </a:endParaRPr>
          </a:p>
        </p:txBody>
      </p:sp>
      <p:sp>
        <p:nvSpPr>
          <p:cNvPr id="363" name="Content Placeholder 2"/>
          <p:cNvSpPr/>
          <p:nvPr/>
        </p:nvSpPr>
        <p:spPr>
          <a:xfrm>
            <a:off x="414720" y="5055357"/>
            <a:ext cx="8260920" cy="110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252000" indent="-252000">
              <a:lnSpc>
                <a:spcPct val="110000"/>
              </a:lnSpc>
              <a:buClr>
                <a:srgbClr val="000000"/>
              </a:buClr>
              <a:buFont typeface="Wingdings" charset="2"/>
              <a:buChar char=""/>
            </a:pPr>
            <a:r>
              <a:rPr lang="en-GB" sz="1400" b="0" strike="noStrike" spc="-1" dirty="0">
                <a:solidFill>
                  <a:srgbClr val="000000"/>
                </a:solidFill>
                <a:latin typeface="Helvetica Neue"/>
              </a:rPr>
              <a:t>This query starts a MongoDB instance with SSL/TLS encryption enabled</a:t>
            </a:r>
            <a:endParaRPr lang="da-DK" sz="1400" b="0" strike="noStrike" spc="-1" dirty="0">
              <a:solidFill>
                <a:srgbClr val="000000"/>
              </a:solidFill>
              <a:latin typeface="Arial"/>
            </a:endParaRPr>
          </a:p>
          <a:p>
            <a:pPr marL="504000" lvl="1" indent="-252000">
              <a:lnSpc>
                <a:spcPct val="110000"/>
              </a:lnSpc>
              <a:buClr>
                <a:srgbClr val="000000"/>
              </a:buClr>
              <a:buFont typeface="Wingdings" charset="2"/>
              <a:buChar char=""/>
            </a:pPr>
            <a:r>
              <a:rPr lang="en-GB" sz="1400" b="0" strike="noStrike" spc="-1" dirty="0">
                <a:solidFill>
                  <a:srgbClr val="000000"/>
                </a:solidFill>
                <a:latin typeface="Helvetica Neue"/>
              </a:rPr>
              <a:t>The --</a:t>
            </a:r>
            <a:r>
              <a:rPr lang="en-GB" sz="1400" b="0" strike="noStrike" spc="-1" dirty="0" err="1">
                <a:solidFill>
                  <a:srgbClr val="000000"/>
                </a:solidFill>
                <a:latin typeface="Helvetica Neue"/>
              </a:rPr>
              <a:t>tlsMode</a:t>
            </a:r>
            <a:r>
              <a:rPr lang="en-GB" sz="1400" b="0" strike="noStrike" spc="-1" dirty="0">
                <a:solidFill>
                  <a:srgbClr val="000000"/>
                </a:solidFill>
                <a:latin typeface="Helvetica Neue"/>
              </a:rPr>
              <a:t> parameter specifies that all network traffic must be encrypted</a:t>
            </a:r>
            <a:endParaRPr lang="da-DK" sz="1400" b="0" strike="noStrike" spc="-1" dirty="0">
              <a:solidFill>
                <a:srgbClr val="000000"/>
              </a:solidFill>
              <a:latin typeface="Arial"/>
            </a:endParaRPr>
          </a:p>
          <a:p>
            <a:pPr marL="504000" lvl="1" indent="-252000">
              <a:lnSpc>
                <a:spcPct val="110000"/>
              </a:lnSpc>
              <a:buClr>
                <a:srgbClr val="000000"/>
              </a:buClr>
              <a:buFont typeface="Wingdings" charset="2"/>
              <a:buChar char=""/>
            </a:pPr>
            <a:r>
              <a:rPr lang="en-GB" sz="1400" b="0" strike="noStrike" spc="-1" dirty="0">
                <a:solidFill>
                  <a:srgbClr val="000000"/>
                </a:solidFill>
                <a:latin typeface="Helvetica Neue"/>
              </a:rPr>
              <a:t>The --</a:t>
            </a:r>
            <a:r>
              <a:rPr lang="en-GB" sz="1400" b="0" strike="noStrike" spc="-1" dirty="0" err="1">
                <a:solidFill>
                  <a:srgbClr val="000000"/>
                </a:solidFill>
                <a:latin typeface="Helvetica Neue"/>
              </a:rPr>
              <a:t>tlsCertificateKeyFile</a:t>
            </a:r>
            <a:r>
              <a:rPr lang="en-GB" sz="1400" b="0" strike="noStrike" spc="-1" dirty="0">
                <a:solidFill>
                  <a:srgbClr val="000000"/>
                </a:solidFill>
                <a:latin typeface="Helvetica Neue"/>
              </a:rPr>
              <a:t> parameter specifies the path to the certificate and private key file</a:t>
            </a:r>
            <a:endParaRPr lang="da-DK" sz="1400" b="0" strike="noStrike" spc="-1" dirty="0">
              <a:solidFill>
                <a:srgbClr val="000000"/>
              </a:solidFill>
              <a:latin typeface="Arial"/>
            </a:endParaRPr>
          </a:p>
          <a:p>
            <a:pPr marL="504000" lvl="1" indent="-252000">
              <a:lnSpc>
                <a:spcPct val="110000"/>
              </a:lnSpc>
              <a:buClr>
                <a:srgbClr val="000000"/>
              </a:buClr>
              <a:buFont typeface="Wingdings" charset="2"/>
              <a:buChar char=""/>
            </a:pPr>
            <a:r>
              <a:rPr lang="en-GB" sz="1400" b="0" strike="noStrike" spc="-1" dirty="0">
                <a:solidFill>
                  <a:srgbClr val="000000"/>
                </a:solidFill>
                <a:latin typeface="Helvetica Neue"/>
              </a:rPr>
              <a:t>The --</a:t>
            </a:r>
            <a:r>
              <a:rPr lang="en-GB" sz="1400" b="0" strike="noStrike" spc="-1" dirty="0" err="1">
                <a:solidFill>
                  <a:srgbClr val="000000"/>
                </a:solidFill>
                <a:latin typeface="Helvetica Neue"/>
              </a:rPr>
              <a:t>tlsCAFile</a:t>
            </a:r>
            <a:r>
              <a:rPr lang="en-GB" sz="1400" b="0" strike="noStrike" spc="-1" dirty="0">
                <a:solidFill>
                  <a:srgbClr val="000000"/>
                </a:solidFill>
                <a:latin typeface="Helvetica Neue"/>
              </a:rPr>
              <a:t> parameter specifies the path to the certificate authority file for certificate validation</a:t>
            </a:r>
            <a:endParaRPr lang="da-DK" sz="1400" b="0" strike="noStrike" spc="-1" dirty="0">
              <a:solidFill>
                <a:srgbClr val="000000"/>
              </a:solidFill>
              <a:latin typeface="Arial"/>
            </a:endParaRPr>
          </a:p>
        </p:txBody>
      </p:sp>
      <p:sp>
        <p:nvSpPr>
          <p:cNvPr id="5" name="PlaceHolder 4"/>
          <p:cNvSpPr>
            <a:spLocks noGrp="1"/>
          </p:cNvSpPr>
          <p:nvPr>
            <p:ph type="sldNum" idx="4"/>
          </p:nvPr>
        </p:nvSpPr>
        <p:spPr/>
        <p:txBody>
          <a:bodyPr/>
          <a:lstStyle/>
          <a:p>
            <a:fld id="{6639F156-1F9B-4826-9F54-C63CDE4C2227}" type="slidenum">
              <a:rPr/>
              <a:t>48</a:t>
            </a:fld>
            <a:endParaRPr/>
          </a:p>
        </p:txBody>
      </p:sp>
      <p:sp>
        <p:nvSpPr>
          <p:cNvPr id="6" name="PlaceHolder 5"/>
          <p:cNvSpPr>
            <a:spLocks noGrp="1"/>
          </p:cNvSpPr>
          <p:nvPr>
            <p:ph type="dt" idx="2"/>
          </p:nvPr>
        </p:nvSpPr>
        <p:spPr/>
        <p:txBody>
          <a:bodyPr/>
          <a:lstStyle/>
          <a:p>
            <a:fld id="{759F98C8-AAA6-4528-81E7-F3BE5E2ACBCC}" type="datetime1">
              <a:rPr lang="da-DK"/>
              <a:t>18.09.2024</a:t>
            </a:fld>
            <a:endParaRPr lang="da-DK"/>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p:cNvSpPr>
          <p:nvPr>
            <p:ph type="title"/>
          </p:nvPr>
        </p:nvSpPr>
        <p:spPr>
          <a:xfrm>
            <a:off x="349560" y="1760400"/>
            <a:ext cx="10068480" cy="4070160"/>
          </a:xfrm>
          <a:prstGeom prst="rect">
            <a:avLst/>
          </a:prstGeom>
          <a:noFill/>
          <a:ln w="0">
            <a:noFill/>
          </a:ln>
        </p:spPr>
        <p:txBody>
          <a:bodyPr lIns="0" tIns="0" rIns="0" bIns="0" anchor="t">
            <a:noAutofit/>
          </a:bodyPr>
          <a:lstStyle/>
          <a:p>
            <a:pPr indent="0">
              <a:buNone/>
              <a:tabLst>
                <a:tab pos="1438200" algn="l"/>
              </a:tabLst>
            </a:pPr>
            <a:endParaRPr lang="en-US" sz="9400" b="1" strike="noStrike" spc="-1">
              <a:solidFill>
                <a:srgbClr val="000000"/>
              </a:solidFill>
              <a:latin typeface="Arial"/>
            </a:endParaRPr>
          </a:p>
        </p:txBody>
      </p:sp>
      <p:sp>
        <p:nvSpPr>
          <p:cNvPr id="365" name="Rektangel 3"/>
          <p:cNvSpPr/>
          <p:nvPr/>
        </p:nvSpPr>
        <p:spPr>
          <a:xfrm>
            <a:off x="0" y="0"/>
            <a:ext cx="12191760" cy="6857640"/>
          </a:xfrm>
          <a:prstGeom prst="rect">
            <a:avLst/>
          </a:prstGeom>
          <a:solidFill>
            <a:schemeClr val="accent1"/>
          </a:solidFill>
          <a:ln>
            <a:solidFill>
              <a:srgbClr val="AEB862"/>
            </a:solidFill>
          </a:ln>
        </p:spPr>
        <p:style>
          <a:lnRef idx="2">
            <a:schemeClr val="accent1">
              <a:shade val="50000"/>
            </a:schemeClr>
          </a:lnRef>
          <a:fillRef idx="1">
            <a:schemeClr val="accent1"/>
          </a:fillRef>
          <a:effectRef idx="0">
            <a:schemeClr val="accent1"/>
          </a:effectRef>
          <a:fontRef idx="minor"/>
        </p:style>
        <p:txBody>
          <a:bodyPr lIns="72000" tIns="72000" rIns="72000" bIns="72000" anchor="ctr">
            <a:noAutofit/>
          </a:bodyPr>
          <a:lstStyle/>
          <a:p>
            <a:pPr algn="ctr">
              <a:lnSpc>
                <a:spcPct val="100000"/>
              </a:lnSpc>
            </a:pPr>
            <a:r>
              <a:rPr lang="da-DK" sz="2800" b="1" strike="noStrike" spc="-1">
                <a:solidFill>
                  <a:schemeClr val="lt1"/>
                </a:solidFill>
                <a:latin typeface="Arial"/>
              </a:rPr>
              <a:t>MongoDB with NodeJS</a:t>
            </a:r>
            <a:endParaRPr lang="da-DK" sz="2800" b="0" strike="noStrike" spc="-1">
              <a:solidFill>
                <a:srgbClr val="000000"/>
              </a:solidFill>
              <a:latin typeface="Arial"/>
            </a:endParaRPr>
          </a:p>
        </p:txBody>
      </p:sp>
      <p:sp>
        <p:nvSpPr>
          <p:cNvPr id="3" name="PlaceHolder 2"/>
          <p:cNvSpPr>
            <a:spLocks noGrp="1"/>
          </p:cNvSpPr>
          <p:nvPr>
            <p:ph type="dt" idx="5"/>
          </p:nvPr>
        </p:nvSpPr>
        <p:spPr>
          <a:xfrm>
            <a:off x="0" y="6912000"/>
            <a:ext cx="0" cy="0"/>
          </a:xfrm>
          <a:prstGeom prst="rect">
            <a:avLst/>
          </a:prstGeom>
          <a:noFill/>
          <a:ln w="0">
            <a:noFill/>
          </a:ln>
        </p:spPr>
        <p:txBody>
          <a:bodyPr tIns="0" bIns="0" anchor="ctr">
            <a:noAutofit/>
          </a:bodyPr>
          <a:lstStyle>
            <a:defPPr>
              <a:defRPr lang="en-DK"/>
            </a:defPPr>
            <a:lvl1pPr marL="0" indent="0" algn="l" defTabSz="914400" rtl="0" eaLnBrk="1" latinLnBrk="0" hangingPunct="1">
              <a:lnSpc>
                <a:spcPct val="100000"/>
              </a:lnSpc>
              <a:buNone/>
              <a:defRPr lang="en-GB" sz="100" b="0" strike="noStrike" kern="1200" spc="-1">
                <a:solidFill>
                  <a:srgbClr val="FFFFFF">
                    <a:alpha val="1000"/>
                  </a:srgbClr>
                </a:solidFill>
                <a:latin typeface="Arial"/>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da-DK"/>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 name="PlaceHolder 1"/>
          <p:cNvSpPr>
            <a:spLocks noGrp="1"/>
          </p:cNvSpPr>
          <p:nvPr>
            <p:ph type="title"/>
          </p:nvPr>
        </p:nvSpPr>
        <p:spPr>
          <a:xfrm>
            <a:off x="414720" y="999000"/>
            <a:ext cx="5306572" cy="114732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dirty="0">
                <a:solidFill>
                  <a:srgbClr val="000000"/>
                </a:solidFill>
                <a:latin typeface="Arial"/>
              </a:rPr>
              <a:t>Connecting to a MongoDB Using Node.js</a:t>
            </a:r>
            <a:endParaRPr lang="en-US" sz="3600" b="0" strike="noStrike" spc="-1" dirty="0">
              <a:solidFill>
                <a:srgbClr val="000000"/>
              </a:solidFill>
              <a:latin typeface="Arial"/>
            </a:endParaRPr>
          </a:p>
        </p:txBody>
      </p:sp>
      <p:sp>
        <p:nvSpPr>
          <p:cNvPr id="367" name="PlaceHolder 2"/>
          <p:cNvSpPr>
            <a:spLocks noGrp="1"/>
          </p:cNvSpPr>
          <p:nvPr>
            <p:ph/>
          </p:nvPr>
        </p:nvSpPr>
        <p:spPr>
          <a:xfrm>
            <a:off x="414720" y="2701440"/>
            <a:ext cx="5306572" cy="1509834"/>
          </a:xfrm>
          <a:prstGeom prst="rect">
            <a:avLst/>
          </a:prstGeom>
          <a:noFill/>
          <a:ln w="0">
            <a:noFill/>
          </a:ln>
        </p:spPr>
        <p:txBody>
          <a:bodyPr lIns="0" tIns="0" rIns="0" bIns="0" anchor="t">
            <a:noAutofit/>
          </a:bodyPr>
          <a:lstStyle/>
          <a:p>
            <a:pPr marL="252000" indent="-252000">
              <a:lnSpc>
                <a:spcPct val="110000"/>
              </a:lnSpc>
              <a:buClr>
                <a:srgbClr val="000000"/>
              </a:buClr>
              <a:buFont typeface="Wingdings" charset="2"/>
              <a:buChar char=""/>
            </a:pPr>
            <a:r>
              <a:rPr lang="en-GB" sz="1400" b="0" strike="noStrike" spc="-1" dirty="0">
                <a:solidFill>
                  <a:srgbClr val="000000"/>
                </a:solidFill>
                <a:latin typeface="Helvetica Neue"/>
              </a:rPr>
              <a:t>To connect to a MongoDB database using Node.js, </a:t>
            </a:r>
            <a:r>
              <a:rPr lang="da-DK" sz="1400" b="0" strike="noStrike" spc="-1" dirty="0" err="1">
                <a:solidFill>
                  <a:srgbClr val="000000"/>
                </a:solidFill>
                <a:latin typeface="Helvetica Neue"/>
              </a:rPr>
              <a:t>use</a:t>
            </a:r>
            <a:r>
              <a:rPr lang="da-DK" sz="1400" b="0" strike="noStrike" spc="-1" dirty="0">
                <a:solidFill>
                  <a:srgbClr val="000000"/>
                </a:solidFill>
                <a:latin typeface="Helvetica Neue"/>
              </a:rPr>
              <a:t> </a:t>
            </a:r>
            <a:r>
              <a:rPr lang="da-DK" sz="1400" b="0" strike="noStrike" spc="-1" dirty="0" err="1">
                <a:solidFill>
                  <a:srgbClr val="000000"/>
                </a:solidFill>
                <a:latin typeface="Helvetica Neue"/>
              </a:rPr>
              <a:t>Mongoose</a:t>
            </a:r>
            <a:endParaRPr lang="da-DK" sz="1400" b="0" strike="noStrike" spc="-1" dirty="0">
              <a:solidFill>
                <a:srgbClr val="000000"/>
              </a:solidFill>
              <a:latin typeface="Helvetica Neue"/>
            </a:endParaRPr>
          </a:p>
          <a:p>
            <a:pPr lvl="1">
              <a:buClr>
                <a:srgbClr val="000000"/>
              </a:buClr>
              <a:buFont typeface="Wingdings" charset="2"/>
              <a:buChar char=""/>
            </a:pPr>
            <a:r>
              <a:rPr lang="da-DK" sz="1200" spc="-1" dirty="0">
                <a:solidFill>
                  <a:srgbClr val="000000"/>
                </a:solidFill>
                <a:latin typeface="Helvetica Neue"/>
              </a:rPr>
              <a:t>This </a:t>
            </a:r>
            <a:r>
              <a:rPr lang="da-DK" sz="1200" spc="-1" dirty="0" err="1">
                <a:solidFill>
                  <a:srgbClr val="000000"/>
                </a:solidFill>
                <a:latin typeface="Helvetica Neue"/>
              </a:rPr>
              <a:t>example</a:t>
            </a:r>
            <a:r>
              <a:rPr lang="da-DK" sz="1200" spc="-1" dirty="0">
                <a:solidFill>
                  <a:srgbClr val="000000"/>
                </a:solidFill>
                <a:latin typeface="Helvetica Neue"/>
              </a:rPr>
              <a:t> </a:t>
            </a:r>
            <a:r>
              <a:rPr lang="da-DK" sz="1200" spc="-1" dirty="0" err="1">
                <a:solidFill>
                  <a:srgbClr val="000000"/>
                </a:solidFill>
                <a:latin typeface="Helvetica Neue"/>
              </a:rPr>
              <a:t>uses</a:t>
            </a:r>
            <a:r>
              <a:rPr lang="da-DK" sz="1200" spc="-1" dirty="0">
                <a:solidFill>
                  <a:srgbClr val="000000"/>
                </a:solidFill>
                <a:latin typeface="Helvetica Neue"/>
              </a:rPr>
              <a:t> Express to </a:t>
            </a:r>
            <a:r>
              <a:rPr lang="da-DK" sz="1200" spc="-1" dirty="0" err="1">
                <a:solidFill>
                  <a:srgbClr val="000000"/>
                </a:solidFill>
                <a:latin typeface="Helvetica Neue"/>
              </a:rPr>
              <a:t>create</a:t>
            </a:r>
            <a:r>
              <a:rPr lang="da-DK" sz="1200" spc="-1" dirty="0">
                <a:solidFill>
                  <a:srgbClr val="000000"/>
                </a:solidFill>
                <a:latin typeface="Helvetica Neue"/>
              </a:rPr>
              <a:t> </a:t>
            </a:r>
            <a:r>
              <a:rPr lang="da-DK" sz="1200" spc="-1" dirty="0" err="1">
                <a:solidFill>
                  <a:srgbClr val="000000"/>
                </a:solidFill>
                <a:latin typeface="Helvetica Neue"/>
              </a:rPr>
              <a:t>endpoints</a:t>
            </a:r>
            <a:endParaRPr lang="en-US" sz="1200" b="0" strike="noStrike" spc="-1" dirty="0">
              <a:solidFill>
                <a:srgbClr val="000000"/>
              </a:solidFill>
              <a:latin typeface="Arial"/>
            </a:endParaRPr>
          </a:p>
          <a:p>
            <a:pPr marL="252000" indent="-252000">
              <a:lnSpc>
                <a:spcPct val="110000"/>
              </a:lnSpc>
              <a:buClr>
                <a:srgbClr val="000000"/>
              </a:buClr>
              <a:buFont typeface="Wingdings" charset="2"/>
              <a:buChar char=""/>
            </a:pPr>
            <a:r>
              <a:rPr lang="en-GB" sz="1400" b="0" strike="noStrike" spc="-1" dirty="0">
                <a:solidFill>
                  <a:srgbClr val="000000"/>
                </a:solidFill>
                <a:latin typeface="Helvetica Neue"/>
              </a:rPr>
              <a:t>The driver provides a </a:t>
            </a:r>
            <a:r>
              <a:rPr lang="en-GB" sz="1400" b="0" strike="noStrike" spc="-1" dirty="0" err="1">
                <a:solidFill>
                  <a:srgbClr val="000000"/>
                </a:solidFill>
                <a:latin typeface="Helvetica Neue"/>
              </a:rPr>
              <a:t>MongoClient</a:t>
            </a:r>
            <a:r>
              <a:rPr lang="en-GB" sz="1400" b="0" strike="noStrike" spc="-1" dirty="0">
                <a:solidFill>
                  <a:srgbClr val="000000"/>
                </a:solidFill>
                <a:latin typeface="Helvetica Neue"/>
              </a:rPr>
              <a:t> object that can be used to connect to a MongoDB database and collection using a schema</a:t>
            </a:r>
            <a:endParaRPr lang="en-US" sz="1400" b="0" strike="noStrike" spc="-1" dirty="0">
              <a:solidFill>
                <a:srgbClr val="000000"/>
              </a:solidFill>
              <a:latin typeface="Arial"/>
            </a:endParaRPr>
          </a:p>
        </p:txBody>
      </p:sp>
      <p:sp>
        <p:nvSpPr>
          <p:cNvPr id="368" name="PlaceHolder 3"/>
          <p:cNvSpPr>
            <a:spLocks noGrp="1"/>
          </p:cNvSpPr>
          <p:nvPr>
            <p:ph type="ftr" idx="55"/>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369" name="Rectangle 6"/>
          <p:cNvSpPr/>
          <p:nvPr/>
        </p:nvSpPr>
        <p:spPr>
          <a:xfrm>
            <a:off x="5721292" y="0"/>
            <a:ext cx="6470708" cy="6858000"/>
          </a:xfrm>
          <a:prstGeom prst="rect">
            <a:avLst/>
          </a:prstGeom>
          <a:solidFill>
            <a:schemeClr val="tx1">
              <a:lumMod val="85000"/>
              <a:lumOff val="15000"/>
            </a:schemeClr>
          </a:solidFill>
          <a:ln>
            <a:solidFill>
              <a:srgbClr val="000000"/>
            </a:solidFill>
          </a:ln>
        </p:spPr>
        <p:style>
          <a:lnRef idx="2">
            <a:schemeClr val="accent1">
              <a:shade val="50000"/>
            </a:schemeClr>
          </a:lnRef>
          <a:fillRef idx="1">
            <a:schemeClr val="accent1"/>
          </a:fillRef>
          <a:effectRef idx="0">
            <a:schemeClr val="accent1"/>
          </a:effectRef>
          <a:fontRef idx="minor"/>
        </p:style>
        <p:txBody>
          <a:bodyPr lIns="72000" tIns="72000" rIns="72000" bIns="72000" anchor="t">
            <a:noAutofit/>
          </a:bodyPr>
          <a:lstStyle/>
          <a:p>
            <a:r>
              <a:rPr lang="en-GB" sz="1200" b="0" dirty="0" err="1">
                <a:solidFill>
                  <a:srgbClr val="569CD6"/>
                </a:solidFill>
                <a:effectLst/>
                <a:latin typeface="Menlo" panose="020B0609030804020204" pitchFamily="49" charset="0"/>
              </a:rPr>
              <a:t>const</a:t>
            </a:r>
            <a:r>
              <a:rPr lang="en-GB" sz="1200" b="0" dirty="0">
                <a:solidFill>
                  <a:srgbClr val="D4D4D4"/>
                </a:solidFill>
                <a:effectLst/>
                <a:latin typeface="Menlo" panose="020B0609030804020204" pitchFamily="49" charset="0"/>
              </a:rPr>
              <a:t> </a:t>
            </a:r>
            <a:r>
              <a:rPr lang="en-GB" sz="1200" b="0" dirty="0">
                <a:solidFill>
                  <a:srgbClr val="4FC1FF"/>
                </a:solidFill>
                <a:effectLst/>
                <a:latin typeface="Menlo" panose="020B0609030804020204" pitchFamily="49" charset="0"/>
              </a:rPr>
              <a:t>express</a:t>
            </a:r>
            <a:r>
              <a:rPr lang="en-GB" sz="1200" b="0" dirty="0">
                <a:solidFill>
                  <a:srgbClr val="D4D4D4"/>
                </a:solidFill>
                <a:effectLst/>
                <a:latin typeface="Menlo" panose="020B0609030804020204" pitchFamily="49" charset="0"/>
              </a:rPr>
              <a:t> = </a:t>
            </a:r>
            <a:r>
              <a:rPr lang="en-GB" sz="1200" b="0" dirty="0">
                <a:solidFill>
                  <a:srgbClr val="DCDCAA"/>
                </a:solidFill>
                <a:effectLst/>
                <a:latin typeface="Menlo" panose="020B0609030804020204" pitchFamily="49" charset="0"/>
              </a:rPr>
              <a:t>require</a:t>
            </a:r>
            <a:r>
              <a:rPr lang="en-GB" sz="1200" b="0" dirty="0">
                <a:solidFill>
                  <a:srgbClr val="D4D4D4"/>
                </a:solidFill>
                <a:effectLst/>
                <a:latin typeface="Menlo" panose="020B0609030804020204" pitchFamily="49" charset="0"/>
              </a:rPr>
              <a:t>(</a:t>
            </a:r>
            <a:r>
              <a:rPr lang="en-GB" sz="1200" b="0" dirty="0">
                <a:solidFill>
                  <a:srgbClr val="CE9178"/>
                </a:solidFill>
                <a:effectLst/>
                <a:latin typeface="Menlo" panose="020B0609030804020204" pitchFamily="49" charset="0"/>
              </a:rPr>
              <a:t>'express'</a:t>
            </a:r>
            <a:r>
              <a:rPr lang="en-GB" sz="1200" b="0" dirty="0">
                <a:solidFill>
                  <a:srgbClr val="D4D4D4"/>
                </a:solidFill>
                <a:effectLst/>
                <a:latin typeface="Menlo" panose="020B0609030804020204" pitchFamily="49" charset="0"/>
              </a:rPr>
              <a:t>);</a:t>
            </a:r>
          </a:p>
          <a:p>
            <a:r>
              <a:rPr lang="en-GB" sz="1200" b="0" dirty="0" err="1">
                <a:solidFill>
                  <a:srgbClr val="569CD6"/>
                </a:solidFill>
                <a:effectLst/>
                <a:latin typeface="Menlo" panose="020B0609030804020204" pitchFamily="49" charset="0"/>
              </a:rPr>
              <a:t>const</a:t>
            </a:r>
            <a:r>
              <a:rPr lang="en-GB" sz="1200" b="0" dirty="0">
                <a:solidFill>
                  <a:srgbClr val="D4D4D4"/>
                </a:solidFill>
                <a:effectLst/>
                <a:latin typeface="Menlo" panose="020B0609030804020204" pitchFamily="49" charset="0"/>
              </a:rPr>
              <a:t> </a:t>
            </a:r>
            <a:r>
              <a:rPr lang="en-GB" sz="1200" b="0" dirty="0">
                <a:solidFill>
                  <a:srgbClr val="4EC9B0"/>
                </a:solidFill>
                <a:effectLst/>
                <a:latin typeface="Menlo" panose="020B0609030804020204" pitchFamily="49" charset="0"/>
              </a:rPr>
              <a:t>mongoose</a:t>
            </a:r>
            <a:r>
              <a:rPr lang="en-GB" sz="1200" b="0" dirty="0">
                <a:solidFill>
                  <a:srgbClr val="D4D4D4"/>
                </a:solidFill>
                <a:effectLst/>
                <a:latin typeface="Menlo" panose="020B0609030804020204" pitchFamily="49" charset="0"/>
              </a:rPr>
              <a:t> = </a:t>
            </a:r>
            <a:r>
              <a:rPr lang="en-GB" sz="1200" b="0" dirty="0">
                <a:solidFill>
                  <a:srgbClr val="DCDCAA"/>
                </a:solidFill>
                <a:effectLst/>
                <a:latin typeface="Menlo" panose="020B0609030804020204" pitchFamily="49" charset="0"/>
              </a:rPr>
              <a:t>require</a:t>
            </a:r>
            <a:r>
              <a:rPr lang="en-GB" sz="1200" b="0" dirty="0">
                <a:solidFill>
                  <a:srgbClr val="D4D4D4"/>
                </a:solidFill>
                <a:effectLst/>
                <a:latin typeface="Menlo" panose="020B0609030804020204" pitchFamily="49" charset="0"/>
              </a:rPr>
              <a:t>(</a:t>
            </a:r>
            <a:r>
              <a:rPr lang="en-GB" sz="1200" b="0" dirty="0">
                <a:solidFill>
                  <a:srgbClr val="CE9178"/>
                </a:solidFill>
                <a:effectLst/>
                <a:latin typeface="Menlo" panose="020B0609030804020204" pitchFamily="49" charset="0"/>
              </a:rPr>
              <a:t>'mongoose'</a:t>
            </a:r>
            <a:r>
              <a:rPr lang="en-GB" sz="1200" b="0" dirty="0">
                <a:solidFill>
                  <a:srgbClr val="D4D4D4"/>
                </a:solidFill>
                <a:effectLst/>
                <a:latin typeface="Menlo" panose="020B0609030804020204" pitchFamily="49" charset="0"/>
              </a:rPr>
              <a:t>);</a:t>
            </a:r>
          </a:p>
          <a:p>
            <a:br>
              <a:rPr lang="en-GB" sz="1200" b="0" dirty="0">
                <a:solidFill>
                  <a:srgbClr val="D4D4D4"/>
                </a:solidFill>
                <a:effectLst/>
                <a:latin typeface="Menlo" panose="020B0609030804020204" pitchFamily="49" charset="0"/>
              </a:rPr>
            </a:br>
            <a:r>
              <a:rPr lang="en-GB" sz="1200" b="0" dirty="0">
                <a:solidFill>
                  <a:srgbClr val="6A9955"/>
                </a:solidFill>
                <a:effectLst/>
                <a:latin typeface="Menlo" panose="020B0609030804020204" pitchFamily="49" charset="0"/>
              </a:rPr>
              <a:t>//initialize express</a:t>
            </a:r>
            <a:endParaRPr lang="en-GB" sz="1200" b="0" dirty="0">
              <a:solidFill>
                <a:srgbClr val="D4D4D4"/>
              </a:solidFill>
              <a:effectLst/>
              <a:latin typeface="Menlo" panose="020B0609030804020204" pitchFamily="49" charset="0"/>
            </a:endParaRPr>
          </a:p>
          <a:p>
            <a:r>
              <a:rPr lang="en-GB" sz="1200" b="0" dirty="0" err="1">
                <a:solidFill>
                  <a:srgbClr val="569CD6"/>
                </a:solidFill>
                <a:effectLst/>
                <a:latin typeface="Menlo" panose="020B0609030804020204" pitchFamily="49" charset="0"/>
              </a:rPr>
              <a:t>const</a:t>
            </a:r>
            <a:r>
              <a:rPr lang="en-GB" sz="1200" b="0" dirty="0">
                <a:solidFill>
                  <a:srgbClr val="D4D4D4"/>
                </a:solidFill>
                <a:effectLst/>
                <a:latin typeface="Menlo" panose="020B0609030804020204" pitchFamily="49" charset="0"/>
              </a:rPr>
              <a:t> </a:t>
            </a:r>
            <a:r>
              <a:rPr lang="en-GB" sz="1200" b="0" dirty="0">
                <a:solidFill>
                  <a:srgbClr val="4FC1FF"/>
                </a:solidFill>
                <a:effectLst/>
                <a:latin typeface="Menlo" panose="020B0609030804020204" pitchFamily="49" charset="0"/>
              </a:rPr>
              <a:t>app</a:t>
            </a:r>
            <a:r>
              <a:rPr lang="en-GB" sz="1200" b="0" dirty="0">
                <a:solidFill>
                  <a:srgbClr val="D4D4D4"/>
                </a:solidFill>
                <a:effectLst/>
                <a:latin typeface="Menlo" panose="020B0609030804020204" pitchFamily="49" charset="0"/>
              </a:rPr>
              <a:t> = </a:t>
            </a:r>
            <a:r>
              <a:rPr lang="en-GB" sz="1200" b="0" dirty="0">
                <a:solidFill>
                  <a:srgbClr val="DCDCAA"/>
                </a:solidFill>
                <a:effectLst/>
                <a:latin typeface="Menlo" panose="020B0609030804020204" pitchFamily="49" charset="0"/>
              </a:rPr>
              <a:t>express</a:t>
            </a:r>
            <a:r>
              <a:rPr lang="en-GB" sz="1200" b="0" dirty="0">
                <a:solidFill>
                  <a:srgbClr val="D4D4D4"/>
                </a:solidFill>
                <a:effectLst/>
                <a:latin typeface="Menlo" panose="020B0609030804020204" pitchFamily="49" charset="0"/>
              </a:rPr>
              <a:t>();</a:t>
            </a:r>
          </a:p>
          <a:p>
            <a:r>
              <a:rPr lang="en-GB" sz="1200" b="0" dirty="0" err="1">
                <a:solidFill>
                  <a:srgbClr val="569CD6"/>
                </a:solidFill>
                <a:effectLst/>
                <a:latin typeface="Menlo" panose="020B0609030804020204" pitchFamily="49" charset="0"/>
              </a:rPr>
              <a:t>const</a:t>
            </a:r>
            <a:r>
              <a:rPr lang="en-GB" sz="1200" b="0" dirty="0">
                <a:solidFill>
                  <a:srgbClr val="D4D4D4"/>
                </a:solidFill>
                <a:effectLst/>
                <a:latin typeface="Menlo" panose="020B0609030804020204" pitchFamily="49" charset="0"/>
              </a:rPr>
              <a:t> </a:t>
            </a:r>
            <a:r>
              <a:rPr lang="en-GB" sz="1200" b="0" dirty="0">
                <a:solidFill>
                  <a:srgbClr val="4FC1FF"/>
                </a:solidFill>
                <a:effectLst/>
                <a:latin typeface="Menlo" panose="020B0609030804020204" pitchFamily="49" charset="0"/>
              </a:rPr>
              <a:t>PORT</a:t>
            </a:r>
            <a:r>
              <a:rPr lang="en-GB" sz="1200" b="0" dirty="0">
                <a:solidFill>
                  <a:srgbClr val="D4D4D4"/>
                </a:solidFill>
                <a:effectLst/>
                <a:latin typeface="Menlo" panose="020B0609030804020204" pitchFamily="49" charset="0"/>
              </a:rPr>
              <a:t> = </a:t>
            </a:r>
            <a:r>
              <a:rPr lang="en-GB" sz="1200" b="0" dirty="0" err="1">
                <a:solidFill>
                  <a:srgbClr val="9CDCFE"/>
                </a:solidFill>
                <a:effectLst/>
                <a:latin typeface="Menlo" panose="020B0609030804020204" pitchFamily="49" charset="0"/>
              </a:rPr>
              <a:t>process</a:t>
            </a:r>
            <a:r>
              <a:rPr lang="en-GB" sz="1200" b="0" dirty="0" err="1">
                <a:solidFill>
                  <a:srgbClr val="D4D4D4"/>
                </a:solidFill>
                <a:effectLst/>
                <a:latin typeface="Menlo" panose="020B0609030804020204" pitchFamily="49" charset="0"/>
              </a:rPr>
              <a:t>.</a:t>
            </a:r>
            <a:r>
              <a:rPr lang="en-GB" sz="1200" b="0" dirty="0" err="1">
                <a:solidFill>
                  <a:srgbClr val="9CDCFE"/>
                </a:solidFill>
                <a:effectLst/>
                <a:latin typeface="Menlo" panose="020B0609030804020204" pitchFamily="49" charset="0"/>
              </a:rPr>
              <a:t>env</a:t>
            </a:r>
            <a:r>
              <a:rPr lang="en-GB" sz="1200" b="0" dirty="0" err="1">
                <a:solidFill>
                  <a:srgbClr val="D4D4D4"/>
                </a:solidFill>
                <a:effectLst/>
                <a:latin typeface="Menlo" panose="020B0609030804020204" pitchFamily="49" charset="0"/>
              </a:rPr>
              <a:t>.</a:t>
            </a:r>
            <a:r>
              <a:rPr lang="en-GB" sz="1200" b="0" dirty="0" err="1">
                <a:solidFill>
                  <a:srgbClr val="4FC1FF"/>
                </a:solidFill>
                <a:effectLst/>
                <a:latin typeface="Menlo" panose="020B0609030804020204" pitchFamily="49" charset="0"/>
              </a:rPr>
              <a:t>PORT</a:t>
            </a:r>
            <a:r>
              <a:rPr lang="en-GB" sz="1200" b="0" dirty="0">
                <a:solidFill>
                  <a:srgbClr val="D4D4D4"/>
                </a:solidFill>
                <a:effectLst/>
                <a:latin typeface="Menlo" panose="020B0609030804020204" pitchFamily="49" charset="0"/>
              </a:rPr>
              <a:t> || </a:t>
            </a:r>
            <a:r>
              <a:rPr lang="en-GB" sz="1200" b="0" dirty="0">
                <a:solidFill>
                  <a:srgbClr val="B5CEA8"/>
                </a:solidFill>
                <a:effectLst/>
                <a:latin typeface="Menlo" panose="020B0609030804020204" pitchFamily="49" charset="0"/>
              </a:rPr>
              <a:t>3000</a:t>
            </a:r>
            <a:r>
              <a:rPr lang="en-GB" sz="1200" b="0" dirty="0">
                <a:solidFill>
                  <a:srgbClr val="D4D4D4"/>
                </a:solidFill>
                <a:effectLst/>
                <a:latin typeface="Menlo" panose="020B0609030804020204" pitchFamily="49" charset="0"/>
              </a:rPr>
              <a:t>;</a:t>
            </a:r>
          </a:p>
          <a:p>
            <a:br>
              <a:rPr lang="en-GB" sz="1200" b="0" dirty="0">
                <a:solidFill>
                  <a:srgbClr val="D4D4D4"/>
                </a:solidFill>
                <a:effectLst/>
                <a:latin typeface="Menlo" panose="020B0609030804020204" pitchFamily="49" charset="0"/>
              </a:rPr>
            </a:br>
            <a:r>
              <a:rPr lang="en-GB" sz="1200" b="0" dirty="0">
                <a:solidFill>
                  <a:srgbClr val="6A9955"/>
                </a:solidFill>
                <a:effectLst/>
                <a:latin typeface="Menlo" panose="020B0609030804020204" pitchFamily="49" charset="0"/>
              </a:rPr>
              <a:t>//connect to </a:t>
            </a:r>
            <a:r>
              <a:rPr lang="en-GB" sz="1200" b="0" dirty="0" err="1">
                <a:solidFill>
                  <a:srgbClr val="6A9955"/>
                </a:solidFill>
                <a:effectLst/>
                <a:latin typeface="Menlo" panose="020B0609030804020204" pitchFamily="49" charset="0"/>
              </a:rPr>
              <a:t>mongodb</a:t>
            </a:r>
            <a:endParaRPr lang="en-GB" sz="1200" b="0" dirty="0">
              <a:solidFill>
                <a:srgbClr val="D4D4D4"/>
              </a:solidFill>
              <a:effectLst/>
              <a:latin typeface="Menlo" panose="020B0609030804020204" pitchFamily="49" charset="0"/>
            </a:endParaRPr>
          </a:p>
          <a:p>
            <a:r>
              <a:rPr lang="en-GB" sz="1200" b="0" dirty="0" err="1">
                <a:solidFill>
                  <a:srgbClr val="4EC9B0"/>
                </a:solidFill>
                <a:effectLst/>
                <a:latin typeface="Menlo" panose="020B0609030804020204" pitchFamily="49" charset="0"/>
              </a:rPr>
              <a:t>mongoose</a:t>
            </a:r>
            <a:r>
              <a:rPr lang="en-GB" sz="1200" b="0" dirty="0" err="1">
                <a:solidFill>
                  <a:srgbClr val="D4D4D4"/>
                </a:solidFill>
                <a:effectLst/>
                <a:latin typeface="Menlo" panose="020B0609030804020204" pitchFamily="49" charset="0"/>
              </a:rPr>
              <a:t>.</a:t>
            </a:r>
            <a:r>
              <a:rPr lang="en-GB" sz="1200" b="0" dirty="0" err="1">
                <a:solidFill>
                  <a:srgbClr val="DCDCAA"/>
                </a:solidFill>
                <a:effectLst/>
                <a:latin typeface="Menlo" panose="020B0609030804020204" pitchFamily="49" charset="0"/>
              </a:rPr>
              <a:t>connect</a:t>
            </a:r>
            <a:r>
              <a:rPr lang="en-GB" sz="1200" b="0" dirty="0">
                <a:solidFill>
                  <a:srgbClr val="D4D4D4"/>
                </a:solidFill>
                <a:effectLst/>
                <a:latin typeface="Menlo" panose="020B0609030804020204" pitchFamily="49" charset="0"/>
              </a:rPr>
              <a:t>(</a:t>
            </a:r>
            <a:r>
              <a:rPr lang="en-GB" sz="1200" b="0" dirty="0">
                <a:solidFill>
                  <a:srgbClr val="CE9178"/>
                </a:solidFill>
                <a:effectLst/>
                <a:latin typeface="Menlo" panose="020B0609030804020204" pitchFamily="49" charset="0"/>
              </a:rPr>
              <a:t>'</a:t>
            </a:r>
            <a:r>
              <a:rPr lang="en-GB" sz="1200" b="0" dirty="0" err="1">
                <a:solidFill>
                  <a:srgbClr val="CE9178"/>
                </a:solidFill>
                <a:effectLst/>
                <a:latin typeface="Menlo" panose="020B0609030804020204" pitchFamily="49" charset="0"/>
              </a:rPr>
              <a:t>mongodb</a:t>
            </a:r>
            <a:r>
              <a:rPr lang="en-GB" sz="1200" b="0" dirty="0">
                <a:solidFill>
                  <a:srgbClr val="CE9178"/>
                </a:solidFill>
                <a:effectLst/>
                <a:latin typeface="Menlo" panose="020B0609030804020204" pitchFamily="49" charset="0"/>
              </a:rPr>
              <a:t>://localhost:27017/abracadabra’</a:t>
            </a:r>
            <a:r>
              <a:rPr lang="en-GB" sz="1200" b="0" dirty="0">
                <a:solidFill>
                  <a:srgbClr val="D4D4D4"/>
                </a:solidFill>
                <a:effectLst/>
                <a:latin typeface="Menlo" panose="020B0609030804020204" pitchFamily="49" charset="0"/>
              </a:rPr>
              <a:t>,</a:t>
            </a:r>
          </a:p>
          <a:p>
            <a:r>
              <a:rPr lang="en-GB" sz="1200" dirty="0">
                <a:solidFill>
                  <a:srgbClr val="D4D4D4"/>
                </a:solidFill>
                <a:latin typeface="Menlo" panose="020B0609030804020204" pitchFamily="49" charset="0"/>
              </a:rPr>
              <a:t>            </a:t>
            </a:r>
            <a:r>
              <a:rPr lang="en-GB" sz="1200" b="0" dirty="0">
                <a:solidFill>
                  <a:srgbClr val="D4D4D4"/>
                </a:solidFill>
                <a:effectLst/>
                <a:latin typeface="Menlo" panose="020B0609030804020204" pitchFamily="49" charset="0"/>
              </a:rPr>
              <a:t>  { </a:t>
            </a:r>
            <a:r>
              <a:rPr lang="en-GB" sz="1200" b="0" dirty="0" err="1">
                <a:solidFill>
                  <a:srgbClr val="9CDCFE"/>
                </a:solidFill>
                <a:effectLst/>
                <a:latin typeface="Menlo" panose="020B0609030804020204" pitchFamily="49" charset="0"/>
              </a:rPr>
              <a:t>useNewUrlParser</a:t>
            </a:r>
            <a:r>
              <a:rPr lang="en-GB" sz="1200" b="0" dirty="0">
                <a:solidFill>
                  <a:srgbClr val="9CDCFE"/>
                </a:solidFill>
                <a:effectLst/>
                <a:latin typeface="Menlo" panose="020B0609030804020204" pitchFamily="49" charset="0"/>
              </a:rPr>
              <a:t>:</a:t>
            </a:r>
            <a:r>
              <a:rPr lang="en-GB" sz="1200" b="0" dirty="0">
                <a:solidFill>
                  <a:srgbClr val="D4D4D4"/>
                </a:solidFill>
                <a:effectLst/>
                <a:latin typeface="Menlo" panose="020B0609030804020204" pitchFamily="49" charset="0"/>
              </a:rPr>
              <a:t> </a:t>
            </a:r>
            <a:r>
              <a:rPr lang="en-GB" sz="1200" b="0" dirty="0">
                <a:solidFill>
                  <a:srgbClr val="569CD6"/>
                </a:solidFill>
                <a:effectLst/>
                <a:latin typeface="Menlo" panose="020B0609030804020204" pitchFamily="49" charset="0"/>
              </a:rPr>
              <a:t>true</a:t>
            </a:r>
            <a:r>
              <a:rPr lang="en-GB" sz="1200" b="0" dirty="0">
                <a:solidFill>
                  <a:srgbClr val="D4D4D4"/>
                </a:solidFill>
                <a:effectLst/>
                <a:latin typeface="Menlo" panose="020B0609030804020204" pitchFamily="49" charset="0"/>
              </a:rPr>
              <a:t>, </a:t>
            </a:r>
            <a:r>
              <a:rPr lang="en-GB" sz="1200" b="0" dirty="0" err="1">
                <a:solidFill>
                  <a:srgbClr val="9CDCFE"/>
                </a:solidFill>
                <a:effectLst/>
                <a:latin typeface="Menlo" panose="020B0609030804020204" pitchFamily="49" charset="0"/>
              </a:rPr>
              <a:t>useUnifiedTopology</a:t>
            </a:r>
            <a:r>
              <a:rPr lang="en-GB" sz="1200" b="0" dirty="0">
                <a:solidFill>
                  <a:srgbClr val="9CDCFE"/>
                </a:solidFill>
                <a:effectLst/>
                <a:latin typeface="Menlo" panose="020B0609030804020204" pitchFamily="49" charset="0"/>
              </a:rPr>
              <a:t>:</a:t>
            </a:r>
            <a:r>
              <a:rPr lang="en-GB" sz="1200" b="0" dirty="0">
                <a:solidFill>
                  <a:srgbClr val="D4D4D4"/>
                </a:solidFill>
                <a:effectLst/>
                <a:latin typeface="Menlo" panose="020B0609030804020204" pitchFamily="49" charset="0"/>
              </a:rPr>
              <a:t> </a:t>
            </a:r>
            <a:r>
              <a:rPr lang="en-GB" sz="1200" b="0" dirty="0">
                <a:solidFill>
                  <a:srgbClr val="569CD6"/>
                </a:solidFill>
                <a:effectLst/>
                <a:latin typeface="Menlo" panose="020B0609030804020204" pitchFamily="49" charset="0"/>
              </a:rPr>
              <a:t>true</a:t>
            </a:r>
            <a:r>
              <a:rPr lang="en-GB" sz="1200" b="0" dirty="0">
                <a:solidFill>
                  <a:srgbClr val="D4D4D4"/>
                </a:solidFill>
                <a:effectLst/>
                <a:latin typeface="Menlo" panose="020B0609030804020204" pitchFamily="49" charset="0"/>
              </a:rPr>
              <a:t> });</a:t>
            </a:r>
          </a:p>
          <a:p>
            <a:br>
              <a:rPr lang="en-GB" sz="1200" b="0" dirty="0">
                <a:solidFill>
                  <a:srgbClr val="D4D4D4"/>
                </a:solidFill>
                <a:effectLst/>
                <a:latin typeface="Menlo" panose="020B0609030804020204" pitchFamily="49" charset="0"/>
              </a:rPr>
            </a:br>
            <a:r>
              <a:rPr lang="en-GB" sz="1200" b="0" dirty="0">
                <a:solidFill>
                  <a:srgbClr val="6A9955"/>
                </a:solidFill>
                <a:effectLst/>
                <a:latin typeface="Menlo" panose="020B0609030804020204" pitchFamily="49" charset="0"/>
              </a:rPr>
              <a:t>//create a mongoose schema and model</a:t>
            </a:r>
            <a:endParaRPr lang="en-GB" sz="1200" b="0" dirty="0">
              <a:solidFill>
                <a:srgbClr val="D4D4D4"/>
              </a:solidFill>
              <a:effectLst/>
              <a:latin typeface="Menlo" panose="020B0609030804020204" pitchFamily="49" charset="0"/>
            </a:endParaRPr>
          </a:p>
          <a:p>
            <a:r>
              <a:rPr lang="en-GB" sz="1200" b="0" dirty="0" err="1">
                <a:solidFill>
                  <a:srgbClr val="569CD6"/>
                </a:solidFill>
                <a:effectLst/>
                <a:latin typeface="Menlo" panose="020B0609030804020204" pitchFamily="49" charset="0"/>
              </a:rPr>
              <a:t>const</a:t>
            </a:r>
            <a:r>
              <a:rPr lang="en-GB" sz="1200" b="0" dirty="0">
                <a:solidFill>
                  <a:srgbClr val="D4D4D4"/>
                </a:solidFill>
                <a:effectLst/>
                <a:latin typeface="Menlo" panose="020B0609030804020204" pitchFamily="49" charset="0"/>
              </a:rPr>
              <a:t> </a:t>
            </a:r>
            <a:r>
              <a:rPr lang="en-GB" sz="1200" b="0" dirty="0" err="1">
                <a:solidFill>
                  <a:srgbClr val="4FC1FF"/>
                </a:solidFill>
                <a:effectLst/>
                <a:latin typeface="Menlo" panose="020B0609030804020204" pitchFamily="49" charset="0"/>
              </a:rPr>
              <a:t>abracadabraSchema</a:t>
            </a:r>
            <a:r>
              <a:rPr lang="en-GB" sz="1200" b="0" dirty="0">
                <a:solidFill>
                  <a:srgbClr val="D4D4D4"/>
                </a:solidFill>
                <a:effectLst/>
                <a:latin typeface="Menlo" panose="020B0609030804020204" pitchFamily="49" charset="0"/>
              </a:rPr>
              <a:t> = </a:t>
            </a:r>
            <a:r>
              <a:rPr lang="en-GB" sz="1200" b="0" dirty="0">
                <a:solidFill>
                  <a:srgbClr val="569CD6"/>
                </a:solidFill>
                <a:effectLst/>
                <a:latin typeface="Menlo" panose="020B0609030804020204" pitchFamily="49" charset="0"/>
              </a:rPr>
              <a:t>new</a:t>
            </a:r>
            <a:r>
              <a:rPr lang="en-GB" sz="1200" b="0" dirty="0">
                <a:solidFill>
                  <a:srgbClr val="D4D4D4"/>
                </a:solidFill>
                <a:effectLst/>
                <a:latin typeface="Menlo" panose="020B0609030804020204" pitchFamily="49" charset="0"/>
              </a:rPr>
              <a:t> </a:t>
            </a:r>
            <a:r>
              <a:rPr lang="en-GB" sz="1200" b="0" dirty="0" err="1">
                <a:solidFill>
                  <a:srgbClr val="4EC9B0"/>
                </a:solidFill>
                <a:effectLst/>
                <a:latin typeface="Menlo" panose="020B0609030804020204" pitchFamily="49" charset="0"/>
              </a:rPr>
              <a:t>mongoose</a:t>
            </a:r>
            <a:r>
              <a:rPr lang="en-GB" sz="1200" b="0" dirty="0" err="1">
                <a:solidFill>
                  <a:srgbClr val="D4D4D4"/>
                </a:solidFill>
                <a:effectLst/>
                <a:latin typeface="Menlo" panose="020B0609030804020204" pitchFamily="49" charset="0"/>
              </a:rPr>
              <a:t>.</a:t>
            </a:r>
            <a:r>
              <a:rPr lang="en-GB" sz="1200" b="0" dirty="0" err="1">
                <a:solidFill>
                  <a:srgbClr val="4EC9B0"/>
                </a:solidFill>
                <a:effectLst/>
                <a:latin typeface="Menlo" panose="020B0609030804020204" pitchFamily="49" charset="0"/>
              </a:rPr>
              <a:t>Schema</a:t>
            </a:r>
            <a:r>
              <a:rPr lang="en-GB" sz="1200" b="0" dirty="0">
                <a:solidFill>
                  <a:srgbClr val="D4D4D4"/>
                </a:solidFill>
                <a:effectLst/>
                <a:latin typeface="Menlo" panose="020B0609030804020204" pitchFamily="49" charset="0"/>
              </a:rPr>
              <a:t>({</a:t>
            </a:r>
          </a:p>
          <a:p>
            <a:r>
              <a:rPr lang="en-GB" sz="1200" b="0" dirty="0">
                <a:solidFill>
                  <a:srgbClr val="4EC9B0"/>
                </a:solidFill>
                <a:effectLst/>
                <a:latin typeface="Menlo" panose="020B0609030804020204" pitchFamily="49" charset="0"/>
              </a:rPr>
              <a:t>  name</a:t>
            </a:r>
            <a:r>
              <a:rPr lang="en-GB" sz="1200" b="0" dirty="0">
                <a:solidFill>
                  <a:srgbClr val="9CDCFE"/>
                </a:solidFill>
                <a:effectLst/>
                <a:latin typeface="Menlo" panose="020B0609030804020204" pitchFamily="49" charset="0"/>
              </a:rPr>
              <a:t>:</a:t>
            </a:r>
            <a:r>
              <a:rPr lang="en-GB" sz="1200" b="0" dirty="0">
                <a:solidFill>
                  <a:srgbClr val="D4D4D4"/>
                </a:solidFill>
                <a:effectLst/>
                <a:latin typeface="Menlo" panose="020B0609030804020204" pitchFamily="49" charset="0"/>
              </a:rPr>
              <a:t> </a:t>
            </a:r>
            <a:r>
              <a:rPr lang="en-GB" sz="1200" b="0" dirty="0">
                <a:solidFill>
                  <a:srgbClr val="4EC9B0"/>
                </a:solidFill>
                <a:effectLst/>
                <a:latin typeface="Menlo" panose="020B0609030804020204" pitchFamily="49" charset="0"/>
              </a:rPr>
              <a:t>String</a:t>
            </a:r>
            <a:r>
              <a:rPr lang="en-GB" sz="1200" b="0" dirty="0">
                <a:solidFill>
                  <a:srgbClr val="D4D4D4"/>
                </a:solidFill>
                <a:effectLst/>
                <a:latin typeface="Menlo" panose="020B0609030804020204" pitchFamily="49" charset="0"/>
              </a:rPr>
              <a:t>,</a:t>
            </a:r>
          </a:p>
          <a:p>
            <a:r>
              <a:rPr lang="en-GB" sz="1200" b="0" dirty="0">
                <a:solidFill>
                  <a:srgbClr val="4EC9B0"/>
                </a:solidFill>
                <a:effectLst/>
                <a:latin typeface="Menlo" panose="020B0609030804020204" pitchFamily="49" charset="0"/>
              </a:rPr>
              <a:t>  age</a:t>
            </a:r>
            <a:r>
              <a:rPr lang="en-GB" sz="1200" b="0" dirty="0">
                <a:solidFill>
                  <a:srgbClr val="9CDCFE"/>
                </a:solidFill>
                <a:effectLst/>
                <a:latin typeface="Menlo" panose="020B0609030804020204" pitchFamily="49" charset="0"/>
              </a:rPr>
              <a:t>:</a:t>
            </a:r>
            <a:r>
              <a:rPr lang="en-GB" sz="1200" b="0" dirty="0">
                <a:solidFill>
                  <a:srgbClr val="D4D4D4"/>
                </a:solidFill>
                <a:effectLst/>
                <a:latin typeface="Menlo" panose="020B0609030804020204" pitchFamily="49" charset="0"/>
              </a:rPr>
              <a:t> </a:t>
            </a:r>
            <a:r>
              <a:rPr lang="en-GB" sz="1200" b="0" dirty="0">
                <a:solidFill>
                  <a:srgbClr val="4EC9B0"/>
                </a:solidFill>
                <a:effectLst/>
                <a:latin typeface="Menlo" panose="020B0609030804020204" pitchFamily="49" charset="0"/>
              </a:rPr>
              <a:t>Number</a:t>
            </a:r>
            <a:r>
              <a:rPr lang="en-GB" sz="1200" b="0" dirty="0">
                <a:solidFill>
                  <a:srgbClr val="D4D4D4"/>
                </a:solidFill>
                <a:effectLst/>
                <a:latin typeface="Menlo" panose="020B0609030804020204" pitchFamily="49" charset="0"/>
              </a:rPr>
              <a:t>,</a:t>
            </a:r>
          </a:p>
          <a:p>
            <a:r>
              <a:rPr lang="en-GB" sz="1200" b="0" dirty="0">
                <a:solidFill>
                  <a:srgbClr val="4EC9B0"/>
                </a:solidFill>
                <a:effectLst/>
                <a:latin typeface="Menlo" panose="020B0609030804020204" pitchFamily="49" charset="0"/>
              </a:rPr>
              <a:t>  cool</a:t>
            </a:r>
            <a:r>
              <a:rPr lang="en-GB" sz="1200" b="0" dirty="0">
                <a:solidFill>
                  <a:srgbClr val="9CDCFE"/>
                </a:solidFill>
                <a:effectLst/>
                <a:latin typeface="Menlo" panose="020B0609030804020204" pitchFamily="49" charset="0"/>
              </a:rPr>
              <a:t>:</a:t>
            </a:r>
            <a:r>
              <a:rPr lang="en-GB" sz="1200" b="0" dirty="0">
                <a:solidFill>
                  <a:srgbClr val="D4D4D4"/>
                </a:solidFill>
                <a:effectLst/>
                <a:latin typeface="Menlo" panose="020B0609030804020204" pitchFamily="49" charset="0"/>
              </a:rPr>
              <a:t> </a:t>
            </a:r>
            <a:r>
              <a:rPr lang="en-GB" sz="1200" b="0" dirty="0">
                <a:solidFill>
                  <a:srgbClr val="4EC9B0"/>
                </a:solidFill>
                <a:effectLst/>
                <a:latin typeface="Menlo" panose="020B0609030804020204" pitchFamily="49" charset="0"/>
              </a:rPr>
              <a:t>Boolean</a:t>
            </a:r>
            <a:endParaRPr lang="en-GB" sz="1200" b="0" dirty="0">
              <a:solidFill>
                <a:srgbClr val="D4D4D4"/>
              </a:solidFill>
              <a:effectLst/>
              <a:latin typeface="Menlo" panose="020B0609030804020204" pitchFamily="49" charset="0"/>
            </a:endParaRPr>
          </a:p>
          <a:p>
            <a:r>
              <a:rPr lang="en-GB" sz="1200" b="0" dirty="0">
                <a:solidFill>
                  <a:srgbClr val="D4D4D4"/>
                </a:solidFill>
                <a:effectLst/>
                <a:latin typeface="Menlo" panose="020B0609030804020204" pitchFamily="49" charset="0"/>
              </a:rPr>
              <a:t>});</a:t>
            </a:r>
          </a:p>
          <a:p>
            <a:r>
              <a:rPr lang="en-GB" sz="1200" b="0" dirty="0" err="1">
                <a:solidFill>
                  <a:srgbClr val="569CD6"/>
                </a:solidFill>
                <a:effectLst/>
                <a:latin typeface="Menlo" panose="020B0609030804020204" pitchFamily="49" charset="0"/>
              </a:rPr>
              <a:t>const</a:t>
            </a:r>
            <a:r>
              <a:rPr lang="en-GB" sz="1200" b="0" dirty="0">
                <a:solidFill>
                  <a:srgbClr val="D4D4D4"/>
                </a:solidFill>
                <a:effectLst/>
                <a:latin typeface="Menlo" panose="020B0609030804020204" pitchFamily="49" charset="0"/>
              </a:rPr>
              <a:t> </a:t>
            </a:r>
            <a:r>
              <a:rPr lang="en-GB" sz="1200" b="0" dirty="0">
                <a:solidFill>
                  <a:srgbClr val="4EC9B0"/>
                </a:solidFill>
                <a:effectLst/>
                <a:latin typeface="Menlo" panose="020B0609030804020204" pitchFamily="49" charset="0"/>
              </a:rPr>
              <a:t>Abracadabra</a:t>
            </a:r>
            <a:r>
              <a:rPr lang="en-GB" sz="1200" b="0" dirty="0">
                <a:solidFill>
                  <a:srgbClr val="D4D4D4"/>
                </a:solidFill>
                <a:effectLst/>
                <a:latin typeface="Menlo" panose="020B0609030804020204" pitchFamily="49" charset="0"/>
              </a:rPr>
              <a:t> = </a:t>
            </a:r>
            <a:r>
              <a:rPr lang="en-GB" sz="1200" b="0" dirty="0">
                <a:solidFill>
                  <a:srgbClr val="4EC9B0"/>
                </a:solidFill>
                <a:effectLst/>
                <a:latin typeface="Menlo" panose="020B0609030804020204" pitchFamily="49" charset="0"/>
              </a:rPr>
              <a:t>mongoose</a:t>
            </a:r>
          </a:p>
          <a:p>
            <a:r>
              <a:rPr lang="en-GB" sz="1200" dirty="0">
                <a:solidFill>
                  <a:srgbClr val="4EC9B0"/>
                </a:solidFill>
                <a:latin typeface="Menlo" panose="020B0609030804020204" pitchFamily="49" charset="0"/>
              </a:rPr>
              <a:t>	</a:t>
            </a:r>
            <a:r>
              <a:rPr lang="en-GB" sz="1200" b="0" dirty="0">
                <a:solidFill>
                  <a:srgbClr val="D4D4D4"/>
                </a:solidFill>
                <a:effectLst/>
                <a:latin typeface="Menlo" panose="020B0609030804020204" pitchFamily="49" charset="0"/>
              </a:rPr>
              <a:t>.</a:t>
            </a:r>
            <a:r>
              <a:rPr lang="en-GB" sz="1200" b="0" dirty="0">
                <a:solidFill>
                  <a:srgbClr val="DCDCAA"/>
                </a:solidFill>
                <a:effectLst/>
                <a:latin typeface="Menlo" panose="020B0609030804020204" pitchFamily="49" charset="0"/>
              </a:rPr>
              <a:t>model</a:t>
            </a:r>
            <a:r>
              <a:rPr lang="en-GB" sz="1200" b="0" dirty="0">
                <a:solidFill>
                  <a:srgbClr val="D4D4D4"/>
                </a:solidFill>
                <a:effectLst/>
                <a:latin typeface="Menlo" panose="020B0609030804020204" pitchFamily="49" charset="0"/>
              </a:rPr>
              <a:t>(</a:t>
            </a:r>
            <a:r>
              <a:rPr lang="en-GB" sz="1200" b="0" dirty="0">
                <a:solidFill>
                  <a:srgbClr val="CE9178"/>
                </a:solidFill>
                <a:effectLst/>
                <a:latin typeface="Menlo" panose="020B0609030804020204" pitchFamily="49" charset="0"/>
              </a:rPr>
              <a:t>'Abracadabra'</a:t>
            </a:r>
            <a:r>
              <a:rPr lang="en-GB" sz="1200" b="0" dirty="0">
                <a:solidFill>
                  <a:srgbClr val="D4D4D4"/>
                </a:solidFill>
                <a:effectLst/>
                <a:latin typeface="Menlo" panose="020B0609030804020204" pitchFamily="49" charset="0"/>
              </a:rPr>
              <a:t>, </a:t>
            </a:r>
            <a:r>
              <a:rPr lang="en-GB" sz="1200" b="0" dirty="0" err="1">
                <a:solidFill>
                  <a:srgbClr val="4FC1FF"/>
                </a:solidFill>
                <a:effectLst/>
                <a:latin typeface="Menlo" panose="020B0609030804020204" pitchFamily="49" charset="0"/>
              </a:rPr>
              <a:t>abracadabraSchema</a:t>
            </a:r>
            <a:r>
              <a:rPr lang="en-GB" sz="1200" b="0" dirty="0">
                <a:solidFill>
                  <a:srgbClr val="D4D4D4"/>
                </a:solidFill>
                <a:effectLst/>
                <a:latin typeface="Menlo" panose="020B0609030804020204" pitchFamily="49" charset="0"/>
              </a:rPr>
              <a:t>, </a:t>
            </a:r>
            <a:r>
              <a:rPr lang="en-GB" sz="1200" b="0" dirty="0">
                <a:solidFill>
                  <a:srgbClr val="CE9178"/>
                </a:solidFill>
                <a:effectLst/>
                <a:latin typeface="Menlo" panose="020B0609030804020204" pitchFamily="49" charset="0"/>
              </a:rPr>
              <a:t>'abracadabra'</a:t>
            </a:r>
            <a:r>
              <a:rPr lang="en-GB" sz="1200" b="0" dirty="0">
                <a:solidFill>
                  <a:srgbClr val="D4D4D4"/>
                </a:solidFill>
                <a:effectLst/>
                <a:latin typeface="Menlo" panose="020B0609030804020204" pitchFamily="49" charset="0"/>
              </a:rPr>
              <a:t>);</a:t>
            </a:r>
          </a:p>
          <a:p>
            <a:br>
              <a:rPr lang="en-GB" sz="1200" b="0" dirty="0">
                <a:solidFill>
                  <a:srgbClr val="D4D4D4"/>
                </a:solidFill>
                <a:effectLst/>
                <a:latin typeface="Menlo" panose="020B0609030804020204" pitchFamily="49" charset="0"/>
              </a:rPr>
            </a:br>
            <a:r>
              <a:rPr lang="en-GB" sz="1200" b="0" dirty="0">
                <a:solidFill>
                  <a:srgbClr val="6A9955"/>
                </a:solidFill>
                <a:effectLst/>
                <a:latin typeface="Menlo" panose="020B0609030804020204" pitchFamily="49" charset="0"/>
              </a:rPr>
              <a:t>// Create GET Endpoint</a:t>
            </a:r>
            <a:endParaRPr lang="en-GB" sz="1200" b="0" dirty="0">
              <a:solidFill>
                <a:srgbClr val="D4D4D4"/>
              </a:solidFill>
              <a:effectLst/>
              <a:latin typeface="Menlo" panose="020B0609030804020204" pitchFamily="49" charset="0"/>
            </a:endParaRPr>
          </a:p>
          <a:p>
            <a:r>
              <a:rPr lang="en-GB" sz="1200" b="0" dirty="0" err="1">
                <a:solidFill>
                  <a:srgbClr val="4FC1FF"/>
                </a:solidFill>
                <a:effectLst/>
                <a:latin typeface="Menlo" panose="020B0609030804020204" pitchFamily="49" charset="0"/>
              </a:rPr>
              <a:t>app</a:t>
            </a:r>
            <a:r>
              <a:rPr lang="en-GB" sz="1200" b="0" dirty="0" err="1">
                <a:solidFill>
                  <a:srgbClr val="D4D4D4"/>
                </a:solidFill>
                <a:effectLst/>
                <a:latin typeface="Menlo" panose="020B0609030804020204" pitchFamily="49" charset="0"/>
              </a:rPr>
              <a:t>.</a:t>
            </a:r>
            <a:r>
              <a:rPr lang="en-GB" sz="1200" b="0" dirty="0" err="1">
                <a:solidFill>
                  <a:srgbClr val="DCDCAA"/>
                </a:solidFill>
                <a:effectLst/>
                <a:latin typeface="Menlo" panose="020B0609030804020204" pitchFamily="49" charset="0"/>
              </a:rPr>
              <a:t>get</a:t>
            </a:r>
            <a:r>
              <a:rPr lang="en-GB" sz="1200" b="0" dirty="0">
                <a:solidFill>
                  <a:srgbClr val="D4D4D4"/>
                </a:solidFill>
                <a:effectLst/>
                <a:latin typeface="Menlo" panose="020B0609030804020204" pitchFamily="49" charset="0"/>
              </a:rPr>
              <a:t>(</a:t>
            </a:r>
            <a:r>
              <a:rPr lang="en-GB" sz="1200" b="0" dirty="0">
                <a:solidFill>
                  <a:srgbClr val="CE9178"/>
                </a:solidFill>
                <a:effectLst/>
                <a:latin typeface="Menlo" panose="020B0609030804020204" pitchFamily="49" charset="0"/>
              </a:rPr>
              <a:t>'/'</a:t>
            </a:r>
            <a:r>
              <a:rPr lang="en-GB" sz="1200" b="0" dirty="0">
                <a:solidFill>
                  <a:srgbClr val="D4D4D4"/>
                </a:solidFill>
                <a:effectLst/>
                <a:latin typeface="Menlo" panose="020B0609030804020204" pitchFamily="49" charset="0"/>
              </a:rPr>
              <a:t>, </a:t>
            </a:r>
            <a:r>
              <a:rPr lang="en-GB" sz="1200" b="0" dirty="0">
                <a:solidFill>
                  <a:srgbClr val="569CD6"/>
                </a:solidFill>
                <a:effectLst/>
                <a:latin typeface="Menlo" panose="020B0609030804020204" pitchFamily="49" charset="0"/>
              </a:rPr>
              <a:t>async</a:t>
            </a:r>
            <a:r>
              <a:rPr lang="en-GB" sz="1200" b="0" dirty="0">
                <a:solidFill>
                  <a:srgbClr val="D4D4D4"/>
                </a:solidFill>
                <a:effectLst/>
                <a:latin typeface="Menlo" panose="020B0609030804020204" pitchFamily="49" charset="0"/>
              </a:rPr>
              <a:t>(</a:t>
            </a:r>
            <a:r>
              <a:rPr lang="en-GB" sz="1200" b="0" dirty="0" err="1">
                <a:solidFill>
                  <a:srgbClr val="9CDCFE"/>
                </a:solidFill>
                <a:effectLst/>
                <a:latin typeface="Menlo" panose="020B0609030804020204" pitchFamily="49" charset="0"/>
              </a:rPr>
              <a:t>req</a:t>
            </a:r>
            <a:r>
              <a:rPr lang="en-GB" sz="1200" b="0" dirty="0">
                <a:solidFill>
                  <a:srgbClr val="D4D4D4"/>
                </a:solidFill>
                <a:effectLst/>
                <a:latin typeface="Menlo" panose="020B0609030804020204" pitchFamily="49" charset="0"/>
              </a:rPr>
              <a:t>, </a:t>
            </a:r>
            <a:r>
              <a:rPr lang="en-GB" sz="1200" b="0" dirty="0">
                <a:solidFill>
                  <a:srgbClr val="9CDCFE"/>
                </a:solidFill>
                <a:effectLst/>
                <a:latin typeface="Menlo" panose="020B0609030804020204" pitchFamily="49" charset="0"/>
              </a:rPr>
              <a:t>res</a:t>
            </a:r>
            <a:r>
              <a:rPr lang="en-GB" sz="1200" b="0" dirty="0">
                <a:solidFill>
                  <a:srgbClr val="D4D4D4"/>
                </a:solidFill>
                <a:effectLst/>
                <a:latin typeface="Menlo" panose="020B0609030804020204" pitchFamily="49" charset="0"/>
              </a:rPr>
              <a:t>) </a:t>
            </a:r>
            <a:r>
              <a:rPr lang="en-GB" sz="1200" b="0" dirty="0">
                <a:solidFill>
                  <a:srgbClr val="569CD6"/>
                </a:solidFill>
                <a:effectLst/>
                <a:latin typeface="Menlo" panose="020B0609030804020204" pitchFamily="49" charset="0"/>
              </a:rPr>
              <a:t>=&gt;</a:t>
            </a:r>
            <a:r>
              <a:rPr lang="en-GB" sz="1200" b="0" dirty="0">
                <a:solidFill>
                  <a:srgbClr val="D4D4D4"/>
                </a:solidFill>
                <a:effectLst/>
                <a:latin typeface="Menlo" panose="020B0609030804020204" pitchFamily="49" charset="0"/>
              </a:rPr>
              <a:t> {</a:t>
            </a:r>
          </a:p>
          <a:p>
            <a:r>
              <a:rPr lang="en-GB" sz="1200" dirty="0">
                <a:solidFill>
                  <a:srgbClr val="C586C0"/>
                </a:solidFill>
                <a:latin typeface="Menlo" panose="020B0609030804020204" pitchFamily="49" charset="0"/>
              </a:rPr>
              <a:t>  </a:t>
            </a:r>
            <a:r>
              <a:rPr lang="en-GB" sz="1200" b="0" dirty="0">
                <a:solidFill>
                  <a:srgbClr val="C586C0"/>
                </a:solidFill>
                <a:effectLst/>
                <a:latin typeface="Menlo" panose="020B0609030804020204" pitchFamily="49" charset="0"/>
              </a:rPr>
              <a:t>try</a:t>
            </a:r>
            <a:r>
              <a:rPr lang="en-GB" sz="1200" b="0" dirty="0">
                <a:solidFill>
                  <a:srgbClr val="D4D4D4"/>
                </a:solidFill>
                <a:effectLst/>
                <a:latin typeface="Menlo" panose="020B0609030804020204" pitchFamily="49" charset="0"/>
              </a:rPr>
              <a:t> {</a:t>
            </a:r>
          </a:p>
          <a:p>
            <a:r>
              <a:rPr lang="en-GB" sz="1200" b="0" dirty="0">
                <a:solidFill>
                  <a:srgbClr val="569CD6"/>
                </a:solidFill>
                <a:effectLst/>
                <a:latin typeface="Menlo" panose="020B0609030804020204" pitchFamily="49" charset="0"/>
              </a:rPr>
              <a:t>    </a:t>
            </a:r>
            <a:r>
              <a:rPr lang="en-GB" sz="1200" b="0" dirty="0" err="1">
                <a:solidFill>
                  <a:srgbClr val="569CD6"/>
                </a:solidFill>
                <a:effectLst/>
                <a:latin typeface="Menlo" panose="020B0609030804020204" pitchFamily="49" charset="0"/>
              </a:rPr>
              <a:t>const</a:t>
            </a:r>
            <a:r>
              <a:rPr lang="en-GB" sz="1200" b="0" dirty="0">
                <a:solidFill>
                  <a:srgbClr val="D4D4D4"/>
                </a:solidFill>
                <a:effectLst/>
                <a:latin typeface="Menlo" panose="020B0609030804020204" pitchFamily="49" charset="0"/>
              </a:rPr>
              <a:t> </a:t>
            </a:r>
            <a:r>
              <a:rPr lang="en-GB" sz="1200" b="0" dirty="0">
                <a:solidFill>
                  <a:srgbClr val="4FC1FF"/>
                </a:solidFill>
                <a:effectLst/>
                <a:latin typeface="Menlo" panose="020B0609030804020204" pitchFamily="49" charset="0"/>
              </a:rPr>
              <a:t>entries</a:t>
            </a:r>
            <a:r>
              <a:rPr lang="en-GB" sz="1200" b="0" dirty="0">
                <a:solidFill>
                  <a:srgbClr val="D4D4D4"/>
                </a:solidFill>
                <a:effectLst/>
                <a:latin typeface="Menlo" panose="020B0609030804020204" pitchFamily="49" charset="0"/>
              </a:rPr>
              <a:t> = </a:t>
            </a:r>
            <a:r>
              <a:rPr lang="en-GB" sz="1200" b="0" dirty="0">
                <a:solidFill>
                  <a:srgbClr val="C586C0"/>
                </a:solidFill>
                <a:effectLst/>
                <a:latin typeface="Menlo" panose="020B0609030804020204" pitchFamily="49" charset="0"/>
              </a:rPr>
              <a:t>await</a:t>
            </a:r>
            <a:r>
              <a:rPr lang="en-GB" sz="1200" b="0" dirty="0">
                <a:solidFill>
                  <a:srgbClr val="D4D4D4"/>
                </a:solidFill>
                <a:effectLst/>
                <a:latin typeface="Menlo" panose="020B0609030804020204" pitchFamily="49" charset="0"/>
              </a:rPr>
              <a:t> </a:t>
            </a:r>
            <a:r>
              <a:rPr lang="en-GB" sz="1200" b="0" dirty="0" err="1">
                <a:solidFill>
                  <a:srgbClr val="4EC9B0"/>
                </a:solidFill>
                <a:effectLst/>
                <a:latin typeface="Menlo" panose="020B0609030804020204" pitchFamily="49" charset="0"/>
              </a:rPr>
              <a:t>Abracadabra</a:t>
            </a:r>
            <a:r>
              <a:rPr lang="en-GB" sz="1200" b="0" dirty="0" err="1">
                <a:solidFill>
                  <a:srgbClr val="D4D4D4"/>
                </a:solidFill>
                <a:effectLst/>
                <a:latin typeface="Menlo" panose="020B0609030804020204" pitchFamily="49" charset="0"/>
              </a:rPr>
              <a:t>.</a:t>
            </a:r>
            <a:r>
              <a:rPr lang="en-GB" sz="1200" b="0" dirty="0" err="1">
                <a:solidFill>
                  <a:srgbClr val="DCDCAA"/>
                </a:solidFill>
                <a:effectLst/>
                <a:latin typeface="Menlo" panose="020B0609030804020204" pitchFamily="49" charset="0"/>
              </a:rPr>
              <a:t>find</a:t>
            </a:r>
            <a:r>
              <a:rPr lang="en-GB" sz="1200" b="0" dirty="0">
                <a:solidFill>
                  <a:srgbClr val="D4D4D4"/>
                </a:solidFill>
                <a:effectLst/>
                <a:latin typeface="Menlo" panose="020B0609030804020204" pitchFamily="49" charset="0"/>
              </a:rPr>
              <a:t>( {</a:t>
            </a:r>
            <a:r>
              <a:rPr lang="en-GB" sz="1200" b="0" dirty="0">
                <a:solidFill>
                  <a:srgbClr val="9CDCFE"/>
                </a:solidFill>
                <a:effectLst/>
                <a:latin typeface="Menlo" panose="020B0609030804020204" pitchFamily="49" charset="0"/>
              </a:rPr>
              <a:t>age :</a:t>
            </a:r>
            <a:r>
              <a:rPr lang="en-GB" sz="1200" b="0" dirty="0">
                <a:solidFill>
                  <a:srgbClr val="D4D4D4"/>
                </a:solidFill>
                <a:effectLst/>
                <a:latin typeface="Menlo" panose="020B0609030804020204" pitchFamily="49" charset="0"/>
              </a:rPr>
              <a:t> { </a:t>
            </a:r>
            <a:r>
              <a:rPr lang="en-GB" sz="1200" b="0" dirty="0">
                <a:solidFill>
                  <a:srgbClr val="9CDCFE"/>
                </a:solidFill>
                <a:effectLst/>
                <a:latin typeface="Menlo" panose="020B0609030804020204" pitchFamily="49" charset="0"/>
              </a:rPr>
              <a:t>$</a:t>
            </a:r>
            <a:r>
              <a:rPr lang="en-GB" sz="1200" b="0" dirty="0" err="1">
                <a:solidFill>
                  <a:srgbClr val="9CDCFE"/>
                </a:solidFill>
                <a:effectLst/>
                <a:latin typeface="Menlo" panose="020B0609030804020204" pitchFamily="49" charset="0"/>
              </a:rPr>
              <a:t>gt</a:t>
            </a:r>
            <a:r>
              <a:rPr lang="en-GB" sz="1200" b="0" dirty="0">
                <a:solidFill>
                  <a:srgbClr val="9CDCFE"/>
                </a:solidFill>
                <a:effectLst/>
                <a:latin typeface="Menlo" panose="020B0609030804020204" pitchFamily="49" charset="0"/>
              </a:rPr>
              <a:t> :</a:t>
            </a:r>
            <a:r>
              <a:rPr lang="en-GB" sz="1200" b="0" dirty="0">
                <a:solidFill>
                  <a:srgbClr val="D4D4D4"/>
                </a:solidFill>
                <a:effectLst/>
                <a:latin typeface="Menlo" panose="020B0609030804020204" pitchFamily="49" charset="0"/>
              </a:rPr>
              <a:t> </a:t>
            </a:r>
            <a:r>
              <a:rPr lang="en-GB" sz="1200" b="0" dirty="0">
                <a:solidFill>
                  <a:srgbClr val="B5CEA8"/>
                </a:solidFill>
                <a:effectLst/>
                <a:latin typeface="Menlo" panose="020B0609030804020204" pitchFamily="49" charset="0"/>
              </a:rPr>
              <a:t>31</a:t>
            </a:r>
            <a:r>
              <a:rPr lang="en-GB" sz="1200" b="0" dirty="0">
                <a:solidFill>
                  <a:srgbClr val="D4D4D4"/>
                </a:solidFill>
                <a:effectLst/>
                <a:latin typeface="Menlo" panose="020B0609030804020204" pitchFamily="49" charset="0"/>
              </a:rPr>
              <a:t> }} );</a:t>
            </a:r>
          </a:p>
          <a:p>
            <a:r>
              <a:rPr lang="en-GB" sz="1200" b="0" dirty="0">
                <a:solidFill>
                  <a:srgbClr val="9CDCFE"/>
                </a:solidFill>
                <a:effectLst/>
                <a:latin typeface="Menlo" panose="020B0609030804020204" pitchFamily="49" charset="0"/>
              </a:rPr>
              <a:t>    </a:t>
            </a:r>
            <a:r>
              <a:rPr lang="en-GB" sz="1200" b="0" dirty="0" err="1">
                <a:solidFill>
                  <a:srgbClr val="9CDCFE"/>
                </a:solidFill>
                <a:effectLst/>
                <a:latin typeface="Menlo" panose="020B0609030804020204" pitchFamily="49" charset="0"/>
              </a:rPr>
              <a:t>res</a:t>
            </a:r>
            <a:r>
              <a:rPr lang="en-GB" sz="1200" b="0" dirty="0" err="1">
                <a:solidFill>
                  <a:srgbClr val="D4D4D4"/>
                </a:solidFill>
                <a:effectLst/>
                <a:latin typeface="Menlo" panose="020B0609030804020204" pitchFamily="49" charset="0"/>
              </a:rPr>
              <a:t>.</a:t>
            </a:r>
            <a:r>
              <a:rPr lang="en-GB" sz="1200" b="0" dirty="0" err="1">
                <a:solidFill>
                  <a:srgbClr val="DCDCAA"/>
                </a:solidFill>
                <a:effectLst/>
                <a:latin typeface="Menlo" panose="020B0609030804020204" pitchFamily="49" charset="0"/>
              </a:rPr>
              <a:t>json</a:t>
            </a:r>
            <a:r>
              <a:rPr lang="en-GB" sz="1200" b="0" dirty="0">
                <a:solidFill>
                  <a:srgbClr val="D4D4D4"/>
                </a:solidFill>
                <a:effectLst/>
                <a:latin typeface="Menlo" panose="020B0609030804020204" pitchFamily="49" charset="0"/>
              </a:rPr>
              <a:t>(</a:t>
            </a:r>
            <a:r>
              <a:rPr lang="en-GB" sz="1200" b="0" dirty="0">
                <a:solidFill>
                  <a:srgbClr val="4FC1FF"/>
                </a:solidFill>
                <a:effectLst/>
                <a:latin typeface="Menlo" panose="020B0609030804020204" pitchFamily="49" charset="0"/>
              </a:rPr>
              <a:t>entries</a:t>
            </a:r>
            <a:r>
              <a:rPr lang="en-GB" sz="1200" b="0" dirty="0">
                <a:solidFill>
                  <a:srgbClr val="D4D4D4"/>
                </a:solidFill>
                <a:effectLst/>
                <a:latin typeface="Menlo" panose="020B0609030804020204" pitchFamily="49" charset="0"/>
              </a:rPr>
              <a:t>);</a:t>
            </a:r>
          </a:p>
          <a:p>
            <a:r>
              <a:rPr lang="en-GB" sz="1200" b="0" dirty="0">
                <a:solidFill>
                  <a:srgbClr val="D4D4D4"/>
                </a:solidFill>
                <a:effectLst/>
                <a:latin typeface="Menlo" panose="020B0609030804020204" pitchFamily="49" charset="0"/>
              </a:rPr>
              <a:t>  } </a:t>
            </a:r>
            <a:r>
              <a:rPr lang="en-GB" sz="1200" b="0" dirty="0">
                <a:solidFill>
                  <a:srgbClr val="C586C0"/>
                </a:solidFill>
                <a:effectLst/>
                <a:latin typeface="Menlo" panose="020B0609030804020204" pitchFamily="49" charset="0"/>
              </a:rPr>
              <a:t>catch</a:t>
            </a:r>
            <a:r>
              <a:rPr lang="en-GB" sz="1200" b="0" dirty="0">
                <a:solidFill>
                  <a:srgbClr val="D4D4D4"/>
                </a:solidFill>
                <a:effectLst/>
                <a:latin typeface="Menlo" panose="020B0609030804020204" pitchFamily="49" charset="0"/>
              </a:rPr>
              <a:t> (</a:t>
            </a:r>
            <a:r>
              <a:rPr lang="en-GB" sz="1200" b="0" dirty="0">
                <a:solidFill>
                  <a:srgbClr val="9CDCFE"/>
                </a:solidFill>
                <a:effectLst/>
                <a:latin typeface="Menlo" panose="020B0609030804020204" pitchFamily="49" charset="0"/>
              </a:rPr>
              <a:t>error</a:t>
            </a:r>
            <a:r>
              <a:rPr lang="en-GB" sz="1200" b="0" dirty="0">
                <a:solidFill>
                  <a:srgbClr val="D4D4D4"/>
                </a:solidFill>
                <a:effectLst/>
                <a:latin typeface="Menlo" panose="020B0609030804020204" pitchFamily="49" charset="0"/>
              </a:rPr>
              <a:t>) {</a:t>
            </a:r>
          </a:p>
          <a:p>
            <a:r>
              <a:rPr lang="en-GB" sz="1200" b="0" dirty="0">
                <a:solidFill>
                  <a:srgbClr val="9CDCFE"/>
                </a:solidFill>
                <a:effectLst/>
                <a:latin typeface="Menlo" panose="020B0609030804020204" pitchFamily="49" charset="0"/>
              </a:rPr>
              <a:t>    </a:t>
            </a:r>
            <a:r>
              <a:rPr lang="en-GB" sz="1200" b="0" dirty="0" err="1">
                <a:solidFill>
                  <a:srgbClr val="9CDCFE"/>
                </a:solidFill>
                <a:effectLst/>
                <a:latin typeface="Menlo" panose="020B0609030804020204" pitchFamily="49" charset="0"/>
              </a:rPr>
              <a:t>res</a:t>
            </a:r>
            <a:r>
              <a:rPr lang="en-GB" sz="1200" b="0" dirty="0" err="1">
                <a:solidFill>
                  <a:srgbClr val="D4D4D4"/>
                </a:solidFill>
                <a:effectLst/>
                <a:latin typeface="Menlo" panose="020B0609030804020204" pitchFamily="49" charset="0"/>
              </a:rPr>
              <a:t>.</a:t>
            </a:r>
            <a:r>
              <a:rPr lang="en-GB" sz="1200" b="0" dirty="0" err="1">
                <a:solidFill>
                  <a:srgbClr val="DCDCAA"/>
                </a:solidFill>
                <a:effectLst/>
                <a:latin typeface="Menlo" panose="020B0609030804020204" pitchFamily="49" charset="0"/>
              </a:rPr>
              <a:t>status</a:t>
            </a:r>
            <a:r>
              <a:rPr lang="en-GB" sz="1200" b="0" dirty="0">
                <a:solidFill>
                  <a:srgbClr val="D4D4D4"/>
                </a:solidFill>
                <a:effectLst/>
                <a:latin typeface="Menlo" panose="020B0609030804020204" pitchFamily="49" charset="0"/>
              </a:rPr>
              <a:t>(</a:t>
            </a:r>
            <a:r>
              <a:rPr lang="en-GB" sz="1200" b="0" dirty="0">
                <a:solidFill>
                  <a:srgbClr val="B5CEA8"/>
                </a:solidFill>
                <a:effectLst/>
                <a:latin typeface="Menlo" panose="020B0609030804020204" pitchFamily="49" charset="0"/>
              </a:rPr>
              <a:t>500</a:t>
            </a:r>
            <a:r>
              <a:rPr lang="en-GB" sz="1200" b="0" dirty="0">
                <a:solidFill>
                  <a:srgbClr val="D4D4D4"/>
                </a:solidFill>
                <a:effectLst/>
                <a:latin typeface="Menlo" panose="020B0609030804020204" pitchFamily="49" charset="0"/>
              </a:rPr>
              <a:t>).</a:t>
            </a:r>
            <a:r>
              <a:rPr lang="en-GB" sz="1200" b="0" dirty="0" err="1">
                <a:solidFill>
                  <a:srgbClr val="DCDCAA"/>
                </a:solidFill>
                <a:effectLst/>
                <a:latin typeface="Menlo" panose="020B0609030804020204" pitchFamily="49" charset="0"/>
              </a:rPr>
              <a:t>json</a:t>
            </a:r>
            <a:r>
              <a:rPr lang="en-GB" sz="1200" b="0" dirty="0">
                <a:solidFill>
                  <a:srgbClr val="D4D4D4"/>
                </a:solidFill>
                <a:effectLst/>
                <a:latin typeface="Menlo" panose="020B0609030804020204" pitchFamily="49" charset="0"/>
              </a:rPr>
              <a:t>({ </a:t>
            </a:r>
            <a:r>
              <a:rPr lang="en-GB" sz="1200" b="0" dirty="0">
                <a:solidFill>
                  <a:srgbClr val="9CDCFE"/>
                </a:solidFill>
                <a:effectLst/>
                <a:latin typeface="Menlo" panose="020B0609030804020204" pitchFamily="49" charset="0"/>
              </a:rPr>
              <a:t>error:</a:t>
            </a:r>
            <a:r>
              <a:rPr lang="en-GB" sz="1200" b="0" dirty="0">
                <a:solidFill>
                  <a:srgbClr val="D4D4D4"/>
                </a:solidFill>
                <a:effectLst/>
                <a:latin typeface="Menlo" panose="020B0609030804020204" pitchFamily="49" charset="0"/>
              </a:rPr>
              <a:t> </a:t>
            </a:r>
            <a:r>
              <a:rPr lang="en-GB" sz="1200" b="0" dirty="0" err="1">
                <a:solidFill>
                  <a:srgbClr val="9CDCFE"/>
                </a:solidFill>
                <a:effectLst/>
                <a:latin typeface="Menlo" panose="020B0609030804020204" pitchFamily="49" charset="0"/>
              </a:rPr>
              <a:t>error</a:t>
            </a:r>
            <a:r>
              <a:rPr lang="en-GB" sz="1200" b="0" dirty="0" err="1">
                <a:solidFill>
                  <a:srgbClr val="D4D4D4"/>
                </a:solidFill>
                <a:effectLst/>
                <a:latin typeface="Menlo" panose="020B0609030804020204" pitchFamily="49" charset="0"/>
              </a:rPr>
              <a:t>.</a:t>
            </a:r>
            <a:r>
              <a:rPr lang="en-GB" sz="1200" b="0" dirty="0" err="1">
                <a:solidFill>
                  <a:srgbClr val="9CDCFE"/>
                </a:solidFill>
                <a:effectLst/>
                <a:latin typeface="Menlo" panose="020B0609030804020204" pitchFamily="49" charset="0"/>
              </a:rPr>
              <a:t>message</a:t>
            </a:r>
            <a:r>
              <a:rPr lang="en-GB" sz="1200" b="0" dirty="0">
                <a:solidFill>
                  <a:srgbClr val="D4D4D4"/>
                </a:solidFill>
                <a:effectLst/>
                <a:latin typeface="Menlo" panose="020B0609030804020204" pitchFamily="49" charset="0"/>
              </a:rPr>
              <a:t> });</a:t>
            </a:r>
          </a:p>
          <a:p>
            <a:r>
              <a:rPr lang="en-GB" sz="1200" b="0" dirty="0">
                <a:solidFill>
                  <a:srgbClr val="D4D4D4"/>
                </a:solidFill>
                <a:effectLst/>
                <a:latin typeface="Menlo" panose="020B0609030804020204" pitchFamily="49" charset="0"/>
              </a:rPr>
              <a:t>  }</a:t>
            </a:r>
          </a:p>
          <a:p>
            <a:r>
              <a:rPr lang="en-GB" sz="1200" b="0" dirty="0">
                <a:solidFill>
                  <a:srgbClr val="D4D4D4"/>
                </a:solidFill>
                <a:effectLst/>
                <a:latin typeface="Menlo" panose="020B0609030804020204" pitchFamily="49" charset="0"/>
              </a:rPr>
              <a:t>});</a:t>
            </a:r>
          </a:p>
          <a:p>
            <a:br>
              <a:rPr lang="en-GB" sz="1200" b="0" dirty="0">
                <a:solidFill>
                  <a:srgbClr val="D4D4D4"/>
                </a:solidFill>
                <a:effectLst/>
                <a:latin typeface="Menlo" panose="020B0609030804020204" pitchFamily="49" charset="0"/>
              </a:rPr>
            </a:br>
            <a:r>
              <a:rPr lang="en-GB" sz="1200" b="0" dirty="0">
                <a:solidFill>
                  <a:srgbClr val="6A9955"/>
                </a:solidFill>
                <a:effectLst/>
                <a:latin typeface="Menlo" panose="020B0609030804020204" pitchFamily="49" charset="0"/>
              </a:rPr>
              <a:t>//start the server</a:t>
            </a:r>
            <a:endParaRPr lang="en-GB" sz="1200" b="0" dirty="0">
              <a:solidFill>
                <a:srgbClr val="D4D4D4"/>
              </a:solidFill>
              <a:effectLst/>
              <a:latin typeface="Menlo" panose="020B0609030804020204" pitchFamily="49" charset="0"/>
            </a:endParaRPr>
          </a:p>
          <a:p>
            <a:r>
              <a:rPr lang="en-GB" sz="1200" b="0" dirty="0" err="1">
                <a:solidFill>
                  <a:srgbClr val="4FC1FF"/>
                </a:solidFill>
                <a:effectLst/>
                <a:latin typeface="Menlo" panose="020B0609030804020204" pitchFamily="49" charset="0"/>
              </a:rPr>
              <a:t>app</a:t>
            </a:r>
            <a:r>
              <a:rPr lang="en-GB" sz="1200" b="0" dirty="0" err="1">
                <a:solidFill>
                  <a:srgbClr val="D4D4D4"/>
                </a:solidFill>
                <a:effectLst/>
                <a:latin typeface="Menlo" panose="020B0609030804020204" pitchFamily="49" charset="0"/>
              </a:rPr>
              <a:t>.</a:t>
            </a:r>
            <a:r>
              <a:rPr lang="en-GB" sz="1200" b="0" dirty="0" err="1">
                <a:solidFill>
                  <a:srgbClr val="DCDCAA"/>
                </a:solidFill>
                <a:effectLst/>
                <a:latin typeface="Menlo" panose="020B0609030804020204" pitchFamily="49" charset="0"/>
              </a:rPr>
              <a:t>listen</a:t>
            </a:r>
            <a:r>
              <a:rPr lang="en-GB" sz="1200" b="0" dirty="0">
                <a:solidFill>
                  <a:srgbClr val="D4D4D4"/>
                </a:solidFill>
                <a:effectLst/>
                <a:latin typeface="Menlo" panose="020B0609030804020204" pitchFamily="49" charset="0"/>
              </a:rPr>
              <a:t>(</a:t>
            </a:r>
            <a:r>
              <a:rPr lang="en-GB" sz="1200" b="0" dirty="0">
                <a:solidFill>
                  <a:srgbClr val="4FC1FF"/>
                </a:solidFill>
                <a:effectLst/>
                <a:latin typeface="Menlo" panose="020B0609030804020204" pitchFamily="49" charset="0"/>
              </a:rPr>
              <a:t>PORT</a:t>
            </a:r>
            <a:r>
              <a:rPr lang="en-GB" sz="1200" b="0" dirty="0">
                <a:solidFill>
                  <a:srgbClr val="D4D4D4"/>
                </a:solidFill>
                <a:effectLst/>
                <a:latin typeface="Menlo" panose="020B0609030804020204" pitchFamily="49" charset="0"/>
              </a:rPr>
              <a:t>, () </a:t>
            </a:r>
            <a:r>
              <a:rPr lang="en-GB" sz="1200" b="0" dirty="0">
                <a:solidFill>
                  <a:srgbClr val="569CD6"/>
                </a:solidFill>
                <a:effectLst/>
                <a:latin typeface="Menlo" panose="020B0609030804020204" pitchFamily="49" charset="0"/>
              </a:rPr>
              <a:t>=&gt;</a:t>
            </a:r>
            <a:r>
              <a:rPr lang="en-GB" sz="1200" b="0" dirty="0">
                <a:solidFill>
                  <a:srgbClr val="D4D4D4"/>
                </a:solidFill>
                <a:effectLst/>
                <a:latin typeface="Menlo" panose="020B0609030804020204" pitchFamily="49" charset="0"/>
              </a:rPr>
              <a:t> </a:t>
            </a:r>
            <a:r>
              <a:rPr lang="en-GB" sz="1200" b="0" dirty="0" err="1">
                <a:solidFill>
                  <a:srgbClr val="9CDCFE"/>
                </a:solidFill>
                <a:effectLst/>
                <a:latin typeface="Menlo" panose="020B0609030804020204" pitchFamily="49" charset="0"/>
              </a:rPr>
              <a:t>console</a:t>
            </a:r>
            <a:r>
              <a:rPr lang="en-GB" sz="1200" b="0" dirty="0" err="1">
                <a:solidFill>
                  <a:srgbClr val="D4D4D4"/>
                </a:solidFill>
                <a:effectLst/>
                <a:latin typeface="Menlo" panose="020B0609030804020204" pitchFamily="49" charset="0"/>
              </a:rPr>
              <a:t>.</a:t>
            </a:r>
            <a:r>
              <a:rPr lang="en-GB" sz="1200" b="0" dirty="0" err="1">
                <a:solidFill>
                  <a:srgbClr val="DCDCAA"/>
                </a:solidFill>
                <a:effectLst/>
                <a:latin typeface="Menlo" panose="020B0609030804020204" pitchFamily="49" charset="0"/>
              </a:rPr>
              <a:t>log</a:t>
            </a:r>
            <a:r>
              <a:rPr lang="en-GB" sz="1200" b="0" dirty="0">
                <a:solidFill>
                  <a:srgbClr val="D4D4D4"/>
                </a:solidFill>
                <a:effectLst/>
                <a:latin typeface="Menlo" panose="020B0609030804020204" pitchFamily="49" charset="0"/>
              </a:rPr>
              <a:t>(</a:t>
            </a:r>
            <a:r>
              <a:rPr lang="en-GB" sz="1200" b="0" dirty="0">
                <a:solidFill>
                  <a:srgbClr val="CE9178"/>
                </a:solidFill>
                <a:effectLst/>
                <a:latin typeface="Menlo" panose="020B0609030804020204" pitchFamily="49" charset="0"/>
              </a:rPr>
              <a:t>`Server started on port </a:t>
            </a:r>
            <a:r>
              <a:rPr lang="en-GB" sz="1200" b="0" dirty="0">
                <a:solidFill>
                  <a:srgbClr val="569CD6"/>
                </a:solidFill>
                <a:effectLst/>
                <a:latin typeface="Menlo" panose="020B0609030804020204" pitchFamily="49" charset="0"/>
              </a:rPr>
              <a:t>${</a:t>
            </a:r>
            <a:r>
              <a:rPr lang="en-GB" sz="1200" b="0" dirty="0">
                <a:solidFill>
                  <a:srgbClr val="4FC1FF"/>
                </a:solidFill>
                <a:effectLst/>
                <a:latin typeface="Menlo" panose="020B0609030804020204" pitchFamily="49" charset="0"/>
              </a:rPr>
              <a:t>PORT</a:t>
            </a:r>
            <a:r>
              <a:rPr lang="en-GB" sz="1200" b="0" dirty="0">
                <a:solidFill>
                  <a:srgbClr val="569CD6"/>
                </a:solidFill>
                <a:effectLst/>
                <a:latin typeface="Menlo" panose="020B0609030804020204" pitchFamily="49" charset="0"/>
              </a:rPr>
              <a:t>}</a:t>
            </a:r>
            <a:r>
              <a:rPr lang="en-GB" sz="1200" b="0" dirty="0">
                <a:solidFill>
                  <a:srgbClr val="CE9178"/>
                </a:solidFill>
                <a:effectLst/>
                <a:latin typeface="Menlo" panose="020B0609030804020204" pitchFamily="49" charset="0"/>
              </a:rPr>
              <a:t>`</a:t>
            </a:r>
            <a:r>
              <a:rPr lang="en-GB" sz="1200" b="0" dirty="0">
                <a:solidFill>
                  <a:srgbClr val="D4D4D4"/>
                </a:solidFill>
                <a:effectLst/>
                <a:latin typeface="Menlo" panose="020B0609030804020204" pitchFamily="49" charset="0"/>
              </a:rPr>
              <a:t>));</a:t>
            </a:r>
          </a:p>
        </p:txBody>
      </p:sp>
      <p:sp>
        <p:nvSpPr>
          <p:cNvPr id="5" name="PlaceHolder 4"/>
          <p:cNvSpPr>
            <a:spLocks noGrp="1"/>
          </p:cNvSpPr>
          <p:nvPr>
            <p:ph type="sldNum" idx="4"/>
          </p:nvPr>
        </p:nvSpPr>
        <p:spPr/>
        <p:txBody>
          <a:bodyPr/>
          <a:lstStyle/>
          <a:p>
            <a:fld id="{F0ADCB73-0950-48E5-AEC9-95B50FE1B639}" type="slidenum">
              <a:rPr/>
              <a:t>50</a:t>
            </a:fld>
            <a:endParaRPr/>
          </a:p>
        </p:txBody>
      </p:sp>
      <p:sp>
        <p:nvSpPr>
          <p:cNvPr id="6" name="PlaceHolder 5"/>
          <p:cNvSpPr>
            <a:spLocks noGrp="1"/>
          </p:cNvSpPr>
          <p:nvPr>
            <p:ph type="dt" idx="2"/>
          </p:nvPr>
        </p:nvSpPr>
        <p:spPr/>
        <p:txBody>
          <a:bodyPr/>
          <a:lstStyle/>
          <a:p>
            <a:fld id="{76B19D03-BB78-44C5-B683-EB92CEB6D6FF}" type="datetime1">
              <a:rPr lang="da-DK"/>
              <a:t>18.09.2024</a:t>
            </a:fld>
            <a:endParaRPr lang="da-DK"/>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 name="PlaceHolder 1"/>
          <p:cNvSpPr>
            <a:spLocks noGrp="1"/>
          </p:cNvSpPr>
          <p:nvPr>
            <p:ph type="title"/>
          </p:nvPr>
        </p:nvSpPr>
        <p:spPr>
          <a:xfrm>
            <a:off x="414720" y="999000"/>
            <a:ext cx="10952280" cy="114732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a:solidFill>
                  <a:srgbClr val="000000"/>
                </a:solidFill>
                <a:latin typeface="Arial"/>
              </a:rPr>
              <a:t>Differences in Handling Injection and XSS between Node.js/MongoDB and PHP/MySQL</a:t>
            </a:r>
            <a:endParaRPr lang="en-US" sz="3600" b="0" strike="noStrike" spc="-1">
              <a:solidFill>
                <a:srgbClr val="000000"/>
              </a:solidFill>
              <a:latin typeface="Arial"/>
            </a:endParaRPr>
          </a:p>
        </p:txBody>
      </p:sp>
      <p:sp>
        <p:nvSpPr>
          <p:cNvPr id="390" name="PlaceHolder 2"/>
          <p:cNvSpPr>
            <a:spLocks noGrp="1"/>
          </p:cNvSpPr>
          <p:nvPr>
            <p:ph/>
          </p:nvPr>
        </p:nvSpPr>
        <p:spPr>
          <a:xfrm>
            <a:off x="414720" y="2224440"/>
            <a:ext cx="10205742" cy="3969360"/>
          </a:xfrm>
          <a:prstGeom prst="rect">
            <a:avLst/>
          </a:prstGeom>
          <a:noFill/>
          <a:ln w="0">
            <a:noFill/>
          </a:ln>
        </p:spPr>
        <p:txBody>
          <a:bodyPr lIns="0" tIns="0" rIns="0" bIns="0" anchor="t">
            <a:noAutofit/>
          </a:bodyPr>
          <a:lstStyle/>
          <a:p>
            <a:pPr marL="252000" indent="-252000">
              <a:lnSpc>
                <a:spcPct val="110000"/>
              </a:lnSpc>
              <a:buClr>
                <a:srgbClr val="000000"/>
              </a:buClr>
              <a:buFont typeface="Wingdings" charset="2"/>
              <a:buChar char=""/>
            </a:pPr>
            <a:r>
              <a:rPr lang="en-GB" sz="1400" b="0" strike="noStrike" spc="-1" dirty="0">
                <a:solidFill>
                  <a:srgbClr val="000000"/>
                </a:solidFill>
                <a:latin typeface="Helvetica Neue"/>
              </a:rPr>
              <a:t>While both Node.js and PHP/MySQL can be used to build web applications, they differ in how they handle injection and cross-site scripting (XSS) vulnerabilities</a:t>
            </a:r>
            <a:endParaRPr lang="en-US" sz="1400" b="0" strike="noStrike" spc="-1" dirty="0">
              <a:solidFill>
                <a:srgbClr val="000000"/>
              </a:solidFill>
              <a:latin typeface="Arial"/>
            </a:endParaRPr>
          </a:p>
          <a:p>
            <a:pPr marL="252000" indent="-252000">
              <a:lnSpc>
                <a:spcPct val="110000"/>
              </a:lnSpc>
              <a:buClr>
                <a:srgbClr val="000000"/>
              </a:buClr>
              <a:buFont typeface="Wingdings" charset="2"/>
              <a:buChar char=""/>
            </a:pPr>
            <a:r>
              <a:rPr lang="en-GB" sz="1400" b="0" strike="noStrike" spc="-1" dirty="0">
                <a:solidFill>
                  <a:srgbClr val="000000"/>
                </a:solidFill>
                <a:latin typeface="Helvetica Neue"/>
              </a:rPr>
              <a:t>In PHP/MySQL, developers commonly use prepared statements with parameter binding and </a:t>
            </a:r>
            <a:r>
              <a:rPr lang="en-GB" sz="1400" b="0" strike="noStrike" spc="-1" dirty="0" err="1">
                <a:solidFill>
                  <a:srgbClr val="000000"/>
                </a:solidFill>
                <a:latin typeface="Helvetica Neue"/>
              </a:rPr>
              <a:t>htmlspecialchars</a:t>
            </a:r>
            <a:r>
              <a:rPr lang="en-GB" sz="1400" b="0" strike="noStrike" spc="-1" dirty="0">
                <a:solidFill>
                  <a:srgbClr val="000000"/>
                </a:solidFill>
                <a:latin typeface="Helvetica Neue"/>
              </a:rPr>
              <a:t> to prevent injection and XSS attacks</a:t>
            </a:r>
            <a:endParaRPr lang="en-US" sz="1400" b="0" strike="noStrike" spc="-1" dirty="0">
              <a:solidFill>
                <a:srgbClr val="000000"/>
              </a:solidFill>
              <a:latin typeface="Arial"/>
            </a:endParaRPr>
          </a:p>
          <a:p>
            <a:pPr marL="252000" indent="-252000">
              <a:lnSpc>
                <a:spcPct val="110000"/>
              </a:lnSpc>
              <a:buClr>
                <a:srgbClr val="000000"/>
              </a:buClr>
              <a:buFont typeface="Wingdings" charset="2"/>
              <a:buChar char=""/>
            </a:pPr>
            <a:r>
              <a:rPr lang="en-GB" sz="1400" b="0" strike="noStrike" spc="-1" dirty="0">
                <a:solidFill>
                  <a:srgbClr val="000000"/>
                </a:solidFill>
                <a:latin typeface="Helvetica Neue"/>
                <a:ea typeface="Microsoft YaHei"/>
              </a:rPr>
              <a:t>However, Developers often use different approaches to address these security vulnerabilities </a:t>
            </a:r>
            <a:r>
              <a:rPr lang="en-GB" sz="1400" b="0" strike="noStrike" spc="-1" dirty="0">
                <a:solidFill>
                  <a:srgbClr val="000000"/>
                </a:solidFill>
                <a:latin typeface="Helvetica Neue"/>
              </a:rPr>
              <a:t>In Node.js and MongoDB</a:t>
            </a:r>
            <a:endParaRPr lang="en-US" sz="1400" b="0" strike="noStrike" spc="-1" dirty="0">
              <a:solidFill>
                <a:srgbClr val="000000"/>
              </a:solidFill>
              <a:latin typeface="Arial"/>
            </a:endParaRPr>
          </a:p>
          <a:p>
            <a:pPr marL="252000" indent="-252000">
              <a:lnSpc>
                <a:spcPct val="110000"/>
              </a:lnSpc>
              <a:buClr>
                <a:srgbClr val="000000"/>
              </a:buClr>
              <a:buFont typeface="Wingdings" charset="2"/>
              <a:buChar char=""/>
            </a:pPr>
            <a:r>
              <a:rPr lang="en-GB" sz="1400" b="0" strike="noStrike" spc="-1" dirty="0">
                <a:solidFill>
                  <a:srgbClr val="000000"/>
                </a:solidFill>
                <a:latin typeface="Helvetica Neue"/>
              </a:rPr>
              <a:t>Prepared statements and parameter binding can still be used in Node.js and MongoDB, but they are not the primary method for preventing injection attacks</a:t>
            </a:r>
            <a:endParaRPr lang="en-US" sz="1400" b="0" strike="noStrike" spc="-1" dirty="0">
              <a:solidFill>
                <a:srgbClr val="000000"/>
              </a:solidFill>
              <a:latin typeface="Arial"/>
            </a:endParaRPr>
          </a:p>
          <a:p>
            <a:pPr marL="252000" indent="-252000">
              <a:lnSpc>
                <a:spcPct val="110000"/>
              </a:lnSpc>
              <a:buClr>
                <a:srgbClr val="000000"/>
              </a:buClr>
              <a:buFont typeface="Wingdings" charset="2"/>
              <a:buChar char=""/>
            </a:pPr>
            <a:r>
              <a:rPr lang="en-GB" sz="1400" b="0" strike="noStrike" spc="-1" dirty="0">
                <a:solidFill>
                  <a:srgbClr val="000000"/>
                </a:solidFill>
                <a:latin typeface="Helvetica Neue"/>
              </a:rPr>
              <a:t>Instead, MongoDB provides mechanisms for escaping and validating user input to prevent injection attacks, and Node.js provides built-in modules and libraries for sanitizing user input to prevent both injection attacks and XSS vulnerabilities</a:t>
            </a:r>
            <a:endParaRPr lang="en-US" sz="1400" b="0" strike="noStrike" spc="-1" dirty="0">
              <a:solidFill>
                <a:srgbClr val="000000"/>
              </a:solidFill>
              <a:latin typeface="Arial"/>
            </a:endParaRPr>
          </a:p>
          <a:p>
            <a:pPr marL="252000" indent="-252000">
              <a:lnSpc>
                <a:spcPct val="110000"/>
              </a:lnSpc>
              <a:buClr>
                <a:srgbClr val="000000"/>
              </a:buClr>
              <a:buFont typeface="Wingdings" charset="2"/>
              <a:buChar char=""/>
            </a:pPr>
            <a:r>
              <a:rPr lang="en-GB" sz="1400" b="0" strike="noStrike" spc="-1" dirty="0">
                <a:solidFill>
                  <a:srgbClr val="000000"/>
                </a:solidFill>
                <a:latin typeface="Helvetica Neue"/>
              </a:rPr>
              <a:t>These approaches are based on the differences in how SQL and NoSQL databases handle data, and how Node.js processes requests and responses in the context of the web application</a:t>
            </a:r>
            <a:endParaRPr lang="en-US" sz="1400" b="0" strike="noStrike" spc="-1" dirty="0">
              <a:solidFill>
                <a:srgbClr val="000000"/>
              </a:solidFill>
              <a:latin typeface="Arial"/>
            </a:endParaRPr>
          </a:p>
          <a:p>
            <a:pPr marL="252000" indent="-252000">
              <a:lnSpc>
                <a:spcPct val="110000"/>
              </a:lnSpc>
              <a:buClr>
                <a:srgbClr val="000000"/>
              </a:buClr>
              <a:buFont typeface="Wingdings" charset="2"/>
              <a:buChar char=""/>
            </a:pPr>
            <a:r>
              <a:rPr lang="en-GB" sz="1400" b="0" strike="noStrike" spc="-1" dirty="0">
                <a:solidFill>
                  <a:srgbClr val="000000"/>
                </a:solidFill>
                <a:latin typeface="Helvetica Neue"/>
              </a:rPr>
              <a:t>While the specific techniques used to prevent injection and XSS attacks may differ between programming languages and databases, it's important for developers to understand the underlying principles and stay up to date with best practices to ensure the security of their applications.</a:t>
            </a:r>
            <a:endParaRPr lang="en-US" sz="1400" b="0" strike="noStrike" spc="-1" dirty="0">
              <a:solidFill>
                <a:srgbClr val="000000"/>
              </a:solidFill>
              <a:latin typeface="Arial"/>
            </a:endParaRPr>
          </a:p>
        </p:txBody>
      </p:sp>
      <p:sp>
        <p:nvSpPr>
          <p:cNvPr id="391" name="PlaceHolder 3"/>
          <p:cNvSpPr>
            <a:spLocks noGrp="1"/>
          </p:cNvSpPr>
          <p:nvPr>
            <p:ph type="ftr" idx="60"/>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5" name="PlaceHolder 4"/>
          <p:cNvSpPr>
            <a:spLocks noGrp="1"/>
          </p:cNvSpPr>
          <p:nvPr>
            <p:ph type="sldNum" idx="4"/>
          </p:nvPr>
        </p:nvSpPr>
        <p:spPr/>
        <p:txBody>
          <a:bodyPr/>
          <a:lstStyle/>
          <a:p>
            <a:fld id="{16A80F0D-38F7-4FCC-9184-28F5A7DC3A68}" type="slidenum">
              <a:rPr/>
              <a:t>51</a:t>
            </a:fld>
            <a:endParaRPr/>
          </a:p>
        </p:txBody>
      </p:sp>
      <p:sp>
        <p:nvSpPr>
          <p:cNvPr id="6" name="PlaceHolder 5"/>
          <p:cNvSpPr>
            <a:spLocks noGrp="1"/>
          </p:cNvSpPr>
          <p:nvPr>
            <p:ph type="dt" idx="2"/>
          </p:nvPr>
        </p:nvSpPr>
        <p:spPr/>
        <p:txBody>
          <a:bodyPr/>
          <a:lstStyle/>
          <a:p>
            <a:fld id="{8BF094EF-EDD5-4A34-92C9-AA3BECD28623}" type="datetime1">
              <a:rPr lang="da-DK"/>
              <a:t>18.09.2024</a:t>
            </a:fld>
            <a:endParaRPr lang="da-DK"/>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PlaceHolder 1"/>
          <p:cNvSpPr>
            <a:spLocks noGrp="1"/>
          </p:cNvSpPr>
          <p:nvPr>
            <p:ph type="title"/>
          </p:nvPr>
        </p:nvSpPr>
        <p:spPr>
          <a:xfrm>
            <a:off x="349560" y="1760400"/>
            <a:ext cx="10068480" cy="4070160"/>
          </a:xfrm>
          <a:prstGeom prst="rect">
            <a:avLst/>
          </a:prstGeom>
          <a:noFill/>
          <a:ln w="0">
            <a:noFill/>
          </a:ln>
        </p:spPr>
        <p:txBody>
          <a:bodyPr lIns="0" tIns="0" rIns="0" bIns="0" anchor="t">
            <a:noAutofit/>
          </a:bodyPr>
          <a:lstStyle/>
          <a:p>
            <a:pPr indent="0">
              <a:buNone/>
              <a:tabLst>
                <a:tab pos="1438200" algn="l"/>
              </a:tabLst>
            </a:pPr>
            <a:endParaRPr lang="en-US" sz="9400" b="1" strike="noStrike" spc="-1">
              <a:solidFill>
                <a:srgbClr val="000000"/>
              </a:solidFill>
              <a:latin typeface="Arial"/>
            </a:endParaRPr>
          </a:p>
        </p:txBody>
      </p:sp>
      <p:sp>
        <p:nvSpPr>
          <p:cNvPr id="393" name="Rektangel 3"/>
          <p:cNvSpPr/>
          <p:nvPr/>
        </p:nvSpPr>
        <p:spPr>
          <a:xfrm>
            <a:off x="0" y="0"/>
            <a:ext cx="12191760" cy="6857640"/>
          </a:xfrm>
          <a:prstGeom prst="rect">
            <a:avLst/>
          </a:prstGeom>
          <a:solidFill>
            <a:schemeClr val="accent1"/>
          </a:solidFill>
          <a:ln>
            <a:solidFill>
              <a:srgbClr val="AEB862"/>
            </a:solidFill>
          </a:ln>
        </p:spPr>
        <p:style>
          <a:lnRef idx="2">
            <a:schemeClr val="accent1">
              <a:shade val="50000"/>
            </a:schemeClr>
          </a:lnRef>
          <a:fillRef idx="1">
            <a:schemeClr val="accent1"/>
          </a:fillRef>
          <a:effectRef idx="0">
            <a:schemeClr val="accent1"/>
          </a:effectRef>
          <a:fontRef idx="minor"/>
        </p:style>
        <p:txBody>
          <a:bodyPr lIns="72000" tIns="72000" rIns="72000" bIns="72000" anchor="ctr">
            <a:noAutofit/>
          </a:bodyPr>
          <a:lstStyle/>
          <a:p>
            <a:pPr algn="ctr">
              <a:lnSpc>
                <a:spcPct val="100000"/>
              </a:lnSpc>
            </a:pPr>
            <a:r>
              <a:rPr lang="da-DK" sz="2800" b="1" strike="noStrike" spc="-1">
                <a:solidFill>
                  <a:schemeClr val="lt1"/>
                </a:solidFill>
                <a:latin typeface="Arial"/>
              </a:rPr>
              <a:t>Key Points</a:t>
            </a:r>
            <a:endParaRPr lang="da-DK" sz="2800" b="0" strike="noStrike" spc="-1">
              <a:solidFill>
                <a:srgbClr val="000000"/>
              </a:solidFill>
              <a:latin typeface="Arial"/>
            </a:endParaRPr>
          </a:p>
        </p:txBody>
      </p:sp>
      <p:sp>
        <p:nvSpPr>
          <p:cNvPr id="3" name="PlaceHolder 2"/>
          <p:cNvSpPr>
            <a:spLocks noGrp="1"/>
          </p:cNvSpPr>
          <p:nvPr>
            <p:ph type="dt" idx="5"/>
          </p:nvPr>
        </p:nvSpPr>
        <p:spPr>
          <a:xfrm>
            <a:off x="0" y="6912000"/>
            <a:ext cx="0" cy="0"/>
          </a:xfrm>
          <a:prstGeom prst="rect">
            <a:avLst/>
          </a:prstGeom>
          <a:noFill/>
          <a:ln w="0">
            <a:noFill/>
          </a:ln>
        </p:spPr>
        <p:txBody>
          <a:bodyPr tIns="0" bIns="0" anchor="ctr">
            <a:noAutofit/>
          </a:bodyPr>
          <a:lstStyle>
            <a:defPPr>
              <a:defRPr lang="en-DK"/>
            </a:defPPr>
            <a:lvl1pPr marL="0" indent="0" algn="l" defTabSz="914400" rtl="0" eaLnBrk="1" latinLnBrk="0" hangingPunct="1">
              <a:lnSpc>
                <a:spcPct val="100000"/>
              </a:lnSpc>
              <a:buNone/>
              <a:defRPr lang="en-GB" sz="100" b="0" strike="noStrike" kern="1200" spc="-1">
                <a:solidFill>
                  <a:srgbClr val="FFFFFF">
                    <a:alpha val="1000"/>
                  </a:srgbClr>
                </a:solidFill>
                <a:latin typeface="Arial"/>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da-DK"/>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PlaceHolder 1"/>
          <p:cNvSpPr>
            <a:spLocks noGrp="1"/>
          </p:cNvSpPr>
          <p:nvPr>
            <p:ph type="title"/>
          </p:nvPr>
        </p:nvSpPr>
        <p:spPr>
          <a:xfrm>
            <a:off x="414720" y="999000"/>
            <a:ext cx="10952280" cy="71784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a:solidFill>
                  <a:srgbClr val="000000"/>
                </a:solidFill>
                <a:latin typeface="Arial"/>
              </a:rPr>
              <a:t>Key Points</a:t>
            </a:r>
            <a:endParaRPr lang="en-US" sz="3600" b="0" strike="noStrike" spc="-1">
              <a:solidFill>
                <a:srgbClr val="000000"/>
              </a:solidFill>
              <a:latin typeface="Arial"/>
            </a:endParaRPr>
          </a:p>
        </p:txBody>
      </p:sp>
      <p:sp>
        <p:nvSpPr>
          <p:cNvPr id="395" name="PlaceHolder 2"/>
          <p:cNvSpPr>
            <a:spLocks noGrp="1"/>
          </p:cNvSpPr>
          <p:nvPr>
            <p:ph/>
          </p:nvPr>
        </p:nvSpPr>
        <p:spPr>
          <a:xfrm>
            <a:off x="414720" y="1836720"/>
            <a:ext cx="9476280" cy="4357080"/>
          </a:xfrm>
          <a:prstGeom prst="rect">
            <a:avLst/>
          </a:prstGeom>
          <a:noFill/>
          <a:ln w="0">
            <a:noFill/>
          </a:ln>
        </p:spPr>
        <p:txBody>
          <a:bodyPr lIns="0" tIns="0" rIns="0" bIns="0" anchor="t">
            <a:noAutofit/>
          </a:bodyPr>
          <a:lstStyle/>
          <a:p>
            <a:pPr marL="252000" indent="-252000">
              <a:lnSpc>
                <a:spcPct val="110000"/>
              </a:lnSpc>
              <a:buClr>
                <a:srgbClr val="000000"/>
              </a:buClr>
              <a:buFont typeface="Wingdings" charset="2"/>
              <a:buChar char=""/>
            </a:pPr>
            <a:r>
              <a:rPr lang="en-GB" sz="1400" b="0" strike="noStrike" spc="-1">
                <a:solidFill>
                  <a:srgbClr val="000000"/>
                </a:solidFill>
                <a:latin typeface="Helvetica Neue"/>
              </a:rPr>
              <a:t>NoSQL databases are designed for flexible and scalable data storage, and offer benefits for certain types of applications</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MongoDB is a popular NoSQL database that uses a document-based data model and supports aggregation pipelines for querying and processing data</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MongoDB works with MQL or Aggregation Pipeline syntaxes</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Indexing in MongoDB can improve query performance and support advanced data processing techniques like text search and geospatial queries</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Data modeling in MongoDB requires careful consideration of the application's data access patterns and data relationships, and can benefit from denormalization and other techniques</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Replication and sharding in MongoDB can improve availability and scalability of data storage, but require careful planning and configuration</a:t>
            </a:r>
            <a:endParaRPr lang="en-US" sz="1400" b="0" strike="noStrike" spc="-1">
              <a:solidFill>
                <a:srgbClr val="000000"/>
              </a:solidFill>
              <a:latin typeface="Arial"/>
            </a:endParaRPr>
          </a:p>
        </p:txBody>
      </p:sp>
      <p:sp>
        <p:nvSpPr>
          <p:cNvPr id="396" name="PlaceHolder 3"/>
          <p:cNvSpPr>
            <a:spLocks noGrp="1"/>
          </p:cNvSpPr>
          <p:nvPr>
            <p:ph type="ftr" idx="61"/>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5" name="PlaceHolder 4"/>
          <p:cNvSpPr>
            <a:spLocks noGrp="1"/>
          </p:cNvSpPr>
          <p:nvPr>
            <p:ph type="sldNum" idx="4"/>
          </p:nvPr>
        </p:nvSpPr>
        <p:spPr/>
        <p:txBody>
          <a:bodyPr/>
          <a:lstStyle/>
          <a:p>
            <a:fld id="{81250A62-B6F5-4FD8-B555-62A8A2CC884E}" type="slidenum">
              <a:t>53</a:t>
            </a:fld>
            <a:endParaRPr/>
          </a:p>
        </p:txBody>
      </p:sp>
      <p:sp>
        <p:nvSpPr>
          <p:cNvPr id="6" name="PlaceHolder 5"/>
          <p:cNvSpPr>
            <a:spLocks noGrp="1"/>
          </p:cNvSpPr>
          <p:nvPr>
            <p:ph type="dt" idx="2"/>
          </p:nvPr>
        </p:nvSpPr>
        <p:spPr/>
        <p:txBody>
          <a:bodyPr/>
          <a:lstStyle/>
          <a:p>
            <a:fld id="{DBE74638-38DF-4CEE-BBE3-B0E7BE258C1A}" type="datetime1">
              <a:rPr lang="da-DK"/>
              <a:t>18.09.2024</a:t>
            </a:fld>
            <a:endParaRPr lang="da-DK"/>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 name="PlaceHolder 1"/>
          <p:cNvSpPr>
            <a:spLocks noGrp="1"/>
          </p:cNvSpPr>
          <p:nvPr>
            <p:ph type="title"/>
          </p:nvPr>
        </p:nvSpPr>
        <p:spPr>
          <a:xfrm>
            <a:off x="414720" y="999000"/>
            <a:ext cx="10952280" cy="717840"/>
          </a:xfrm>
          <a:prstGeom prst="rect">
            <a:avLst/>
          </a:prstGeom>
          <a:noFill/>
          <a:ln w="0">
            <a:noFill/>
          </a:ln>
        </p:spPr>
        <p:txBody>
          <a:bodyPr lIns="0" tIns="0" rIns="0" bIns="0" anchor="t">
            <a:noAutofit/>
          </a:bodyPr>
          <a:lstStyle/>
          <a:p>
            <a:pPr indent="0">
              <a:lnSpc>
                <a:spcPct val="100000"/>
              </a:lnSpc>
              <a:buNone/>
              <a:tabLst>
                <a:tab pos="1438200" algn="l"/>
              </a:tabLst>
            </a:pPr>
            <a:r>
              <a:rPr lang="en-GB" sz="3600" b="1" strike="noStrike" spc="-1">
                <a:solidFill>
                  <a:srgbClr val="000000"/>
                </a:solidFill>
                <a:latin typeface="Arial"/>
              </a:rPr>
              <a:t>Key Points</a:t>
            </a:r>
            <a:endParaRPr lang="en-US" sz="3600" b="0" strike="noStrike" spc="-1">
              <a:solidFill>
                <a:srgbClr val="000000"/>
              </a:solidFill>
              <a:latin typeface="Arial"/>
            </a:endParaRPr>
          </a:p>
        </p:txBody>
      </p:sp>
      <p:sp>
        <p:nvSpPr>
          <p:cNvPr id="398" name="PlaceHolder 2"/>
          <p:cNvSpPr>
            <a:spLocks noGrp="1"/>
          </p:cNvSpPr>
          <p:nvPr>
            <p:ph/>
          </p:nvPr>
        </p:nvSpPr>
        <p:spPr>
          <a:xfrm>
            <a:off x="414720" y="1836720"/>
            <a:ext cx="9476280" cy="4357080"/>
          </a:xfrm>
          <a:prstGeom prst="rect">
            <a:avLst/>
          </a:prstGeom>
          <a:noFill/>
          <a:ln w="0">
            <a:noFill/>
          </a:ln>
        </p:spPr>
        <p:txBody>
          <a:bodyPr lIns="0" tIns="0" rIns="0" bIns="0" anchor="t">
            <a:noAutofit/>
          </a:bodyPr>
          <a:lstStyle/>
          <a:p>
            <a:pPr marL="252000" indent="-252000">
              <a:lnSpc>
                <a:spcPct val="110000"/>
              </a:lnSpc>
              <a:buClr>
                <a:srgbClr val="000000"/>
              </a:buClr>
              <a:buFont typeface="Wingdings" charset="2"/>
              <a:buChar char=""/>
            </a:pPr>
            <a:r>
              <a:rPr lang="en-GB" sz="1400" b="0" strike="noStrike" spc="-1">
                <a:solidFill>
                  <a:srgbClr val="000000"/>
                </a:solidFill>
                <a:latin typeface="Helvetica Neue"/>
              </a:rPr>
              <a:t>Security in MongoDB involves configuring authentication, authorization, and encryption features to protect data and prevent unauthorized access</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In Node.js, developers can use the MongoDB driver to connect to a MongoDB database and perform CRUD operations, and can leverage built-in modules and libraries to sanitize user input and prevent security vulnerabilities like injection and XSS attacks</a:t>
            </a:r>
            <a:endParaRPr lang="en-US" sz="1400" b="0" strike="noStrike" spc="-1">
              <a:solidFill>
                <a:srgbClr val="000000"/>
              </a:solidFill>
              <a:latin typeface="Arial"/>
            </a:endParaRPr>
          </a:p>
          <a:p>
            <a:pPr marL="252000" indent="-252000">
              <a:lnSpc>
                <a:spcPct val="110000"/>
              </a:lnSpc>
              <a:buClr>
                <a:srgbClr val="000000"/>
              </a:buClr>
              <a:buFont typeface="Wingdings" charset="2"/>
              <a:buChar char=""/>
            </a:pPr>
            <a:r>
              <a:rPr lang="en-GB" sz="1400" b="0" strike="noStrike" spc="-1">
                <a:solidFill>
                  <a:srgbClr val="000000"/>
                </a:solidFill>
                <a:latin typeface="Helvetica Neue"/>
              </a:rPr>
              <a:t>Best practices for building secure and scalable web applications with MongoDB and Node.js include careful planning and design, regular testing and monitoring, and keeping up to date with emerging technologies and security threats.</a:t>
            </a:r>
            <a:endParaRPr lang="en-US" sz="1400" b="0" strike="noStrike" spc="-1">
              <a:solidFill>
                <a:srgbClr val="000000"/>
              </a:solidFill>
              <a:latin typeface="Arial"/>
            </a:endParaRPr>
          </a:p>
        </p:txBody>
      </p:sp>
      <p:sp>
        <p:nvSpPr>
          <p:cNvPr id="399" name="PlaceHolder 3"/>
          <p:cNvSpPr>
            <a:spLocks noGrp="1"/>
          </p:cNvSpPr>
          <p:nvPr>
            <p:ph type="ftr" idx="62"/>
          </p:nvPr>
        </p:nvSpPr>
        <p:spPr>
          <a:xfrm>
            <a:off x="6915600" y="6375960"/>
            <a:ext cx="2239920" cy="179640"/>
          </a:xfrm>
          <a:prstGeom prst="rect">
            <a:avLst/>
          </a:prstGeom>
          <a:noFill/>
          <a:ln w="0">
            <a:noFill/>
          </a:ln>
        </p:spPr>
        <p:txBody>
          <a:bodyPr lIns="0" tIns="0" rIns="0" bIns="0" anchor="t">
            <a:noAutofit/>
          </a:bodyPr>
          <a:lstStyle/>
          <a:p>
            <a:pPr indent="0">
              <a:buNone/>
            </a:pPr>
            <a:endParaRPr lang="en-US" sz="1000" b="0" strike="noStrike" spc="-1">
              <a:solidFill>
                <a:srgbClr val="000000"/>
              </a:solidFill>
              <a:latin typeface="Arial"/>
            </a:endParaRPr>
          </a:p>
        </p:txBody>
      </p:sp>
      <p:sp>
        <p:nvSpPr>
          <p:cNvPr id="5" name="PlaceHolder 4"/>
          <p:cNvSpPr>
            <a:spLocks noGrp="1"/>
          </p:cNvSpPr>
          <p:nvPr>
            <p:ph type="sldNum" idx="4"/>
          </p:nvPr>
        </p:nvSpPr>
        <p:spPr/>
        <p:txBody>
          <a:bodyPr/>
          <a:lstStyle/>
          <a:p>
            <a:fld id="{B25B17B6-FDF2-4B51-9E08-C15FF1794F8D}" type="slidenum">
              <a:t>54</a:t>
            </a:fld>
            <a:endParaRPr/>
          </a:p>
        </p:txBody>
      </p:sp>
      <p:sp>
        <p:nvSpPr>
          <p:cNvPr id="6" name="PlaceHolder 5"/>
          <p:cNvSpPr>
            <a:spLocks noGrp="1"/>
          </p:cNvSpPr>
          <p:nvPr>
            <p:ph type="dt" idx="2"/>
          </p:nvPr>
        </p:nvSpPr>
        <p:spPr/>
        <p:txBody>
          <a:bodyPr/>
          <a:lstStyle/>
          <a:p>
            <a:fld id="{CF18363A-88EC-4EC6-B3E4-0510610C8150}" type="datetime1">
              <a:rPr lang="da-DK"/>
              <a:t>18.09.2024</a:t>
            </a:fld>
            <a:endParaRPr lang="da-DK"/>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EMPLAFYSLIDEID" val="a56b0fb8-d552-4215-bd97-31ad12d99a5c"/>
</p:tagLst>
</file>

<file path=ppt/tags/tag2.xml><?xml version="1.0" encoding="utf-8"?>
<p:tagLst xmlns:a="http://schemas.openxmlformats.org/drawingml/2006/main" xmlns:r="http://schemas.openxmlformats.org/officeDocument/2006/relationships" xmlns:p="http://schemas.openxmlformats.org/presentationml/2006/main">
  <p:tag name="TEMPLAFYSLIDEID" val="a56b0fb8-d552-4215-bd97-31ad12d99a5c"/>
</p:tagLst>
</file>

<file path=ppt/theme/theme1.xml><?xml version="1.0" encoding="utf-8"?>
<a:theme xmlns:a="http://schemas.openxmlformats.org/drawingml/2006/main" name="Blank">
  <a:themeElements>
    <a:clrScheme name="SDU">
      <a:dk1>
        <a:srgbClr val="000000"/>
      </a:dk1>
      <a:lt1>
        <a:srgbClr val="FFFFFF"/>
      </a:lt1>
      <a:dk2>
        <a:srgbClr val="7A6040"/>
      </a:dk2>
      <a:lt2>
        <a:srgbClr val="DDCBA4"/>
      </a:lt2>
      <a:accent1>
        <a:srgbClr val="AEB862"/>
      </a:accent1>
      <a:accent2>
        <a:srgbClr val="789D4A"/>
      </a:accent2>
      <a:accent3>
        <a:srgbClr val="F2C75C"/>
      </a:accent3>
      <a:accent4>
        <a:srgbClr val="E07E3C"/>
      </a:accent4>
      <a:accent5>
        <a:srgbClr val="E1BBB4"/>
      </a:accent5>
      <a:accent6>
        <a:srgbClr val="D05A57"/>
      </a:accent6>
      <a:hlink>
        <a:srgbClr val="0563C1"/>
      </a:hlink>
      <a:folHlink>
        <a:srgbClr val="954F72"/>
      </a:folHlink>
    </a:clrScheme>
    <a:fontScheme name="SDU">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solidFill>
            <a:schemeClr val="accent1"/>
          </a:solidFill>
        </a:ln>
      </a:spPr>
      <a:bodyPr lIns="72000" tIns="72000" rIns="72000" bIns="72000" rtlCol="0" anchor="ctr"/>
      <a:lstStyle>
        <a:defPPr algn="ctr">
          <a:defRPr sz="1600" dirty="0" err="1"/>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1600" dirty="0" err="1"/>
        </a:defPPr>
      </a:lstStyle>
    </a:txDef>
  </a:objectDefaults>
  <a:extraClrSchemeLst/>
  <a:custClrLst>
    <a:custClr name="Grøn 1">
      <a:srgbClr val="4E5B31"/>
    </a:custClr>
    <a:custClr name="Grøn 2">
      <a:srgbClr val="789D4A"/>
    </a:custClr>
    <a:custClr name="Grøn 3">
      <a:srgbClr val="AEB862"/>
    </a:custClr>
    <a:custClr name="Grøn 4">
      <a:srgbClr val="EAE7B9"/>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Orange 1">
      <a:srgbClr val="D38235"/>
    </a:custClr>
    <a:custClr name="Orange 2">
      <a:srgbClr val="E0A526"/>
    </a:custClr>
    <a:custClr name="Orange 3">
      <a:srgbClr val="EED484"/>
    </a:custClr>
    <a:custClr name="Orange 4">
      <a:srgbClr val="FCF0C4"/>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Rød 1">
      <a:srgbClr val="862633"/>
    </a:custClr>
    <a:custClr name="Rød 2">
      <a:srgbClr val="D05A57"/>
    </a:custClr>
    <a:custClr name="Rød 3">
      <a:srgbClr val="E1BBB4"/>
    </a:custClr>
    <a:custClr name="Rød 4">
      <a:srgbClr val="F4E2DE"/>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Brun 1">
      <a:srgbClr val="473729"/>
    </a:custClr>
    <a:custClr name="Brun 2">
      <a:srgbClr val="946037"/>
    </a:custClr>
    <a:custClr name="Brun 3">
      <a:srgbClr val="DDCBA4"/>
    </a:custClr>
    <a:custClr name="Brun 4">
      <a:srgbClr val="EFE5D1"/>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Sort">
      <a:srgbClr val="000000"/>
    </a:custClr>
    <a:custClr name="Hvid">
      <a:srgbClr val="FFFFFF"/>
    </a:custClr>
  </a:custClrLst>
  <a:extLst>
    <a:ext uri="{05A4C25C-085E-4340-85A3-A5531E510DB2}">
      <thm15:themeFamily xmlns:thm15="http://schemas.microsoft.com/office/thememl/2012/main" name="SDU widescreen.potx" id="{1C4F8E8D-0334-4267-96F7-9CAC143C1229}" vid="{6887ADA9-E5D5-4F4B-ACE2-43240691910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Grøn 1">
      <a:srgbClr val="4E5B31"/>
    </a:custClr>
    <a:custClr name="Grøn 2">
      <a:srgbClr val="789D4A"/>
    </a:custClr>
    <a:custClr name="Grøn 3">
      <a:srgbClr val="AEB862"/>
    </a:custClr>
    <a:custClr name="Grøn 4">
      <a:srgbClr val="EAE7B9"/>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Orange 1">
      <a:srgbClr val="D38235"/>
    </a:custClr>
    <a:custClr name="Orange 2">
      <a:srgbClr val="E0A526"/>
    </a:custClr>
    <a:custClr name="Orange 3">
      <a:srgbClr val="EED484"/>
    </a:custClr>
    <a:custClr name="Orange 4">
      <a:srgbClr val="FCF0C4"/>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Rød 1">
      <a:srgbClr val="862633"/>
    </a:custClr>
    <a:custClr name="Rød 2">
      <a:srgbClr val="D05A57"/>
    </a:custClr>
    <a:custClr name="Rød 3">
      <a:srgbClr val="E1BBB4"/>
    </a:custClr>
    <a:custClr name="Rød 4">
      <a:srgbClr val="F4E2DE"/>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Brun 1">
      <a:srgbClr val="473729"/>
    </a:custClr>
    <a:custClr name="Brun 2">
      <a:srgbClr val="946037"/>
    </a:custClr>
    <a:custClr name="Brun 3">
      <a:srgbClr val="DDCBA4"/>
    </a:custClr>
    <a:custClr name="Brun 4">
      <a:srgbClr val="EFE5D1"/>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Sort">
      <a:srgbClr val="000000"/>
    </a:custClr>
    <a:custClr name="Hvid">
      <a:srgbClr val="FFFFFF"/>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item1.xml><?xml version="1.0" encoding="utf-8"?>
<TemplafySlideTemplateConfiguration><![CDATA[{"documentContentValidatorConfiguration":{"enableDocumentContentValidator":false,"documentContentValidatorVersion":0},"elementsMetadata":[],"slideId":"636891895634292862","enableDocumentContentUpdater":true,"version":"1.3"}]]></TemplafySlideTemplateConfiguration>
</file>

<file path=customXml/item2.xml><?xml version="1.0" encoding="utf-8"?>
<TemplafySlideTemplateConfiguration><![CDATA[{"documentContentValidatorConfiguration":{"enableDocumentContentValidator":false,"documentContentValidatorVersion":0},"elementsMetadata":[],"slideId":"636891895636479881","enableDocumentContentUpdater":true,"version":"1.3"}]]></TemplafySlideTemplateConfiguration>
</file>

<file path=customXml/item3.xml><?xml version="1.0" encoding="utf-8"?>
<TemplafySlideFormConfiguration><![CDATA[{"formFields":[],"formDataEntries":[]}]]></TemplafySlideFormConfiguration>
</file>

<file path=customXml/item4.xml><?xml version="1.0" encoding="utf-8"?>
<TemplafySlideFormConfiguration><![CDATA[{"formFields":[],"formDataEntries":[]}]]></TemplafySlideFormConfiguration>
</file>

<file path=customXml/item5.xml><?xml version="1.0" encoding="utf-8"?>
<TemplafySlideTemplateConfiguration><![CDATA[{"documentContentValidatorConfiguration":{"enableDocumentContentValidator":false,"documentContentValidatorVersion":0},"elementsMetadata":[],"slideId":"636891895636167766","enableDocumentContentUpdater":true,"version":"1.3"}]]></TemplafySlideTemplateConfiguration>
</file>

<file path=customXml/item6.xml><?xml version="1.0" encoding="utf-8"?>
<TemplafySlideTemplateConfiguration><![CDATA[{"documentContentValidatorConfiguration":{"enableDocumentContentValidator":false,"documentContentValidatorVersion":0},"elementsMetadata":[],"slideId":"636891895635386589","enableDocumentContentUpdater":true,"version":"1.3"}]]></TemplafySlideTemplateConfiguration>
</file>

<file path=customXml/item7.xml><?xml version="1.0" encoding="utf-8"?>
<TemplafySlideFormConfiguration><![CDATA[{"formFields":[],"formDataEntries":[]}]]></TemplafySlideFormConfiguration>
</file>

<file path=customXml/item8.xml><?xml version="1.0" encoding="utf-8"?>
<TemplafySlideFormConfiguration><![CDATA[{"formFields":[],"formDataEntries":[]}]]></TemplafySlideFormConfiguration>
</file>

<file path=customXml/item9.xml><?xml version="1.0" encoding="utf-8"?>
<TemplafySlideFormConfiguration><![CDATA[{"formFields":[],"formDataEntries":[]}]]></TemplafySlideFormConfiguration>
</file>

<file path=customXml/item10.xml><?xml version="1.0" encoding="utf-8"?>
<TemplafySlideTemplateConfiguration><![CDATA[{"documentContentValidatorConfiguration":{"enableDocumentContentValidator":false,"documentContentValidatorVersion":0},"elementsMetadata":[],"slideId":"636891895634292863","enableDocumentContentUpdater":true,"version":"1.3"}]]></TemplafySlideTemplateConfiguration>
</file>

<file path=customXml/item11.xml><?xml version="1.0" encoding="utf-8"?>
<TemplafySlideTemplateConfiguration><![CDATA[{"documentContentValidatorConfiguration":{"enableDocumentContentValidator":false,"documentContentValidatorVersion":0},"elementsMetadata":[],"slideId":"636891895636949350","enableDocumentContentUpdater":true,"version":"1.3"}]]></TemplafySlideTemplateConfiguration>
</file>

<file path=customXml/item12.xml><?xml version="1.0" encoding="utf-8"?>
<TemplafyTemplateConfiguration><![CDATA[{"elementsMetadata":[{"type":"shape","id":"d572fa25-8edd-43b8-9b55-27d872b6b1fc","elementConfiguration":{"format":"{{DateFormats.MonthYear}}","binding":"Form.Date","disableUpdates":false,"type":"date"}},{"type":"shape","id":"bbb50dc8-a7c0-4554-930d-663460fed123","elementConfiguration":{"binding":"UserProfile.Institut.InstituteDCU_{{DocumentLanguage}}","disableUpdates":false,"type":"text"}},{"type":"shape","id":"f39ab476-473e-4cbc-a735-08e8467cfb7b","elementConfiguration":{"binding":"UserProfile.Institut.InstituteDCU_{{DocumentLanguage}}","disableUpdates":false,"type":"text"}},{"type":"shape","id":"8f4f5ab2-38ae-4794-9556-95edf115af0a","elementConfiguration":{"format":"{{DateFormats.MonthYear}}","binding":"Form.Date","disableUpdates":false,"type":"date"}},{"type":"shape","id":"535c2e69-01e7-4dce-95a6-4de9d99d38ac","elementConfiguration":{"binding":"UserProfile.Institut.InstituteDCU_{{DocumentLanguage}}","disableUpdates":false,"type":"text"}},{"type":"shape","id":"4580039a-6a0b-47c3-8582-fb9e2e105f97","elementConfiguration":{"format":"{{DateFormats.MonthYear}}","binding":"Form.Date","disableUpdates":false,"type":"date"}},{"type":"shape","id":"9e66ba45-e00c-4751-bf02-a4956d240516","elementConfiguration":{"binding":"UserProfile.Institut.InstituteDCU_{{DocumentLanguage}}","disableUpdates":false,"type":"text"}},{"type":"shape","id":"e93eeae9-b581-4184-9cc7-9a0f9897d348","elementConfiguration":{"format":"{{DateFormats.MonthYear}}","binding":"Form.Date","disableUpdates":false,"type":"date"}},{"type":"shape","id":"b451176b-5c0c-4d4d-9060-3837f3de11a8","elementConfiguration":{"format":"{{DateFormats.MonthYear}}","binding":"Form.Date","disableUpdates":false,"type":"date"}},{"type":"shape","id":"c68689c9-e668-4c96-a109-f982a524f861","elementConfiguration":{"binding":"UserProfile.Institut.InstituteDCU_{{DocumentLanguage}}","disableUpdates":false,"type":"text"}},{"type":"shape","id":"c5e3364f-695b-4164-8ae0-df0baedf3be1","elementConfiguration":{"binding":"UserProfile.Institut.InstituteDCU_{{DocumentLanguage}}","disableUpdates":false,"type":"text"}},{"type":"shape","id":"19392b15-c614-4755-aea8-28d38b6bbe91","elementConfiguration":{"binding":"UserProfile.Institut.InstituteDCU_{{DocumentLanguage}}","disableUpdates":false,"type":"text"}},{"type":"shape","id":"7c8a4e8f-f1eb-4af7-b254-c88f4a86ec48","elementConfiguration":{"format":"{{DateFormats.MonthYear}}","binding":"Form.Date","disableUpdates":false,"type":"date"}}],"transformationConfigurations":[{"language":"{{DocumentLanguage}}","disableUpdates":false,"type":"proofingLanguage"}],"templateName":"SDU widescreen 16:9 template","templateDescription":"Tom bredformat skabelon til Powerpoint med enhed, dato og links","enableDocumentContentUpdater":true,"version":"1.3"}]]></TemplafyTemplateConfiguration>
</file>

<file path=customXml/item13.xml><?xml version="1.0" encoding="utf-8"?>
<TemplafySlideFormConfiguration><![CDATA[{"formFields":[],"formDataEntries":[]}]]></TemplafySlideFormConfiguration>
</file>

<file path=customXml/item14.xml><?xml version="1.0" encoding="utf-8"?>
<TemplafySlideTemplateConfiguration><![CDATA[{"documentContentValidatorConfiguration":{"enableDocumentContentValidator":false,"documentContentValidatorVersion":0},"elementsMetadata":[],"slideId":"636891895635073635","enableDocumentContentUpdater":true,"version":"1.3"}]]></TemplafySlideTemplateConfiguration>
</file>

<file path=customXml/item15.xml><?xml version="1.0" encoding="utf-8"?>
<TemplafySlideFormConfiguration><![CDATA[{"formFields":[],"formDataEntries":[]}]]></TemplafySlideFormConfiguration>
</file>

<file path=customXml/item16.xml><?xml version="1.0" encoding="utf-8"?>
<TemplafySlideFormConfiguration><![CDATA[{"formFields":[],"formDataEntries":[]}]]></TemplafySlideFormConfiguration>
</file>

<file path=customXml/item17.xml><?xml version="1.0" encoding="utf-8"?>
<TemplafySlideFormConfiguration><![CDATA[{"formFields":[],"formDataEntries":[]}]]></TemplafySlideFormConfiguration>
</file>

<file path=customXml/item18.xml><?xml version="1.0" encoding="utf-8"?>
<TemplafySlideTemplateConfiguration><![CDATA[{"documentContentValidatorConfiguration":{"enableDocumentContentValidator":false,"documentContentValidatorVersion":0},"elementsMetadata":[],"slideId":"636891895637105316","enableDocumentContentUpdater":true,"version":"1.3"}]]></TemplafySlideTemplateConfiguration>
</file>

<file path=customXml/item19.xml><?xml version="1.0" encoding="utf-8"?>
<TemplafySlideTemplateConfiguration><![CDATA[{"documentContentValidatorConfiguration":{"enableDocumentContentValidator":false,"documentContentValidatorVersion":0},"elementsMetadata":[],"slideId":"636891895637261154","enableDocumentContentUpdater":true,"version":"1.3"}]]></TemplafySlideTemplateConfiguration>
</file>

<file path=customXml/item20.xml><?xml version="1.0" encoding="utf-8"?>
<TemplafySlideFormConfiguration><![CDATA[{"formFields":[],"formDataEntries":[]}]]></TemplafySlideFormConfiguration>
</file>

<file path=customXml/item21.xml><?xml version="1.0" encoding="utf-8"?>
<TemplafyFormConfiguration><![CDATA[{"formFields":[{"required":false,"type":"datePicker","name":"Date","label":"Date","helpTexts":{"prefix":"","postfix":""},"spacing":{},"fullyQualifiedName":"Date"}],"formDataEntries":[{"name":"Date","value":"2Ix+bEfKiBgFPlbzHV5hwA=="}]}]]></TemplafyFormConfiguration>
</file>

<file path=customXml/item22.xml><?xml version="1.0" encoding="utf-8"?>
<TemplafySlideTemplateConfiguration><![CDATA[{"documentContentValidatorConfiguration":{"enableDocumentContentValidator":false,"documentContentValidatorVersion":0},"elementsMetadata":[],"slideId":"636891895636792758","enableDocumentContentUpdater":true,"version":"1.3"}]]></TemplafySlideTemplateConfiguration>
</file>

<file path=customXml/item23.xml><?xml version="1.0" encoding="utf-8"?>
<TemplafySlideFormConfiguration><![CDATA[{"formFields":[],"formDataEntries":[]}]]></TemplafySlideFormConfiguration>
</file>

<file path=customXml/item24.xml><?xml version="1.0" encoding="utf-8"?>
<TemplafySlideTemplateConfiguration><![CDATA[{"documentContentValidatorConfiguration":{"enableDocumentContentValidator":false,"documentContentValidatorVersion":0},"elementsMetadata":[],"slideId":"636891895636011205","enableDocumentContentUpdater":true,"version":"1.3"}]]></TemplafySlideTemplateConfiguration>
</file>

<file path=customXml/item25.xml><?xml version="1.0" encoding="utf-8"?>
<TemplafySlideFormConfiguration><![CDATA[{"formFields":[],"formDataEntries":[]}]]></TemplafySlideFormConfiguration>
</file>

<file path=customXml/item26.xml><?xml version="1.0" encoding="utf-8"?>
<TemplafySlideFormConfiguration><![CDATA[{"formFields":[],"formDataEntries":[]}]]></TemplafySlideFormConfiguration>
</file>

<file path=customXml/item27.xml><?xml version="1.0" encoding="utf-8"?>
<TemplafySlideTemplateConfiguration><![CDATA[{"documentContentValidatorConfiguration":{"enableDocumentContentValidator":false,"documentContentValidatorVersion":0},"elementsMetadata":[],"slideId":"636891895634292863","enableDocumentContentUpdater":true,"version":"1.3"}]]></TemplafySlideTemplateConfiguration>
</file>

<file path=customXml/item28.xml><?xml version="1.0" encoding="utf-8"?>
<TemplafySlideTemplateConfiguration><![CDATA[{"documentContentValidatorConfiguration":{"enableDocumentContentValidator":false,"documentContentValidatorVersion":0},"elementsMetadata":[],"slideId":"636891895636636524","enableDocumentContentUpdater":true,"version":"1.3"}]]></TemplafySlideTemplateConfiguration>
</file>

<file path=customXml/item29.xml><?xml version="1.0" encoding="utf-8"?>
<TemplafySlideTemplateConfiguration><![CDATA[{"documentContentValidatorConfiguration":{"enableDocumentContentValidator":false,"documentContentValidatorVersion":0},"elementsMetadata":[],"slideId":"636891895635699094","enableDocumentContentUpdater":true,"version":"1.3"}]]></TemplafySlideTemplateConfiguration>
</file>

<file path=customXml/item30.xml><?xml version="1.0" encoding="utf-8"?>
<TemplafySlideFormConfiguration><![CDATA[{"formFields":[],"formDataEntries":[]}]]></TemplafySlideFormConfiguration>
</file>

<file path=customXml/item31.xml><?xml version="1.0" encoding="utf-8"?>
<TemplafySlideFormConfiguration><![CDATA[{"formFields":[],"formDataEntries":[]}]]></TemplafySlideFormConfiguration>
</file>

<file path=customXml/item32.xml><?xml version="1.0" encoding="utf-8"?>
<TemplafySlideTemplateConfiguration><![CDATA[{"documentContentValidatorConfiguration":{"enableDocumentContentValidator":false,"documentContentValidatorVersion":0},"elementsMetadata":[],"slideId":"636891895634761137","enableDocumentContentUpdater":true,"version":"1.3"}]]></TemplafySlideTemplateConfiguration>
</file>

<file path=customXml/itemProps1.xml><?xml version="1.0" encoding="utf-8"?>
<ds:datastoreItem xmlns:ds="http://schemas.openxmlformats.org/officeDocument/2006/customXml" ds:itemID="{B01C8A0A-9C31-4B7B-950D-DD9959F2B8E1}">
  <ds:schemaRefs/>
</ds:datastoreItem>
</file>

<file path=customXml/itemProps2.xml><?xml version="1.0" encoding="utf-8"?>
<ds:datastoreItem xmlns:ds="http://schemas.openxmlformats.org/officeDocument/2006/customXml" ds:itemID="{12AAEFAA-488B-4613-B61C-8C050760FBEC}">
  <ds:schemaRefs/>
</ds:datastoreItem>
</file>

<file path=customXml/itemProps3.xml><?xml version="1.0" encoding="utf-8"?>
<ds:datastoreItem xmlns:ds="http://schemas.openxmlformats.org/officeDocument/2006/customXml" ds:itemID="{59413F36-46DB-4441-9E33-4CC730A14BA9}">
  <ds:schemaRefs/>
</ds:datastoreItem>
</file>

<file path=customXml/itemProps4.xml><?xml version="1.0" encoding="utf-8"?>
<ds:datastoreItem xmlns:ds="http://schemas.openxmlformats.org/officeDocument/2006/customXml" ds:itemID="{F684AA90-C329-4C50-9AD6-76E97F24E028}">
  <ds:schemaRefs/>
</ds:datastoreItem>
</file>

<file path=customXml/itemProps5.xml><?xml version="1.0" encoding="utf-8"?>
<ds:datastoreItem xmlns:ds="http://schemas.openxmlformats.org/officeDocument/2006/customXml" ds:itemID="{3C302438-84D4-4410-883F-41F2AB7D30E2}">
  <ds:schemaRefs/>
</ds:datastoreItem>
</file>

<file path=customXml/itemProps6.xml><?xml version="1.0" encoding="utf-8"?>
<ds:datastoreItem xmlns:ds="http://schemas.openxmlformats.org/officeDocument/2006/customXml" ds:itemID="{D40B8ABF-BCDE-4BFC-8014-3E62B1CE21F5}">
  <ds:schemaRefs/>
</ds:datastoreItem>
</file>

<file path=customXml/itemProps7.xml><?xml version="1.0" encoding="utf-8"?>
<ds:datastoreItem xmlns:ds="http://schemas.openxmlformats.org/officeDocument/2006/customXml" ds:itemID="{CFC7CD9E-B387-47DD-A892-194586C4B0A8}">
  <ds:schemaRefs/>
</ds:datastoreItem>
</file>

<file path=customXml/itemProps8.xml><?xml version="1.0" encoding="utf-8"?>
<ds:datastoreItem xmlns:ds="http://schemas.openxmlformats.org/officeDocument/2006/customXml" ds:itemID="{58450B56-0CFA-A948-8B99-3450019AB3CC}">
  <ds:schemaRefs/>
</ds:datastoreItem>
</file>

<file path=customXml/itemProps9.xml><?xml version="1.0" encoding="utf-8"?>
<ds:datastoreItem xmlns:ds="http://schemas.openxmlformats.org/officeDocument/2006/customXml" ds:itemID="{15345BB6-FFF0-4812-9AF7-D4DE0D3D596A}">
  <ds:schemaRefs/>
</ds:datastoreItem>
</file>

<file path=customXml/itemProps10.xml><?xml version="1.0" encoding="utf-8"?>
<ds:datastoreItem xmlns:ds="http://schemas.openxmlformats.org/officeDocument/2006/customXml" ds:itemID="{5440D603-6365-B745-8CF4-596E37F2C66D}">
  <ds:schemaRefs/>
</ds:datastoreItem>
</file>

<file path=customXml/itemProps11.xml><?xml version="1.0" encoding="utf-8"?>
<ds:datastoreItem xmlns:ds="http://schemas.openxmlformats.org/officeDocument/2006/customXml" ds:itemID="{220EA0D0-DB51-4BFA-9F4B-DA1208570F35}">
  <ds:schemaRefs/>
</ds:datastoreItem>
</file>

<file path=customXml/itemProps12.xml><?xml version="1.0" encoding="utf-8"?>
<ds:datastoreItem xmlns:ds="http://schemas.openxmlformats.org/officeDocument/2006/customXml" ds:itemID="{C484C70F-0F64-4774-853F-19FDF7E1F81D}">
  <ds:schemaRefs/>
</ds:datastoreItem>
</file>

<file path=customXml/itemProps13.xml><?xml version="1.0" encoding="utf-8"?>
<ds:datastoreItem xmlns:ds="http://schemas.openxmlformats.org/officeDocument/2006/customXml" ds:itemID="{EACF0A14-ED2E-4A19-ADF3-0D0A3222E90D}">
  <ds:schemaRefs/>
</ds:datastoreItem>
</file>

<file path=customXml/itemProps14.xml><?xml version="1.0" encoding="utf-8"?>
<ds:datastoreItem xmlns:ds="http://schemas.openxmlformats.org/officeDocument/2006/customXml" ds:itemID="{FE87C2BA-4D9C-4A03-8ACC-AC033380FDD9}">
  <ds:schemaRefs/>
</ds:datastoreItem>
</file>

<file path=customXml/itemProps15.xml><?xml version="1.0" encoding="utf-8"?>
<ds:datastoreItem xmlns:ds="http://schemas.openxmlformats.org/officeDocument/2006/customXml" ds:itemID="{13904DEA-8253-4BF3-9310-8891F043FA29}">
  <ds:schemaRefs/>
</ds:datastoreItem>
</file>

<file path=customXml/itemProps16.xml><?xml version="1.0" encoding="utf-8"?>
<ds:datastoreItem xmlns:ds="http://schemas.openxmlformats.org/officeDocument/2006/customXml" ds:itemID="{D0688CFD-82DB-43CD-8984-E850371D850F}">
  <ds:schemaRefs/>
</ds:datastoreItem>
</file>

<file path=customXml/itemProps17.xml><?xml version="1.0" encoding="utf-8"?>
<ds:datastoreItem xmlns:ds="http://schemas.openxmlformats.org/officeDocument/2006/customXml" ds:itemID="{7742661A-7DA4-440D-9F17-A42C45E5F282}">
  <ds:schemaRefs/>
</ds:datastoreItem>
</file>

<file path=customXml/itemProps18.xml><?xml version="1.0" encoding="utf-8"?>
<ds:datastoreItem xmlns:ds="http://schemas.openxmlformats.org/officeDocument/2006/customXml" ds:itemID="{563840C0-0BDF-4F63-86E4-16B670C857E2}">
  <ds:schemaRefs/>
</ds:datastoreItem>
</file>

<file path=customXml/itemProps19.xml><?xml version="1.0" encoding="utf-8"?>
<ds:datastoreItem xmlns:ds="http://schemas.openxmlformats.org/officeDocument/2006/customXml" ds:itemID="{80B8C55C-E564-418E-A10D-CDA99D5F3EE8}">
  <ds:schemaRefs/>
</ds:datastoreItem>
</file>

<file path=customXml/itemProps20.xml><?xml version="1.0" encoding="utf-8"?>
<ds:datastoreItem xmlns:ds="http://schemas.openxmlformats.org/officeDocument/2006/customXml" ds:itemID="{B052E437-0E37-4BD0-B658-F410C70F086D}">
  <ds:schemaRefs/>
</ds:datastoreItem>
</file>

<file path=customXml/itemProps21.xml><?xml version="1.0" encoding="utf-8"?>
<ds:datastoreItem xmlns:ds="http://schemas.openxmlformats.org/officeDocument/2006/customXml" ds:itemID="{C5CD5A01-6378-494D-B71B-D23DEC9A120C}">
  <ds:schemaRefs/>
</ds:datastoreItem>
</file>

<file path=customXml/itemProps22.xml><?xml version="1.0" encoding="utf-8"?>
<ds:datastoreItem xmlns:ds="http://schemas.openxmlformats.org/officeDocument/2006/customXml" ds:itemID="{AD853561-0684-44E3-AD44-5FC2461A9BA1}">
  <ds:schemaRefs/>
</ds:datastoreItem>
</file>

<file path=customXml/itemProps23.xml><?xml version="1.0" encoding="utf-8"?>
<ds:datastoreItem xmlns:ds="http://schemas.openxmlformats.org/officeDocument/2006/customXml" ds:itemID="{537D50E1-E116-4E1F-BBA2-BF976DC0D71C}">
  <ds:schemaRefs/>
</ds:datastoreItem>
</file>

<file path=customXml/itemProps24.xml><?xml version="1.0" encoding="utf-8"?>
<ds:datastoreItem xmlns:ds="http://schemas.openxmlformats.org/officeDocument/2006/customXml" ds:itemID="{F31277A9-97EE-4BA1-BCFA-B539C538A774}">
  <ds:schemaRefs/>
</ds:datastoreItem>
</file>

<file path=customXml/itemProps25.xml><?xml version="1.0" encoding="utf-8"?>
<ds:datastoreItem xmlns:ds="http://schemas.openxmlformats.org/officeDocument/2006/customXml" ds:itemID="{6328992E-AE26-492A-B96B-B12F18AF1702}">
  <ds:schemaRefs/>
</ds:datastoreItem>
</file>

<file path=customXml/itemProps26.xml><?xml version="1.0" encoding="utf-8"?>
<ds:datastoreItem xmlns:ds="http://schemas.openxmlformats.org/officeDocument/2006/customXml" ds:itemID="{6851A85B-2F43-457A-A79C-603DD5A77068}">
  <ds:schemaRefs/>
</ds:datastoreItem>
</file>

<file path=customXml/itemProps27.xml><?xml version="1.0" encoding="utf-8"?>
<ds:datastoreItem xmlns:ds="http://schemas.openxmlformats.org/officeDocument/2006/customXml" ds:itemID="{BBAB0D6C-E008-4FE2-8B70-5C5246D8A525}">
  <ds:schemaRefs/>
</ds:datastoreItem>
</file>

<file path=customXml/itemProps28.xml><?xml version="1.0" encoding="utf-8"?>
<ds:datastoreItem xmlns:ds="http://schemas.openxmlformats.org/officeDocument/2006/customXml" ds:itemID="{75EE5595-EB9F-41D4-B2D4-51D62F570062}">
  <ds:schemaRefs/>
</ds:datastoreItem>
</file>

<file path=customXml/itemProps29.xml><?xml version="1.0" encoding="utf-8"?>
<ds:datastoreItem xmlns:ds="http://schemas.openxmlformats.org/officeDocument/2006/customXml" ds:itemID="{61049392-9824-46E8-B53B-071ADFE52D03}">
  <ds:schemaRefs/>
</ds:datastoreItem>
</file>

<file path=customXml/itemProps30.xml><?xml version="1.0" encoding="utf-8"?>
<ds:datastoreItem xmlns:ds="http://schemas.openxmlformats.org/officeDocument/2006/customXml" ds:itemID="{AB6030D5-BCDD-426E-8913-152EAE6D3877}">
  <ds:schemaRefs/>
</ds:datastoreItem>
</file>

<file path=customXml/itemProps31.xml><?xml version="1.0" encoding="utf-8"?>
<ds:datastoreItem xmlns:ds="http://schemas.openxmlformats.org/officeDocument/2006/customXml" ds:itemID="{6B0D700A-B574-468F-8B57-017D5DD2185D}">
  <ds:schemaRefs/>
</ds:datastoreItem>
</file>

<file path=customXml/itemProps32.xml><?xml version="1.0" encoding="utf-8"?>
<ds:datastoreItem xmlns:ds="http://schemas.openxmlformats.org/officeDocument/2006/customXml" ds:itemID="{1DA5F47D-14F9-49C7-BB6D-79A6A719F13C}">
  <ds:schemaRefs/>
</ds:datastoreItem>
</file>

<file path=docProps/app.xml><?xml version="1.0" encoding="utf-8"?>
<Properties xmlns="http://schemas.openxmlformats.org/officeDocument/2006/extended-properties" xmlns:vt="http://schemas.openxmlformats.org/officeDocument/2006/docPropsVTypes">
  <TotalTime>0</TotalTime>
  <Words>5046</Words>
  <Application>Microsoft Macintosh PowerPoint</Application>
  <PresentationFormat>Widescreen</PresentationFormat>
  <Paragraphs>511</Paragraphs>
  <Slides>54</Slides>
  <Notes>2</Notes>
  <HiddenSlides>0</HiddenSlides>
  <MMClips>0</MMClips>
  <ScaleCrop>false</ScaleCrop>
  <HeadingPairs>
    <vt:vector size="6" baseType="variant">
      <vt:variant>
        <vt:lpstr>Benyttede skrifttyper</vt:lpstr>
      </vt:variant>
      <vt:variant>
        <vt:i4>5</vt:i4>
      </vt:variant>
      <vt:variant>
        <vt:lpstr>Tema</vt:lpstr>
      </vt:variant>
      <vt:variant>
        <vt:i4>1</vt:i4>
      </vt:variant>
      <vt:variant>
        <vt:lpstr>Slidetitler</vt:lpstr>
      </vt:variant>
      <vt:variant>
        <vt:i4>54</vt:i4>
      </vt:variant>
    </vt:vector>
  </HeadingPairs>
  <TitlesOfParts>
    <vt:vector size="60" baseType="lpstr">
      <vt:lpstr>Arial</vt:lpstr>
      <vt:lpstr>Consolas</vt:lpstr>
      <vt:lpstr>Helvetica Neue</vt:lpstr>
      <vt:lpstr>Menlo</vt:lpstr>
      <vt:lpstr>Wingdings</vt:lpstr>
      <vt:lpstr>Blank</vt:lpstr>
      <vt:lpstr>PowerPoint-præsentation</vt:lpstr>
      <vt:lpstr>  MongoDB  by Henrik Lange Bendixen</vt:lpstr>
      <vt:lpstr>Agenda</vt:lpstr>
      <vt:lpstr>Goal of todays lecture</vt:lpstr>
      <vt:lpstr>PowerPoint-præsentation</vt:lpstr>
      <vt:lpstr>Introduction to NoSQL Databases</vt:lpstr>
      <vt:lpstr>Overview of NoSQL Database Types</vt:lpstr>
      <vt:lpstr>Key Differences Between NoSQL and Relational Databases</vt:lpstr>
      <vt:lpstr>Key Differences Between NoSQL and Relational Databases</vt:lpstr>
      <vt:lpstr>Key Differences Between NoSQL and Relational Databases</vt:lpstr>
      <vt:lpstr>Considerations for Choosing NoSQL Databases</vt:lpstr>
      <vt:lpstr>Examples of NoSQL Database Applications</vt:lpstr>
      <vt:lpstr>Examples Relational Database Applications</vt:lpstr>
      <vt:lpstr>PowerPoint-præsentation</vt:lpstr>
      <vt:lpstr>Introduction to MongoDB Data Model and Architecture</vt:lpstr>
      <vt:lpstr>Overview of MongoDB and its Features</vt:lpstr>
      <vt:lpstr>MongoDB Data Model Basics</vt:lpstr>
      <vt:lpstr>Overview of BSON and its Advantages</vt:lpstr>
      <vt:lpstr>Installing MongoDB on Windows</vt:lpstr>
      <vt:lpstr>Installing MongoDB on Mac</vt:lpstr>
      <vt:lpstr>Configuring MongoDB</vt:lpstr>
      <vt:lpstr>Using MongoDB from the Command Line</vt:lpstr>
      <vt:lpstr>Using MongoDB from the Command Line</vt:lpstr>
      <vt:lpstr>Using MongoDB Compass</vt:lpstr>
      <vt:lpstr>Using MongoDB Compass with Commands</vt:lpstr>
      <vt:lpstr>Aggregation Pipeline commands</vt:lpstr>
      <vt:lpstr>Aggregation Pipeline commands</vt:lpstr>
      <vt:lpstr>Aggregation Pipeline commands</vt:lpstr>
      <vt:lpstr>PowerPoint-præsentation</vt:lpstr>
      <vt:lpstr>Querying MongoDB using Aggregation Pipeline</vt:lpstr>
      <vt:lpstr>Querying MongoDB using Aggregation Pipeline</vt:lpstr>
      <vt:lpstr>Filtering Data with Aggregation Pipeline</vt:lpstr>
      <vt:lpstr>Sorting Data with Aggregation Pipeline</vt:lpstr>
      <vt:lpstr>Grouping and Aggregating Data with Aggregation Pipeline</vt:lpstr>
      <vt:lpstr>PowerPoint-præsentation</vt:lpstr>
      <vt:lpstr>Improving Query Performance with Indexes</vt:lpstr>
      <vt:lpstr>Creating Indexes</vt:lpstr>
      <vt:lpstr>Managing Indexes</vt:lpstr>
      <vt:lpstr>Overview of Index Types in MongoDB</vt:lpstr>
      <vt:lpstr>Single Field Index</vt:lpstr>
      <vt:lpstr>Compound Index</vt:lpstr>
      <vt:lpstr>Multikey Index</vt:lpstr>
      <vt:lpstr>Text Index</vt:lpstr>
      <vt:lpstr>Geospatial Index</vt:lpstr>
      <vt:lpstr>PowerPoint-præsentation</vt:lpstr>
      <vt:lpstr>MongoDB Security Features</vt:lpstr>
      <vt:lpstr>Authentication and Authorization in MongoDB</vt:lpstr>
      <vt:lpstr>Encryption in MongoDB</vt:lpstr>
      <vt:lpstr>PowerPoint-præsentation</vt:lpstr>
      <vt:lpstr>Connecting to a MongoDB Using Node.js</vt:lpstr>
      <vt:lpstr>Differences in Handling Injection and XSS between Node.js/MongoDB and PHP/MySQL</vt:lpstr>
      <vt:lpstr>PowerPoint-præsentation</vt:lpstr>
      <vt:lpstr>Key Points</vt:lpstr>
      <vt:lpstr>Key Points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2020-09-13T18:31:53Z</dcterms:created>
  <dcterms:modified xsi:type="dcterms:W3CDTF">2024-09-18T14:35:44Z</dcterms:modified>
</cp:coreProperties>
</file>