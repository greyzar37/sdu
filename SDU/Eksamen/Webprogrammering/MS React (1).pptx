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3.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5141" r:id="rId2"/>
    <p:sldMasterId id="2147485184" r:id="rId3"/>
    <p:sldMasterId id="2147485227" r:id="rId4"/>
  </p:sldMasterIdLst>
  <p:notesMasterIdLst>
    <p:notesMasterId r:id="rId39"/>
  </p:notesMasterIdLst>
  <p:sldIdLst>
    <p:sldId id="258" r:id="rId5"/>
    <p:sldId id="260" r:id="rId6"/>
    <p:sldId id="262" r:id="rId7"/>
    <p:sldId id="264" r:id="rId8"/>
    <p:sldId id="272" r:id="rId9"/>
    <p:sldId id="274" r:id="rId10"/>
    <p:sldId id="282" r:id="rId11"/>
    <p:sldId id="286" r:id="rId12"/>
    <p:sldId id="288" r:id="rId13"/>
    <p:sldId id="296" r:id="rId14"/>
    <p:sldId id="300" r:id="rId15"/>
    <p:sldId id="304" r:id="rId16"/>
    <p:sldId id="381" r:id="rId17"/>
    <p:sldId id="312" r:id="rId18"/>
    <p:sldId id="314" r:id="rId19"/>
    <p:sldId id="316" r:id="rId20"/>
    <p:sldId id="382" r:id="rId21"/>
    <p:sldId id="326" r:id="rId22"/>
    <p:sldId id="330" r:id="rId23"/>
    <p:sldId id="332" r:id="rId24"/>
    <p:sldId id="334" r:id="rId25"/>
    <p:sldId id="383" r:id="rId26"/>
    <p:sldId id="350" r:id="rId27"/>
    <p:sldId id="362" r:id="rId28"/>
    <p:sldId id="364" r:id="rId29"/>
    <p:sldId id="366" r:id="rId30"/>
    <p:sldId id="368" r:id="rId31"/>
    <p:sldId id="370" r:id="rId32"/>
    <p:sldId id="372" r:id="rId33"/>
    <p:sldId id="374" r:id="rId34"/>
    <p:sldId id="376" r:id="rId35"/>
    <p:sldId id="378" r:id="rId36"/>
    <p:sldId id="384" r:id="rId37"/>
    <p:sldId id="380" r:id="rId38"/>
  </p:sldIdLst>
  <p:sldSz cx="12192000" cy="6858000"/>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049BE8-D68C-4428-B006-A721E426A9FF}" v="10" dt="2022-02-02T00:11:11.9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38"/>
    <p:restoredTop sz="68906" autoAdjust="0"/>
  </p:normalViewPr>
  <p:slideViewPr>
    <p:cSldViewPr>
      <p:cViewPr varScale="1">
        <p:scale>
          <a:sx n="115" d="100"/>
          <a:sy n="115" d="100"/>
        </p:scale>
        <p:origin x="1792" y="184"/>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Tim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F51D46-FFAD-4DCF-8910-CA24493D01C0}" type="datetimeFigureOut">
              <a:t>26.02.2024</a:t>
            </a:fld>
            <a:endParaRPr/>
          </a:p>
        </p:txBody>
      </p:sp>
      <p:sp>
        <p:nvSpPr>
          <p:cNvPr id="4" name="SlideImage 3"/>
          <p:cNvSpPr>
            <a:spLocks noGrp="1" noRot="1" noChangeAspect="1"/>
          </p:cNvSpPr>
          <p:nvPr>
            <p:ph type="sldImg" idx="2"/>
          </p:nvPr>
        </p:nvSpPr>
        <p:spPr>
          <a:xfrm>
            <a:off x="1371600" y="1143000"/>
            <a:ext cx="4114800" cy="3086100"/>
          </a:xfrm>
          <a:prstGeom prst="rect">
            <a:avLst/>
          </a:prstGeom>
          <a:noFill/>
          <a:ln w="12700">
            <a:solidFill>
              <a:prstClr val="black"/>
            </a:solidFill>
          </a:ln>
        </p:spPr>
      </p:sp>
      <p:sp>
        <p:nvSpPr>
          <p:cNvPr id="5" name="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sz="1200"/>
            </a:defPPr>
          </a:lstStyle>
          <a:p>
            <a:r>
              <a:t>First Level</a:t>
            </a:r>
          </a:p>
          <a:p>
            <a:pPr lvl="1"/>
            <a:r>
              <a:t>Second Level</a:t>
            </a:r>
          </a:p>
          <a:p>
            <a:pPr lvl="2"/>
            <a:r>
              <a:t>Third level</a:t>
            </a:r>
          </a:p>
          <a:p>
            <a:pPr lvl="3"/>
            <a:r>
              <a:t>Fourth level</a:t>
            </a:r>
          </a:p>
          <a:p>
            <a:pPr lvl="4"/>
            <a:r>
              <a:t>Fifth level</a:t>
            </a:r>
          </a:p>
        </p:txBody>
      </p:sp>
      <p:sp>
        <p:nvSpPr>
          <p:cNvPr id="6" name="Foo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Numb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485F16-E851-4AD5-B8EC-1E58EAE4947F}" type="slidenum">
              <a:rPr smtClean="0"/>
              <a:t>‹nr.›</a:t>
            </a:fld>
            <a:endParaRP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Model%E2%80%93view%E2%80%93controller"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ebpack.js.org/?azure-portal=true"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www.snowpack.dev/?azure-portal=true" TargetMode="External"/><Relationship Id="rId4" Type="http://schemas.openxmlformats.org/officeDocument/2006/relationships/hyperlink" Target="https://parceljs.org/?azure-portal=true"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microsoft.com/en-us/learn/modules/react-get-started/3-clone-starter"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microsoft.com/en-us/learn/modules/react-get-started/4-hello-world-test"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ocs.microsoft.com/en-us/learn/modules/react-get-started/5-create-first-component"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microsoft.com/en-us/learn/modules/react-get-started/6-dynamic-data-exercise"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ocs.microsoft.com/en-us/learn/modules/react-get-started/7-add-style"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Link to published module on Learn: https://docs.microsoft.com/en-us/learn/modules/learn-pr/language/react-get-started/ </a:t>
            </a:r>
          </a:p>
        </p:txBody>
      </p:sp>
      <p:sp>
        <p:nvSpPr>
          <p:cNvPr id="4" name="Slide Number Placeholder 3"/>
          <p:cNvSpPr>
            <a:spLocks noGrp="1"/>
          </p:cNvSpPr>
          <p:nvPr>
            <p:ph type="sldNum" sz="quarter" idx="10"/>
          </p:nvPr>
        </p:nvSpPr>
        <p:spPr/>
        <p:txBody>
          <a:bodyPr/>
          <a:lstStyle/>
          <a:p>
            <a:fld id="{6101C5E1-D8E9-464D-A93E-CE21651935A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t>React is an open-source framework to create user interfaces. It's most famous for creating web applications. But React can be used to create mobile or desktop applications through React Native. React focuses on the </a:t>
            </a:r>
            <a:r>
              <a:rPr i="1"/>
              <a:t>View</a:t>
            </a:r>
            <a:r>
              <a:t> in </a:t>
            </a:r>
            <a:r>
              <a:rPr>
                <a:hlinkClick r:id="rId3"/>
              </a:rPr>
              <a:t>Model-View-Controller</a:t>
            </a:r>
            <a:r>
              <a:t>. So you can use other libraries for routing, state management, and accessing APIs.</a:t>
            </a:r>
          </a:p>
          <a:p>
            <a:endParaRPr/>
          </a:p>
          <a:p>
            <a:pPr>
              <a:spcBef>
                <a:spcPct val="43750"/>
              </a:spcBef>
              <a:spcAft>
                <a:spcPct val="43750"/>
              </a:spcAft>
            </a:pPr>
            <a:r>
              <a:t>This module explores the core concepts of React. It introduces </a:t>
            </a:r>
            <a:r>
              <a:rPr i="1"/>
              <a:t>JavaScript XML</a:t>
            </a:r>
            <a:r>
              <a:t> (JSX), components, and displaying data.</a:t>
            </a:r>
          </a:p>
        </p:txBody>
      </p:sp>
      <p:sp>
        <p:nvSpPr>
          <p:cNvPr id="4" name="Slide Number Placeholder 3"/>
          <p:cNvSpPr>
            <a:spLocks noGrp="1"/>
          </p:cNvSpPr>
          <p:nvPr>
            <p:ph type="sldNum" sz="quarter" idx="10"/>
          </p:nvPr>
        </p:nvSpPr>
        <p:spPr/>
        <p:txBody>
          <a:bodyPr/>
          <a:lstStyle/>
          <a:p>
            <a:fld id="{6101C5E1-D8E9-464D-A93E-CE21651935A7}"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fontScale="97500"/>
          </a:bodyPr>
          <a:lstStyle/>
          <a:p>
            <a:pPr>
              <a:spcBef>
                <a:spcPct val="43750"/>
              </a:spcBef>
              <a:spcAft>
                <a:spcPct val="43750"/>
              </a:spcAft>
            </a:pPr>
            <a:r>
              <a:rPr dirty="0"/>
              <a:t>React uses a special syntax known as JavaScript XML (JSX). JSX allows you to integrate both HTML (or custom components you might create) and JavaScript into a single file or even single line of code. By using JSX, you can rely on JavaScript syntax for logic. Visual Studio Code provides IntelliSense for JSX files, so it's a useful tool when you're working with React.</a:t>
            </a:r>
          </a:p>
          <a:p>
            <a:endParaRPr dirty="0"/>
          </a:p>
          <a:p>
            <a:pPr>
              <a:spcBef>
                <a:spcPct val="43750"/>
              </a:spcBef>
              <a:spcAft>
                <a:spcPct val="43750"/>
              </a:spcAft>
            </a:pPr>
            <a:r>
              <a:rPr dirty="0"/>
              <a:t>[!NOTE] JSX relies on Extensible Markup Language (XML). XML's syntax is similar to HTML. In many instances you might not notice a difference. However, XML places a couple of important restrictions on your syntax</a:t>
            </a:r>
            <a:r>
              <a:rPr lang="en-US" dirty="0"/>
              <a:t>, as noted on the slide</a:t>
            </a:r>
          </a:p>
          <a:p>
            <a:pPr>
              <a:spcBef>
                <a:spcPct val="43750"/>
              </a:spcBef>
              <a:spcAft>
                <a:spcPct val="43750"/>
              </a:spcAft>
            </a:pPr>
            <a:endParaRPr lang="en-US" dirty="0"/>
          </a:p>
          <a:p>
            <a:pPr>
              <a:spcBef>
                <a:spcPct val="43750"/>
              </a:spcBef>
              <a:spcAft>
                <a:spcPct val="43750"/>
              </a:spcAft>
            </a:pPr>
            <a:r>
              <a:rPr lang="en-US" dirty="0"/>
              <a:t>Browsers don't natively support JSX. So JavaScript and HTML must be generated from the JSX files to be rendered by a browser. Several bundlers and other tools can perform the necessary tasks. These tools include </a:t>
            </a:r>
            <a:r>
              <a:rPr lang="en-US" dirty="0">
                <a:hlinkClick r:id="rId3"/>
              </a:rPr>
              <a:t>Webpack</a:t>
            </a:r>
            <a:r>
              <a:rPr lang="en-US" dirty="0"/>
              <a:t>, </a:t>
            </a:r>
            <a:r>
              <a:rPr lang="en-US" dirty="0">
                <a:hlinkClick r:id="rId4"/>
              </a:rPr>
              <a:t>Parcel</a:t>
            </a:r>
            <a:r>
              <a:rPr lang="en-US" dirty="0"/>
              <a:t>, and </a:t>
            </a:r>
            <a:r>
              <a:rPr lang="en-US" dirty="0">
                <a:hlinkClick r:id="rId5"/>
              </a:rPr>
              <a:t>Snowpack</a:t>
            </a:r>
            <a:r>
              <a:rPr lang="en-US" dirty="0"/>
              <a:t>. We'll use Snowpack because it doesn't require code or extra scripting.</a:t>
            </a:r>
          </a:p>
          <a:p>
            <a:pPr lvl="1">
              <a:spcBef>
                <a:spcPct val="43750"/>
              </a:spcBef>
              <a:spcAft>
                <a:spcPct val="43750"/>
              </a:spcAft>
            </a:pPr>
            <a:endParaRPr lang="en-US" dirty="0"/>
          </a:p>
        </p:txBody>
      </p:sp>
      <p:sp>
        <p:nvSpPr>
          <p:cNvPr id="4" name="Slide Number Placeholder 3"/>
          <p:cNvSpPr>
            <a:spLocks noGrp="1"/>
          </p:cNvSpPr>
          <p:nvPr>
            <p:ph type="sldNum" sz="quarter" idx="10"/>
          </p:nvPr>
        </p:nvSpPr>
        <p:spPr/>
        <p:txBody>
          <a:bodyPr/>
          <a:lstStyle/>
          <a:p>
            <a:fld id="{6101C5E1-D8E9-464D-A93E-CE21651935A7}"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rPr dirty="0"/>
              <a:t>React development is based on components. Components are self-contained units of both display and work. They can be reused in your application. Use them to logically break down your application into smaller chunks (or components).</a:t>
            </a:r>
            <a:endParaRPr lang="en-US" dirty="0"/>
          </a:p>
          <a:p>
            <a:pPr>
              <a:spcBef>
                <a:spcPct val="43750"/>
              </a:spcBef>
              <a:spcAft>
                <a:spcPct val="43750"/>
              </a:spcAft>
            </a:pPr>
            <a:endParaRPr lang="en-US" dirty="0"/>
          </a:p>
          <a:p>
            <a:pPr>
              <a:spcBef>
                <a:spcPct val="43750"/>
              </a:spcBef>
              <a:spcAft>
                <a:spcPct val="43750"/>
              </a:spcAft>
            </a:pPr>
            <a:r>
              <a:rPr lang="en-US" dirty="0"/>
              <a:t>The slide shows a sample using a component for a cart (</a:t>
            </a:r>
            <a:r>
              <a:rPr lang="en-US" dirty="0" err="1"/>
              <a:t>Cart.jsx</a:t>
            </a:r>
            <a:r>
              <a:rPr lang="en-US" dirty="0"/>
              <a:t>), one for a list of products (</a:t>
            </a:r>
            <a:r>
              <a:rPr lang="en-US" dirty="0" err="1"/>
              <a:t>ProductList.jsx</a:t>
            </a:r>
            <a:r>
              <a:rPr lang="en-US" dirty="0"/>
              <a:t>), and each product is an instance of a product component (</a:t>
            </a:r>
            <a:r>
              <a:rPr lang="en-US" dirty="0" err="1"/>
              <a:t>Product.jsx</a:t>
            </a:r>
            <a:r>
              <a:rPr lang="en-US" dirty="0"/>
              <a:t>)</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Attendees will walk through the steps at </a:t>
            </a:r>
            <a:r>
              <a:rPr lang="en-US" dirty="0">
                <a:hlinkClick r:id="rId3"/>
              </a:rPr>
              <a:t>Create a starter project - Learn | Microsoft Docs</a:t>
            </a:r>
            <a:endParaRPr lang="en-US" dirty="0"/>
          </a:p>
          <a:p>
            <a:r>
              <a:rPr lang="en-US" dirty="0"/>
              <a:t>Have the attendees look through the provided project structure</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rPr lang="en-US" dirty="0"/>
              <a:t>Highlight the div element, which will be replaced by the React app. Also note the reference to </a:t>
            </a:r>
            <a:r>
              <a:rPr lang="en-US" b="1" dirty="0"/>
              <a:t>index.js</a:t>
            </a:r>
            <a:r>
              <a:rPr lang="en-US" b="0" dirty="0"/>
              <a:t>, NOT </a:t>
            </a:r>
            <a:r>
              <a:rPr lang="en-US" b="1" dirty="0" err="1"/>
              <a:t>index.jsx</a:t>
            </a:r>
            <a:r>
              <a:rPr lang="en-US" b="0" dirty="0"/>
              <a:t>. This is because the HTML file will reference the JavaScript file, not the JSX file. The JavaScript file will be created during the build process</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rPr lang="en-US" dirty="0"/>
              <a:t>Notice </a:t>
            </a:r>
            <a:r>
              <a:rPr lang="en-US" b="1" dirty="0" err="1"/>
              <a:t>index.jsx</a:t>
            </a:r>
            <a:r>
              <a:rPr lang="en-US" b="0" dirty="0"/>
              <a:t>. Highlight the </a:t>
            </a:r>
            <a:r>
              <a:rPr lang="en-US" b="1" dirty="0"/>
              <a:t>render</a:t>
            </a:r>
            <a:r>
              <a:rPr lang="en-US" b="0" dirty="0"/>
              <a:t> function. Notice the first parameter is just HTML of </a:t>
            </a:r>
            <a:r>
              <a:rPr lang="en-US" b="1" dirty="0">
                <a:latin typeface="Consolas" panose="020B0609020204030204" pitchFamily="49" charset="0"/>
              </a:rPr>
              <a:t>&lt;h1&gt;Hello, world!&lt;/h1&gt;</a:t>
            </a:r>
            <a:r>
              <a:rPr lang="en-US" b="0" dirty="0"/>
              <a:t>. This is JSX in action. The second parameter is accesses the element with the ID of </a:t>
            </a:r>
            <a:r>
              <a:rPr lang="en-US" b="1" dirty="0"/>
              <a:t>app</a:t>
            </a:r>
            <a:r>
              <a:rPr lang="en-US" b="0" dirty="0"/>
              <a:t>, which is our </a:t>
            </a:r>
            <a:r>
              <a:rPr lang="en-US" b="1" dirty="0"/>
              <a:t>div</a:t>
            </a:r>
            <a:r>
              <a:rPr lang="en-US" b="0" dirty="0"/>
              <a:t> element.</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Have the attendees walk through the steps at: </a:t>
            </a:r>
            <a:r>
              <a:rPr lang="en-US" dirty="0">
                <a:hlinkClick r:id="rId3"/>
              </a:rPr>
              <a:t>Hello, world! - Learn | Microsoft Docs</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13</a:t>
            </a:fld>
            <a:endParaRPr lang="en-US"/>
          </a:p>
        </p:txBody>
      </p:sp>
    </p:spTree>
    <p:extLst>
      <p:ext uri="{BB962C8B-B14F-4D97-AF65-F5344CB8AC3E}">
        <p14:creationId xmlns:p14="http://schemas.microsoft.com/office/powerpoint/2010/main" val="1327023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t>React development is based on </a:t>
            </a:r>
            <a:r>
              <a:rPr i="1"/>
              <a:t>components</a:t>
            </a:r>
            <a:r>
              <a:t>. These self-contained units are designed for reuse and modularity. React projects typically contain many components.</a:t>
            </a:r>
          </a:p>
          <a:p>
            <a:endParaRPr/>
          </a:p>
          <a:p>
            <a:pPr>
              <a:spcBef>
                <a:spcPct val="43750"/>
              </a:spcBef>
              <a:spcAft>
                <a:spcPct val="43750"/>
              </a:spcAft>
            </a:pPr>
            <a:r>
              <a:t>A component can be either a function or a class. Most React developers prefer to create components by using functions, so we'll focus on this style.</a:t>
            </a:r>
          </a:p>
          <a:p>
            <a:endParaRPr/>
          </a:p>
          <a:p>
            <a:pPr>
              <a:spcBef>
                <a:spcPct val="43750"/>
              </a:spcBef>
              <a:spcAft>
                <a:spcPct val="43750"/>
              </a:spcAft>
            </a:pPr>
            <a:r>
              <a:t>Applications generally have one core component, commonly called an App. The App acts as the root of the application. We'll start by creating our App component.</a:t>
            </a:r>
          </a:p>
        </p:txBody>
      </p:sp>
      <p:sp>
        <p:nvSpPr>
          <p:cNvPr id="4" name="Slide Number Placeholder 3"/>
          <p:cNvSpPr>
            <a:spLocks noGrp="1"/>
          </p:cNvSpPr>
          <p:nvPr>
            <p:ph type="sldNum" sz="quarter" idx="10"/>
          </p:nvPr>
        </p:nvSpPr>
        <p:spPr/>
        <p:txBody>
          <a:bodyPr/>
          <a:lstStyle/>
          <a:p>
            <a:fld id="{6101C5E1-D8E9-464D-A93E-CE21651935A7}" type="slidenum">
              <a:rPr lang="en-US" smtClean="0"/>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rPr lang="en-US" dirty="0"/>
              <a:t>Walk through the JSX provided on this slide</a:t>
            </a:r>
          </a:p>
          <a:p>
            <a:pPr marL="171450" indent="-171450">
              <a:spcBef>
                <a:spcPct val="43750"/>
              </a:spcBef>
              <a:spcAft>
                <a:spcPct val="43750"/>
              </a:spcAft>
              <a:buFontTx/>
              <a:buChar char="-"/>
            </a:pPr>
            <a:r>
              <a:rPr lang="en-US" dirty="0"/>
              <a:t>Note the function named App. This will generate the HTML to display</a:t>
            </a:r>
          </a:p>
          <a:p>
            <a:pPr marL="171450" indent="-171450">
              <a:spcBef>
                <a:spcPct val="43750"/>
              </a:spcBef>
              <a:spcAft>
                <a:spcPct val="43750"/>
              </a:spcAft>
              <a:buFontTx/>
              <a:buChar char="-"/>
            </a:pPr>
            <a:r>
              <a:rPr lang="en-US" dirty="0"/>
              <a:t>Note the </a:t>
            </a:r>
            <a:r>
              <a:rPr lang="en-US" b="1" dirty="0"/>
              <a:t>return</a:t>
            </a:r>
            <a:r>
              <a:rPr lang="en-US" b="0" dirty="0"/>
              <a:t> call with the HTML inside the parenthesis. This is JSX in action. Also note how everything is contained inside the </a:t>
            </a:r>
            <a:r>
              <a:rPr lang="en-US" b="1" dirty="0"/>
              <a:t>article</a:t>
            </a:r>
            <a:r>
              <a:rPr lang="en-US" b="0" dirty="0"/>
              <a:t> element. While this isn't required, we will be adding elements to this later, so we wanted a root element.</a:t>
            </a:r>
          </a:p>
          <a:p>
            <a:pPr marL="171450" indent="-171450">
              <a:spcBef>
                <a:spcPct val="43750"/>
              </a:spcBef>
              <a:spcAft>
                <a:spcPct val="43750"/>
              </a:spcAft>
              <a:buFontTx/>
              <a:buChar char="-"/>
            </a:pPr>
            <a:r>
              <a:rPr lang="en-US" b="0" dirty="0"/>
              <a:t>Note the </a:t>
            </a:r>
            <a:r>
              <a:rPr lang="en-US" b="1" dirty="0"/>
              <a:t>export default App</a:t>
            </a:r>
            <a:r>
              <a:rPr lang="en-US" b="0" dirty="0"/>
              <a:t> at the bottom. This returns the component, which allows it to be imported like a normal JavaScript module.</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The attendees will walk through </a:t>
            </a:r>
            <a:r>
              <a:rPr lang="en-US" dirty="0">
                <a:hlinkClick r:id="rId3"/>
              </a:rPr>
              <a:t>Create your first component - Learn | Microsoft Docs</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17</a:t>
            </a:fld>
            <a:endParaRPr lang="en-US"/>
          </a:p>
        </p:txBody>
      </p:sp>
    </p:spTree>
    <p:extLst>
      <p:ext uri="{BB962C8B-B14F-4D97-AF65-F5344CB8AC3E}">
        <p14:creationId xmlns:p14="http://schemas.microsoft.com/office/powerpoint/2010/main" val="1892831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t>To display dynamic data inside a component, use the syntax { }, sometimes called </a:t>
            </a:r>
            <a:r>
              <a:rPr i="1"/>
              <a:t>handlebars</a:t>
            </a:r>
            <a:r>
              <a:t>. This style of syntax is relatively common in HTML templating tools. Use these handlebars to effectively switch to JavaScript mode and run almost any valid JavaScript.</a:t>
            </a:r>
          </a:p>
          <a:p>
            <a:endParaRPr/>
          </a:p>
          <a:p>
            <a:pPr>
              <a:spcBef>
                <a:spcPct val="43750"/>
              </a:spcBef>
              <a:spcAft>
                <a:spcPct val="43750"/>
              </a:spcAft>
            </a:pPr>
            <a:r>
              <a:t>For example, to display the current time, you could use the following code:</a:t>
            </a:r>
          </a:p>
          <a:p>
            <a:endParaRPr/>
          </a:p>
          <a:p>
            <a:r>
              <a:t>&lt;div&gt;{ Date.now() }&lt;/div&gt; </a:t>
            </a:r>
          </a:p>
        </p:txBody>
      </p:sp>
      <p:sp>
        <p:nvSpPr>
          <p:cNvPr id="4" name="Slide Number Placeholder 3"/>
          <p:cNvSpPr>
            <a:spLocks noGrp="1"/>
          </p:cNvSpPr>
          <p:nvPr>
            <p:ph type="sldNum" sz="quarter" idx="10"/>
          </p:nvPr>
        </p:nvSpPr>
        <p:spPr/>
        <p:txBody>
          <a:bodyPr/>
          <a:lstStyle/>
          <a:p>
            <a:fld id="{6101C5E1-D8E9-464D-A93E-CE21651935A7}" type="slidenum">
              <a:rPr lang="en-US" smtClean="0"/>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rPr lang="en-US" dirty="0"/>
              <a:t>Walk through the JSX to create the component. Highlight the constant of </a:t>
            </a:r>
            <a:r>
              <a:rPr lang="en-US" b="1" dirty="0"/>
              <a:t>title</a:t>
            </a:r>
            <a:r>
              <a:rPr lang="en-US" b="0" dirty="0"/>
              <a:t>. Then note the </a:t>
            </a:r>
            <a:r>
              <a:rPr lang="en-US" b="1" dirty="0"/>
              <a:t>{ title }</a:t>
            </a:r>
            <a:r>
              <a:rPr lang="en-US" b="0" dirty="0"/>
              <a:t>, which will display the value</a:t>
            </a:r>
            <a:endParaRPr b="0" dirty="0"/>
          </a:p>
        </p:txBody>
      </p:sp>
      <p:sp>
        <p:nvSpPr>
          <p:cNvPr id="4" name="Slide Number Placeholder 3"/>
          <p:cNvSpPr>
            <a:spLocks noGrp="1"/>
          </p:cNvSpPr>
          <p:nvPr>
            <p:ph type="sldNum" sz="quarter" idx="10"/>
          </p:nvPr>
        </p:nvSpPr>
        <p:spPr/>
        <p:txBody>
          <a:bodyPr/>
          <a:lstStyle/>
          <a:p>
            <a:fld id="{6101C5E1-D8E9-464D-A93E-CE21651935A7}" type="slidenum">
              <a:rPr lang="en-US" smtClean="0"/>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pPr>
              <a:spcBef>
                <a:spcPct val="43750"/>
              </a:spcBef>
              <a:spcAft>
                <a:spcPct val="43750"/>
              </a:spcAft>
            </a:pPr>
            <a:r>
              <a:t>Notice that we create a constant named title. We then use the handlebar syntax { } to tell React we want to display the value of title inside the &lt;h2&gt; element. This feature of JSX allows us to mix JavaScript and HTML.</a:t>
            </a:r>
          </a:p>
        </p:txBody>
      </p:sp>
      <p:sp>
        <p:nvSpPr>
          <p:cNvPr id="4" name="Slide Number Placeholder 3"/>
          <p:cNvSpPr>
            <a:spLocks noGrp="1"/>
          </p:cNvSpPr>
          <p:nvPr>
            <p:ph type="sldNum" sz="quarter" idx="10"/>
          </p:nvPr>
        </p:nvSpPr>
        <p:spPr/>
        <p:txBody>
          <a:bodyPr/>
          <a:lstStyle/>
          <a:p>
            <a:fld id="{6101C5E1-D8E9-464D-A93E-CE21651935A7}" type="slidenum">
              <a:rPr lang="en-US" smtClean="0"/>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Have the attendees create the </a:t>
            </a:r>
            <a:r>
              <a:rPr lang="en-US" dirty="0" err="1"/>
              <a:t>RecipeTitle</a:t>
            </a:r>
            <a:r>
              <a:rPr lang="en-US" dirty="0"/>
              <a:t> component by walking through the exercise: </a:t>
            </a:r>
            <a:r>
              <a:rPr lang="en-US" dirty="0">
                <a:hlinkClick r:id="rId3"/>
              </a:rPr>
              <a:t>Display dynamic data - Learn | Microsoft Docs</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22</a:t>
            </a:fld>
            <a:endParaRPr lang="en-US"/>
          </a:p>
        </p:txBody>
      </p:sp>
    </p:spTree>
    <p:extLst>
      <p:ext uri="{BB962C8B-B14F-4D97-AF65-F5344CB8AC3E}">
        <p14:creationId xmlns:p14="http://schemas.microsoft.com/office/powerpoint/2010/main" val="1207193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rPr lang="en-US" dirty="0"/>
              <a:t>Have the attendees add style to their component by walking through the exercise: </a:t>
            </a:r>
            <a:r>
              <a:rPr lang="en-US" dirty="0">
                <a:hlinkClick r:id="rId3"/>
              </a:rPr>
              <a:t>Add style - Learn | Microsoft Docs</a:t>
            </a:r>
            <a:endParaRPr dirty="0"/>
          </a:p>
        </p:txBody>
      </p:sp>
      <p:sp>
        <p:nvSpPr>
          <p:cNvPr id="4" name="Slide Number Placeholder 3"/>
          <p:cNvSpPr>
            <a:spLocks noGrp="1"/>
          </p:cNvSpPr>
          <p:nvPr>
            <p:ph type="sldNum" sz="quarter" idx="10"/>
          </p:nvPr>
        </p:nvSpPr>
        <p:spPr/>
        <p:txBody>
          <a:bodyPr/>
          <a:lstStyle/>
          <a:p>
            <a:fld id="{6101C5E1-D8E9-464D-A93E-CE21651935A7}" type="slidenum">
              <a:rPr lang="en-US" smtClean="0"/>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Explanation: Correct. JSX is a blend of JavaScript and XML.</a:t>
            </a:r>
          </a:p>
        </p:txBody>
      </p:sp>
      <p:sp>
        <p:nvSpPr>
          <p:cNvPr id="4" name="Slide Number Placeholder 3"/>
          <p:cNvSpPr>
            <a:spLocks noGrp="1"/>
          </p:cNvSpPr>
          <p:nvPr>
            <p:ph type="sldNum" sz="quarter" idx="10"/>
          </p:nvPr>
        </p:nvSpPr>
        <p:spPr/>
        <p:txBody>
          <a:bodyPr/>
          <a:lstStyle/>
          <a:p>
            <a:fld id="{6101C5E1-D8E9-464D-A93E-CE21651935A7}" type="slidenum">
              <a:rPr lang="en-US" smtClean="0"/>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Explanation: Correct. JSX is a blend of JavaScript and XML.</a:t>
            </a:r>
          </a:p>
        </p:txBody>
      </p:sp>
      <p:sp>
        <p:nvSpPr>
          <p:cNvPr id="4" name="Slide Number Placeholder 3"/>
          <p:cNvSpPr>
            <a:spLocks noGrp="1"/>
          </p:cNvSpPr>
          <p:nvPr>
            <p:ph type="sldNum" sz="quarter" idx="10"/>
          </p:nvPr>
        </p:nvSpPr>
        <p:spPr/>
        <p:txBody>
          <a:bodyPr/>
          <a:lstStyle/>
          <a:p>
            <a:fld id="{6101C5E1-D8E9-464D-A93E-CE21651935A7}" type="slidenum">
              <a:rPr lang="en-US" smtClean="0"/>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Explanation: Correct. JSX allows you to combine logic and HTML. It's the preferred method for creating React components and applications.</a:t>
            </a:r>
          </a:p>
        </p:txBody>
      </p:sp>
      <p:sp>
        <p:nvSpPr>
          <p:cNvPr id="4" name="Slide Number Placeholder 3"/>
          <p:cNvSpPr>
            <a:spLocks noGrp="1"/>
          </p:cNvSpPr>
          <p:nvPr>
            <p:ph type="sldNum" sz="quarter" idx="10"/>
          </p:nvPr>
        </p:nvSpPr>
        <p:spPr/>
        <p:txBody>
          <a:bodyPr/>
          <a:lstStyle/>
          <a:p>
            <a:fld id="{6101C5E1-D8E9-464D-A93E-CE21651935A7}" type="slidenum">
              <a:rPr lang="en-US" smtClean="0"/>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Explanation: Correct. JSX allows you to combine logic and HTML. It's the preferred method for creating React components and applications.</a:t>
            </a:r>
          </a:p>
        </p:txBody>
      </p:sp>
      <p:sp>
        <p:nvSpPr>
          <p:cNvPr id="4" name="Slide Number Placeholder 3"/>
          <p:cNvSpPr>
            <a:spLocks noGrp="1"/>
          </p:cNvSpPr>
          <p:nvPr>
            <p:ph type="sldNum" sz="quarter" idx="10"/>
          </p:nvPr>
        </p:nvSpPr>
        <p:spPr/>
        <p:txBody>
          <a:bodyPr/>
          <a:lstStyle/>
          <a:p>
            <a:fld id="{6101C5E1-D8E9-464D-A93E-CE21651935A7}" type="slidenum">
              <a:rPr lang="en-US" smtClean="0"/>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Explanation: Correct. Bundlers convert JSX and other file types into JavaScript code that the browser can read.</a:t>
            </a:r>
          </a:p>
        </p:txBody>
      </p:sp>
      <p:sp>
        <p:nvSpPr>
          <p:cNvPr id="4" name="Slide Number Placeholder 3"/>
          <p:cNvSpPr>
            <a:spLocks noGrp="1"/>
          </p:cNvSpPr>
          <p:nvPr>
            <p:ph type="sldNum" sz="quarter" idx="10"/>
          </p:nvPr>
        </p:nvSpPr>
        <p:spPr/>
        <p:txBody>
          <a:bodyPr/>
          <a:lstStyle/>
          <a:p>
            <a:fld id="{6101C5E1-D8E9-464D-A93E-CE21651935A7}" type="slidenum">
              <a:rPr lang="en-US" smtClean="0"/>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r>
              <a:t>Explanation: Correct. Bundlers convert JSX and other file types into JavaScript code that the browser can read.</a:t>
            </a:r>
          </a:p>
        </p:txBody>
      </p:sp>
      <p:sp>
        <p:nvSpPr>
          <p:cNvPr id="4" name="Slide Number Placeholder 3"/>
          <p:cNvSpPr>
            <a:spLocks noGrp="1"/>
          </p:cNvSpPr>
          <p:nvPr>
            <p:ph type="sldNum" sz="quarter" idx="10"/>
          </p:nvPr>
        </p:nvSpPr>
        <p:spPr/>
        <p:txBody>
          <a:bodyPr/>
          <a:lstStyle/>
          <a:p>
            <a:fld id="{6101C5E1-D8E9-464D-A93E-CE21651935A7}" type="slidenum">
              <a:rPr lang="en-US" smtClean="0"/>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a:bodyPr>
          <a:lstStyle/>
          <a:p>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fontScale="97500" lnSpcReduction="10000"/>
          </a:bodyPr>
          <a:lstStyle/>
          <a:p>
            <a:pPr>
              <a:spcBef>
                <a:spcPct val="43750"/>
              </a:spcBef>
              <a:spcAft>
                <a:spcPct val="43750"/>
              </a:spcAft>
            </a:pPr>
            <a:r>
              <a:t>React is the most popular front-end JavaScript framework. You can use it to create both browser-based and locally installed applications. React introduces a new syntax called </a:t>
            </a:r>
            <a:r>
              <a:rPr i="1"/>
              <a:t>JSX</a:t>
            </a:r>
            <a:r>
              <a:t> to control the user interface.</a:t>
            </a:r>
          </a:p>
          <a:p>
            <a:endParaRPr/>
          </a:p>
          <a:p>
            <a:pPr>
              <a:spcBef>
                <a:spcPct val="43750"/>
              </a:spcBef>
              <a:spcAft>
                <a:spcPct val="43750"/>
              </a:spcAft>
            </a:pPr>
            <a:r>
              <a:t>We started this module by exploring the core concepts of React. We saw how React can help you create web applications. We explored the installation options and how to use a bundler to manage our JSX files. After creating our first project and components, we ran the code locally. We also mentioned other types of applications that React can help you create.</a:t>
            </a:r>
          </a:p>
          <a:p>
            <a:endParaRPr/>
          </a:p>
          <a:p>
            <a:pPr>
              <a:spcBef>
                <a:spcPct val="43750"/>
              </a:spcBef>
              <a:spcAft>
                <a:spcPct val="43750"/>
              </a:spcAft>
            </a:pPr>
            <a:r>
              <a:t>You learned how to:</a:t>
            </a:r>
          </a:p>
          <a:p>
            <a:endParaRPr/>
          </a:p>
          <a:p>
            <a:r>
              <a:t>Understand the core concepts of React.</a:t>
            </a:r>
          </a:p>
          <a:p>
            <a:endParaRPr/>
          </a:p>
          <a:p>
            <a:r>
              <a:t>Create a React application.</a:t>
            </a:r>
          </a:p>
          <a:p>
            <a:endParaRPr/>
          </a:p>
          <a:p>
            <a:r>
              <a:t>Create a component.</a:t>
            </a:r>
          </a:p>
        </p:txBody>
      </p:sp>
      <p:sp>
        <p:nvSpPr>
          <p:cNvPr id="4" name="Slide Number Placeholder 3"/>
          <p:cNvSpPr>
            <a:spLocks noGrp="1"/>
          </p:cNvSpPr>
          <p:nvPr>
            <p:ph type="sldNum" sz="quarter" idx="10"/>
          </p:nvPr>
        </p:nvSpPr>
        <p:spPr/>
        <p:txBody>
          <a:bodyPr/>
          <a:lstStyle/>
          <a:p>
            <a:fld id="{6101C5E1-D8E9-464D-A93E-CE21651935A7}" type="slidenum">
              <a:rPr lang="en-US" smtClean="0"/>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emf"/><Relationship Id="rId1" Type="http://schemas.openxmlformats.org/officeDocument/2006/relationships/slideMaster" Target="../slideMasters/slideMaster2.xml"/><Relationship Id="rId4" Type="http://schemas.openxmlformats.org/officeDocument/2006/relationships/image" Target="../media/image10.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emf"/></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6.emf"/></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964590B9-890F-40FA-949A-127DDF451AE8}" type="datetimeFigureOut">
              <a:rPr lang="en-US" smtClean="0"/>
              <a:t>2/26/24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E147AEAA-2E36-4C3E-93C3-6E0891A4EED9}" type="datetimeFigureOut">
              <a:rPr lang="en-US" smtClean="0"/>
              <a:t>2/26/24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91A11B6A-7AE0-4E86-95BD-5EDA20F5E73F}" type="datetimeFigureOut">
              <a:rPr lang="en-US" smtClean="0"/>
              <a:t>2/26/24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C4020FFF-8EE8-4E26-B66E-69EAA527BE16}" type="datetimeFigureOut">
              <a:rPr lang="en-US" smtClean="0"/>
              <a:t>2/26/24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B0AAB81F-DA15-4E29-8B85-90F258435258}" type="datetimeFigureOut">
              <a:rPr lang="en-US" smtClean="0"/>
              <a:t>2/26/24</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21C989B4-4024-4234-AA2F-CD2C298F48B8}" type="datetimeFigureOut">
              <a:rPr lang="en-US" smtClean="0"/>
              <a:t>2/26/24</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CB73B3BC-E5A0-4E73-894B-85387EC7C0F4}" type="datetimeFigureOut">
              <a:rPr lang="en-US" smtClean="0"/>
              <a:t>2/26/24</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1512F5D0-20F4-4F46-B88C-12A4FFA0FA53}" type="datetimeFigureOut">
              <a:rPr lang="en-US" smtClean="0"/>
              <a:t>2/26/24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C0748348-4C92-43F8-BAC9-9EE91FA9C49B}" type="datetimeFigureOut">
              <a:rPr lang="en-US" smtClean="0"/>
              <a:t>2/26/24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CE0ED8F6-FD9F-48C4-9E6D-F287CFB768DB}" type="datetimeFigureOut">
              <a:rPr lang="en-US" smtClean="0"/>
              <a:t>2/26/24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4EB2B26-0BF5-4ED0-9E0C-3A5182433062}" type="datetimeFigureOut">
              <a:rPr lang="en-US" smtClean="0"/>
              <a:t>2/26/24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‹nr.›</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_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077021-9464-44F6-B827-5358FF42B1A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a:stretch>
            <a:fillRect/>
          </a:stretch>
        </p:blipFill>
        <p:spPr bwMode="black">
          <a:xfrm>
            <a:off x="594518" y="613556"/>
            <a:ext cx="1366440" cy="292608"/>
          </a:xfrm>
          <a:prstGeom prst="rect">
            <a:avLst/>
          </a:prstGeom>
        </p:spPr>
      </p:pic>
      <p:sp>
        <p:nvSpPr>
          <p:cNvPr id="12" name="Text Placeholder 4">
            <a:extLst>
              <a:ext uri="{FF2B5EF4-FFF2-40B4-BE49-F238E27FC236}">
                <a16:creationId xmlns:a16="http://schemas.microsoft.com/office/drawing/2014/main" id="{5AF0652F-7102-4C27-A256-1E62A5FF6BFC}"/>
              </a:ext>
            </a:extLst>
          </p:cNvPr>
          <p:cNvSpPr txBox="1"/>
          <p:nvPr userDrawn="1"/>
        </p:nvSpPr>
        <p:spPr>
          <a:xfrm>
            <a:off x="568960" y="6259684"/>
            <a:ext cx="4163498" cy="307777"/>
          </a:xfrm>
          <a:prstGeom prst="rect">
            <a:avLst/>
          </a:prstGeom>
          <a:noFill/>
        </p:spPr>
        <p:txBody>
          <a:bodyPr wrap="square" lIns="0" tIns="0" rIns="0" bIns="0">
            <a:spAutoFit/>
          </a:bodyPr>
          <a:lstStyle>
            <a:defPPr>
              <a:defRPr lang="en-US"/>
            </a:defPPr>
            <a:lvl1pPr marL="0" marR="0" indent="0" algn="l" defTabSz="932742" rtl="0" eaLnBrk="1" fontAlgn="auto" latinLnBrk="0" hangingPunct="1">
              <a:lnSpc>
                <a:spcPct val="100000"/>
              </a:lnSpc>
              <a:spcBef>
                <a:spcPct val="0"/>
              </a:spcBef>
              <a:spcAft>
                <a:spcPct val="0"/>
              </a:spcAft>
              <a:buClrTx/>
              <a:buSzPct val="90000"/>
              <a:buFont typeface="Wingdings" panose="05000000000000000000" pitchFamily="2" charset="2"/>
              <a:buNone/>
              <a:defRPr sz="2400" kern="1200" spc="0" baseline="0">
                <a:solidFill>
                  <a:srgbClr val="0078D4"/>
                </a:solidFill>
                <a:latin typeface="+mj-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Microsoft.com/Learn</a:t>
            </a:r>
          </a:p>
        </p:txBody>
      </p:sp>
    </p:spTree>
    <p:extLst>
      <p:ext uri="{BB962C8B-B14F-4D97-AF65-F5344CB8AC3E}">
        <p14:creationId xmlns:p14="http://schemas.microsoft.com/office/powerpoint/2010/main" val="375836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layout_2">
    <p:bg>
      <p:bgPr>
        <a:solidFill>
          <a:srgbClr val="243A5E"/>
        </a:solidFill>
        <a:effectLst/>
      </p:bgPr>
    </p:bg>
    <p:spTree>
      <p:nvGrpSpPr>
        <p:cNvPr id="1" name=""/>
        <p:cNvGrpSpPr/>
        <p:nvPr/>
      </p:nvGrpSpPr>
      <p:grpSpPr>
        <a:xfrm>
          <a:off x="0" y="0"/>
          <a:ext cx="0" cy="0"/>
          <a:chOff x="0" y="0"/>
          <a:chExt cx="0" cy="0"/>
        </a:xfrm>
      </p:grpSpPr>
      <p:pic>
        <p:nvPicPr>
          <p:cNvPr id="3" name="Image" descr="Image">
            <a:extLst>
              <a:ext uri="{FF2B5EF4-FFF2-40B4-BE49-F238E27FC236}">
                <a16:creationId xmlns:a16="http://schemas.microsoft.com/office/drawing/2014/main" id="{2F454218-0D46-4351-BBBB-D82416BE5B22}"/>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4" name="Image" descr="Image">
            <a:extLst>
              <a:ext uri="{FF2B5EF4-FFF2-40B4-BE49-F238E27FC236}">
                <a16:creationId xmlns:a16="http://schemas.microsoft.com/office/drawing/2014/main" id="{639BE83B-0B32-4FF7-946B-BAF64DA16D80}"/>
              </a:ext>
            </a:extLst>
          </p:cNvPr>
          <p:cNvPicPr>
            <a:picLocks noChangeAspect="1"/>
          </p:cNvPicPr>
          <p:nvPr userDrawn="1"/>
        </p:nvPicPr>
        <p:blipFill>
          <a:blip r:embed="rId3"/>
          <a:stretch>
            <a:fillRect/>
          </a:stretch>
        </p:blipFill>
        <p:spPr>
          <a:xfrm>
            <a:off x="0" y="702520"/>
            <a:ext cx="12190286" cy="6155481"/>
          </a:xfrm>
          <a:prstGeom prst="rect">
            <a:avLst/>
          </a:prstGeom>
          <a:ln w="12700">
            <a:miter lim="400000"/>
          </a:ln>
        </p:spPr>
      </p:pic>
      <p:sp>
        <p:nvSpPr>
          <p:cNvPr id="9" name="Title"/>
          <p:cNvSpPr>
            <a:spLocks noGrp="1"/>
          </p:cNvSpPr>
          <p:nvPr>
            <p:ph type="title" hasCustomPrompt="1"/>
          </p:nvPr>
        </p:nvSpPr>
        <p:spPr>
          <a:xfrm>
            <a:off x="584200" y="2979778"/>
            <a:ext cx="6883400" cy="553998"/>
          </a:xfrm>
          <a:noFill/>
        </p:spPr>
        <p:txBody>
          <a:bodyPr wrap="square" lIns="0" tIns="0" rIns="0" bIns="0" anchor="b" anchorCtr="0">
            <a:spAutoFit/>
          </a:bodyPr>
          <a:lstStyle>
            <a:lvl1pPr>
              <a:defRPr sz="3600" spc="-50" baseline="0">
                <a:solidFill>
                  <a:schemeClr val="tx1"/>
                </a:solidFill>
                <a:latin typeface="+mj-lt"/>
                <a:cs typeface="Segoe UI" pitchFamily="34" charset="0"/>
              </a:defRPr>
            </a:lvl1pPr>
          </a:lstStyle>
          <a:p>
            <a:r>
              <a:rPr lang="en-US"/>
              <a:t>Presentation title </a:t>
            </a:r>
          </a:p>
        </p:txBody>
      </p:sp>
      <p:sp>
        <p:nvSpPr>
          <p:cNvPr id="5" name="Subtitle"/>
          <p:cNvSpPr>
            <a:spLocks noGrp="1"/>
          </p:cNvSpPr>
          <p:nvPr>
            <p:ph type="body" sz="quarter" idx="12" hasCustomPrompt="1"/>
          </p:nvPr>
        </p:nvSpPr>
        <p:spPr>
          <a:xfrm>
            <a:off x="584200" y="3962400"/>
            <a:ext cx="6883400" cy="338554"/>
          </a:xfrm>
          <a:noFill/>
        </p:spPr>
        <p:txBody>
          <a:bodyPr wrap="square" lIns="0" tIns="0" rIns="0" bIns="0">
            <a:spAutoFit/>
          </a:bodyPr>
          <a:lstStyle>
            <a:lvl1pPr marL="0" indent="0">
              <a:spcBef>
                <a:spcPct val="0"/>
              </a:spcBef>
              <a:buNone/>
              <a:defRPr sz="2200" spc="0" baseline="0">
                <a:solidFill>
                  <a:schemeClr val="tx1"/>
                </a:solidFill>
                <a:latin typeface="+mn-lt"/>
                <a:cs typeface="Segoe UI"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FBA90332-A7D9-4353-82A5-431FF1E924E8}"/>
              </a:ext>
            </a:extLst>
          </p:cNvPr>
          <p:cNvPicPr>
            <a:picLocks noChangeAspect="1"/>
          </p:cNvPicPr>
          <p:nvPr userDrawn="1"/>
        </p:nvPicPr>
        <p:blipFill>
          <a:blip r:embed="rId4"/>
          <a:stretch>
            <a:fillRect/>
          </a:stretch>
        </p:blipFill>
        <p:spPr bwMode="invGray">
          <a:xfrm>
            <a:off x="584200" y="585788"/>
            <a:ext cx="1366245" cy="292608"/>
          </a:xfrm>
          <a:prstGeom prst="rect">
            <a:avLst/>
          </a:prstGeom>
        </p:spPr>
      </p:pic>
    </p:spTree>
    <p:extLst>
      <p:ext uri="{BB962C8B-B14F-4D97-AF65-F5344CB8AC3E}">
        <p14:creationId xmlns:p14="http://schemas.microsoft.com/office/powerpoint/2010/main" val="4133544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4704">
          <p15:clr>
            <a:srgbClr val="5ACBF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t_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9D6EAAE-2A71-408A-8C51-EF1E9D307914}"/>
              </a:ext>
            </a:extLst>
          </p:cNvPr>
          <p:cNvGrpSpPr/>
          <p:nvPr userDrawn="1"/>
        </p:nvGrpSpPr>
        <p:grpSpPr>
          <a:xfrm>
            <a:off x="6087122" y="-1213311"/>
            <a:ext cx="7693173" cy="7844717"/>
            <a:chOff x="6087122" y="-1213311"/>
            <a:chExt cx="7693173" cy="7844717"/>
          </a:xfrm>
        </p:grpSpPr>
        <p:sp>
          <p:nvSpPr>
            <p:cNvPr id="4" name="Oval 3">
              <a:extLst>
                <a:ext uri="{FF2B5EF4-FFF2-40B4-BE49-F238E27FC236}">
                  <a16:creationId xmlns:a16="http://schemas.microsoft.com/office/drawing/2014/main" id="{71E56648-704C-49AF-AEEA-FF59CA7FDE38}"/>
                </a:ext>
              </a:extLst>
            </p:cNvPr>
            <p:cNvSpPr/>
            <p:nvPr/>
          </p:nvSpPr>
          <p:spPr bwMode="auto">
            <a:xfrm>
              <a:off x="6087122" y="-1213311"/>
              <a:ext cx="7693173" cy="76931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Right Triangle 4">
              <a:extLst>
                <a:ext uri="{FF2B5EF4-FFF2-40B4-BE49-F238E27FC236}">
                  <a16:creationId xmlns:a16="http://schemas.microsoft.com/office/drawing/2014/main" id="{88C99755-B631-4A7C-86CD-3BB602C43A1D}"/>
                </a:ext>
              </a:extLst>
            </p:cNvPr>
            <p:cNvSpPr/>
            <p:nvPr/>
          </p:nvSpPr>
          <p:spPr bwMode="auto">
            <a:xfrm rot="7795696">
              <a:off x="6213653" y="4453472"/>
              <a:ext cx="2177934" cy="2177934"/>
            </a:xfrm>
            <a:prstGeom prst="rtTriangl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pic>
        <p:nvPicPr>
          <p:cNvPr id="8" name="Graphic 7">
            <a:extLst>
              <a:ext uri="{FF2B5EF4-FFF2-40B4-BE49-F238E27FC236}">
                <a16:creationId xmlns:a16="http://schemas.microsoft.com/office/drawing/2014/main" id="{C60457C0-410E-4BB1-B48D-5E30D004A1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3970" r="26639"/>
          <a:stretch>
            <a:fillRect/>
          </a:stretch>
        </p:blipFill>
        <p:spPr>
          <a:xfrm>
            <a:off x="7086600" y="1142322"/>
            <a:ext cx="4811713" cy="3409758"/>
          </a:xfrm>
          <a:prstGeom prst="rect">
            <a:avLst/>
          </a:prstGeom>
        </p:spPr>
      </p:pic>
      <p:sp>
        <p:nvSpPr>
          <p:cNvPr id="9" name="TextBox 8">
            <a:extLst>
              <a:ext uri="{FF2B5EF4-FFF2-40B4-BE49-F238E27FC236}">
                <a16:creationId xmlns:a16="http://schemas.microsoft.com/office/drawing/2014/main" id="{9EDA60A6-6501-49F5-AFA0-2F4D5841F163}"/>
              </a:ext>
            </a:extLst>
          </p:cNvPr>
          <p:cNvSpPr txBox="1"/>
          <p:nvPr userDrawn="1"/>
        </p:nvSpPr>
        <p:spPr>
          <a:xfrm>
            <a:off x="584460" y="2768462"/>
            <a:ext cx="3595280" cy="553998"/>
          </a:xfrm>
          <a:prstGeom prst="rect">
            <a:avLst/>
          </a:prstGeom>
          <a:noFill/>
        </p:spPr>
        <p:txBody>
          <a:bodyPr wrap="none" lIns="0" tIns="0" rIns="0" bIns="0" rtlCol="0">
            <a:spAutoFit/>
          </a:bodyPr>
          <a:lstStyle>
            <a:defPPr>
              <a:defRPr lang="en-US"/>
            </a:defPPr>
          </a:lstStyle>
          <a:p>
            <a:pPr algn="l"/>
            <a:r>
              <a:rPr lang="en-US" sz="3600">
                <a:latin typeface="+mj-lt"/>
              </a:rPr>
              <a:t>Live &amp; interactive</a:t>
            </a:r>
          </a:p>
        </p:txBody>
      </p:sp>
      <p:sp>
        <p:nvSpPr>
          <p:cNvPr id="10" name="TextBox 9">
            <a:extLst>
              <a:ext uri="{FF2B5EF4-FFF2-40B4-BE49-F238E27FC236}">
                <a16:creationId xmlns:a16="http://schemas.microsoft.com/office/drawing/2014/main" id="{099D6C6E-22A3-429F-A1F2-3A2CE31B3A94}"/>
              </a:ext>
            </a:extLst>
          </p:cNvPr>
          <p:cNvSpPr txBox="1"/>
          <p:nvPr userDrawn="1"/>
        </p:nvSpPr>
        <p:spPr>
          <a:xfrm>
            <a:off x="584460" y="3492501"/>
            <a:ext cx="5130540" cy="861774"/>
          </a:xfrm>
          <a:prstGeom prst="rect">
            <a:avLst/>
          </a:prstGeom>
          <a:noFill/>
        </p:spPr>
        <p:txBody>
          <a:bodyPr wrap="square" lIns="0" tIns="0" rIns="0" bIns="0" rtlCol="0">
            <a:spAutoFit/>
          </a:bodyPr>
          <a:lstStyle>
            <a:defPPr>
              <a:defRPr lang="en-US"/>
            </a:defPPr>
          </a:lstStyle>
          <a:p>
            <a:pPr marL="0" marR="0" lvl="0" indent="0" algn="l" defTabSz="914400" rtl="0" eaLnBrk="1" fontAlgn="auto" latinLnBrk="0" hangingPunct="1">
              <a:lnSpc>
                <a:spcPct val="100000"/>
              </a:lnSpc>
              <a:spcBef>
                <a:spcPct val="0"/>
              </a:spcBef>
              <a:spcAft>
                <a:spcPct val="0"/>
              </a:spcAft>
              <a:buClrTx/>
              <a:buSzTx/>
              <a:buFontTx/>
              <a:buNone/>
              <a:defRPr/>
            </a:pPr>
            <a:r>
              <a:rPr lang="en-US" sz="2800"/>
              <a:t>Say “hi” and ask questions in the chat</a:t>
            </a:r>
            <a:endParaRPr lang="en-US" sz="2800" b="1"/>
          </a:p>
        </p:txBody>
      </p:sp>
    </p:spTree>
    <p:extLst>
      <p:ext uri="{BB962C8B-B14F-4D97-AF65-F5344CB8AC3E}">
        <p14:creationId xmlns:p14="http://schemas.microsoft.com/office/powerpoint/2010/main" val="363460875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_layout">
    <p:bg>
      <p:bgRef idx="1001">
        <a:schemeClr val="bg1"/>
      </p:bgRef>
    </p:bg>
    <p:spTree>
      <p:nvGrpSpPr>
        <p:cNvPr id="1" name=""/>
        <p:cNvGrpSpPr/>
        <p:nvPr/>
      </p:nvGrpSpPr>
      <p:grpSpPr>
        <a:xfrm>
          <a:off x="0" y="0"/>
          <a:ext cx="0" cy="0"/>
          <a:chOff x="0" y="0"/>
          <a:chExt cx="0" cy="0"/>
        </a:xfrm>
      </p:grpSpPr>
      <p:sp>
        <p:nvSpPr>
          <p:cNvPr id="2" name="Speaker1Info">
            <a:extLst>
              <a:ext uri="{FF2B5EF4-FFF2-40B4-BE49-F238E27FC236}">
                <a16:creationId xmlns:a16="http://schemas.microsoft.com/office/drawing/2014/main" id="{F498D001-187F-4EAE-90FC-DC4275E1A08F}"/>
              </a:ext>
            </a:extLst>
          </p:cNvPr>
          <p:cNvSpPr/>
          <p:nvPr userDrawn="1"/>
        </p:nvSpPr>
        <p:spPr bwMode="auto">
          <a:xfrm>
            <a:off x="7658100" y="0"/>
            <a:ext cx="45339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Title"/>
          <p:cNvSpPr>
            <a:spLocks noGrp="1"/>
          </p:cNvSpPr>
          <p:nvPr>
            <p:ph type="title" hasCustomPrompt="1"/>
          </p:nvPr>
        </p:nvSpPr>
        <p:spPr>
          <a:xfrm>
            <a:off x="584200" y="2979778"/>
            <a:ext cx="6816725" cy="553998"/>
          </a:xfrm>
          <a:noFill/>
        </p:spPr>
        <p:txBody>
          <a:bodyPr wrap="square" lIns="0" tIns="0" rIns="0" bIns="0" anchor="b" anchorCtr="0">
            <a:spAutoFit/>
          </a:bodyPr>
          <a:lstStyle>
            <a:lvl1pPr>
              <a:defRPr sz="3600" spc="-50" baseline="0">
                <a:solidFill>
                  <a:srgbClr val="0078D4"/>
                </a:solidFill>
                <a:latin typeface="+mj-lt"/>
                <a:cs typeface="Segoe UI" pitchFamily="34" charset="0"/>
              </a:defRPr>
            </a:lvl1pPr>
          </a:lstStyle>
          <a:p>
            <a:r>
              <a:rPr lang="en-US"/>
              <a:t>Presentation title </a:t>
            </a:r>
          </a:p>
        </p:txBody>
      </p:sp>
      <p:sp>
        <p:nvSpPr>
          <p:cNvPr id="5" name="Subtitle"/>
          <p:cNvSpPr>
            <a:spLocks noGrp="1"/>
          </p:cNvSpPr>
          <p:nvPr>
            <p:ph type="body" sz="quarter" idx="12" hasCustomPrompt="1"/>
          </p:nvPr>
        </p:nvSpPr>
        <p:spPr>
          <a:xfrm>
            <a:off x="584200" y="3962400"/>
            <a:ext cx="6816725" cy="338554"/>
          </a:xfrm>
          <a:noFill/>
        </p:spPr>
        <p:txBody>
          <a:bodyPr wrap="square" lIns="0" tIns="0" rIns="0" bIns="0">
            <a:spAutoFit/>
          </a:bodyPr>
          <a:lstStyle>
            <a:lvl1pPr marL="0" indent="0">
              <a:spcBef>
                <a:spcPct val="0"/>
              </a:spcBef>
              <a:buNone/>
              <a:defRPr sz="2200" spc="0" baseline="0">
                <a:solidFill>
                  <a:schemeClr val="tx1"/>
                </a:solidFill>
                <a:latin typeface="+mn-lt"/>
                <a:cs typeface="Segoe UI" pitchFamily="34" charset="0"/>
              </a:defRPr>
            </a:lvl1pPr>
          </a:lstStyle>
          <a:p>
            <a:pPr lvl="0"/>
            <a:r>
              <a:rPr lang="en-US"/>
              <a:t>Learn aka.ms link</a:t>
            </a:r>
          </a:p>
        </p:txBody>
      </p:sp>
      <p:pic>
        <p:nvPicPr>
          <p:cNvPr id="19" name="MS logo gray - EMF" descr="Microsoft logo, gray text version">
            <a:extLst>
              <a:ext uri="{FF2B5EF4-FFF2-40B4-BE49-F238E27FC236}">
                <a16:creationId xmlns:a16="http://schemas.microsoft.com/office/drawing/2014/main" id="{7F1BE732-7F13-4D46-B4C5-EFF69612E7A6}"/>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Speaker1Image" descr="User with solid fill">
            <a:extLst>
              <a:ext uri="{FF2B5EF4-FFF2-40B4-BE49-F238E27FC236}">
                <a16:creationId xmlns:a16="http://schemas.microsoft.com/office/drawing/2014/main" id="{6BE938B3-690D-4123-87AC-BA9C561DE2BA}"/>
              </a:ext>
            </a:extLst>
          </p:cNvPr>
          <p:cNvPicPr>
            <a:picLocks noChangeAspect="1" noChangeArrowheads="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auto">
          <a:xfrm>
            <a:off x="6857011" y="3460378"/>
            <a:ext cx="1386760" cy="1386760"/>
          </a:xfrm>
          <a:prstGeom prst="ellipse">
            <a:avLst/>
          </a:prstGeom>
          <a:noFill/>
          <a:extLst>
            <a:ext uri="{909E8E84-426E-40DD-AFC4-6F175D3DCCD1}">
              <a14:hiddenFill xmlns:a14="http://schemas.microsoft.com/office/drawing/2010/main">
                <a:solidFill>
                  <a:srgbClr val="FFFFFF"/>
                </a:solidFill>
              </a14:hiddenFill>
            </a:ext>
          </a:extLst>
        </p:spPr>
      </p:pic>
      <p:sp>
        <p:nvSpPr>
          <p:cNvPr id="4" name="Speaker1Name">
            <a:extLst>
              <a:ext uri="{FF2B5EF4-FFF2-40B4-BE49-F238E27FC236}">
                <a16:creationId xmlns:a16="http://schemas.microsoft.com/office/drawing/2014/main" id="{B9BDA508-165C-459F-80D1-8426C896BC34}"/>
              </a:ext>
            </a:extLst>
          </p:cNvPr>
          <p:cNvSpPr>
            <a:spLocks noGrp="1"/>
          </p:cNvSpPr>
          <p:nvPr>
            <p:ph type="body" sz="quarter" idx="13" hasCustomPrompt="1"/>
          </p:nvPr>
        </p:nvSpPr>
        <p:spPr>
          <a:xfrm>
            <a:off x="8469313" y="3491580"/>
            <a:ext cx="3646487" cy="430887"/>
          </a:xfrm>
        </p:spPr>
        <p:txBody>
          <a:bodyPr/>
          <a:lstStyle>
            <a:lvl1pPr marL="0" indent="0">
              <a:buNone/>
              <a:defRPr b="1">
                <a:solidFill>
                  <a:schemeClr val="bg1"/>
                </a:solidFill>
              </a:defRPr>
            </a:lvl1pPr>
          </a:lstStyle>
          <a:p>
            <a:pPr lvl="0"/>
            <a:r>
              <a:rPr lang="en-US"/>
              <a:t>Speaker Name</a:t>
            </a:r>
          </a:p>
        </p:txBody>
      </p:sp>
      <p:sp>
        <p:nvSpPr>
          <p:cNvPr id="16" name="Text Placeholder 15">
            <a:extLst>
              <a:ext uri="{FF2B5EF4-FFF2-40B4-BE49-F238E27FC236}">
                <a16:creationId xmlns:a16="http://schemas.microsoft.com/office/drawing/2014/main" id="{D3C5774C-1BBD-4462-B195-178177946726}"/>
              </a:ext>
            </a:extLst>
          </p:cNvPr>
          <p:cNvSpPr>
            <a:spLocks noGrp="1"/>
          </p:cNvSpPr>
          <p:nvPr>
            <p:ph type="body" sz="quarter" idx="15" hasCustomPrompt="1"/>
          </p:nvPr>
        </p:nvSpPr>
        <p:spPr>
          <a:xfrm>
            <a:off x="8469313" y="4038600"/>
            <a:ext cx="3646487" cy="941796"/>
          </a:xfrm>
        </p:spPr>
        <p:txBody>
          <a:bodyPr/>
          <a:lstStyle>
            <a:lvl1pPr marL="0" indent="0">
              <a:buNone/>
              <a:defRPr sz="1800"/>
            </a:lvl1pPr>
          </a:lstStyle>
          <a:p>
            <a:r>
              <a:rPr lang="en-US" sz="1800">
                <a:solidFill>
                  <a:schemeClr val="bg1"/>
                </a:solidFill>
              </a:rPr>
              <a:t>Title</a:t>
            </a:r>
          </a:p>
          <a:p>
            <a:r>
              <a:rPr lang="en-US" sz="1800">
                <a:solidFill>
                  <a:schemeClr val="bg1"/>
                </a:solidFill>
              </a:rPr>
              <a:t>Company</a:t>
            </a:r>
          </a:p>
          <a:p>
            <a:r>
              <a:rPr lang="en-US" sz="1800">
                <a:solidFill>
                  <a:schemeClr val="bg1"/>
                </a:solidFill>
              </a:rPr>
              <a:t>Social Info</a:t>
            </a:r>
            <a:endParaRPr lang="en-US" sz="2800">
              <a:solidFill>
                <a:schemeClr val="bg1"/>
              </a:solidFill>
            </a:endParaRPr>
          </a:p>
        </p:txBody>
      </p:sp>
    </p:spTree>
    <p:extLst>
      <p:ext uri="{BB962C8B-B14F-4D97-AF65-F5344CB8AC3E}">
        <p14:creationId xmlns:p14="http://schemas.microsoft.com/office/powerpoint/2010/main" val="25196556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_section_layout">
    <p:bg>
      <p:bgPr>
        <a:solidFill>
          <a:srgbClr val="243A5E"/>
        </a:solidFill>
        <a:effectLst/>
      </p:bgPr>
    </p:bg>
    <p:spTree>
      <p:nvGrpSpPr>
        <p:cNvPr id="1" name=""/>
        <p:cNvGrpSpPr/>
        <p:nvPr/>
      </p:nvGrpSpPr>
      <p:grpSpPr>
        <a:xfrm>
          <a:off x="0" y="0"/>
          <a:ext cx="0" cy="0"/>
          <a:chOff x="0" y="0"/>
          <a:chExt cx="0" cy="0"/>
        </a:xfrm>
      </p:grpSpPr>
      <p:pic>
        <p:nvPicPr>
          <p:cNvPr id="4" name="Picture 3" descr="A picture containing transport&#10;&#10;Description automatically generated">
            <a:extLst>
              <a:ext uri="{FF2B5EF4-FFF2-40B4-BE49-F238E27FC236}">
                <a16:creationId xmlns:a16="http://schemas.microsoft.com/office/drawing/2014/main" id="{3AC39EE1-2DE9-407D-931F-492E078EBC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cNvSpPr>
            <a:spLocks noGrp="1"/>
          </p:cNvSpPr>
          <p:nvPr>
            <p:ph type="title" hasCustomPrompt="1"/>
          </p:nvPr>
        </p:nvSpPr>
        <p:spPr>
          <a:xfrm>
            <a:off x="585216" y="3035808"/>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Demo Title</a:t>
            </a:r>
          </a:p>
        </p:txBody>
      </p:sp>
      <p:sp>
        <p:nvSpPr>
          <p:cNvPr id="10" name="Subtitle">
            <a:extLst>
              <a:ext uri="{FF2B5EF4-FFF2-40B4-BE49-F238E27FC236}">
                <a16:creationId xmlns:a16="http://schemas.microsoft.com/office/drawing/2014/main" id="{A6610C49-F85C-443C-8CB5-962228F05B0C}"/>
              </a:ext>
            </a:extLst>
          </p:cNvPr>
          <p:cNvSpPr>
            <a:spLocks noGrp="1"/>
          </p:cNvSpPr>
          <p:nvPr>
            <p:ph type="body" sz="quarter" idx="12" hasCustomPrompt="1"/>
          </p:nvPr>
        </p:nvSpPr>
        <p:spPr>
          <a:xfrm>
            <a:off x="585216" y="3977319"/>
            <a:ext cx="6882384" cy="338554"/>
          </a:xfrm>
          <a:noFill/>
        </p:spPr>
        <p:txBody>
          <a:bodyPr wrap="square" lIns="0" tIns="0" rIns="0" bIns="0">
            <a:spAutoFit/>
          </a:bodyPr>
          <a:lstStyle>
            <a:lvl1pPr marL="0" indent="0">
              <a:spcBef>
                <a:spcPct val="0"/>
              </a:spcBef>
              <a:spcAft>
                <a:spcPct val="0"/>
              </a:spcAft>
              <a:buFont typeface="Arial" pitchFamily="34" charset="0"/>
              <a:buNone/>
              <a:defRPr sz="2200" spc="0" baseline="0">
                <a:solidFill>
                  <a:schemeClr val="tx1"/>
                </a:solidFill>
                <a:latin typeface="+mn-lt"/>
              </a:defRPr>
            </a:lvl1pPr>
          </a:lstStyle>
          <a:p>
            <a:pPr lvl="0"/>
            <a:r>
              <a:rPr lang="en-US"/>
              <a:t>Demo name or subtitle</a:t>
            </a:r>
          </a:p>
        </p:txBody>
      </p:sp>
    </p:spTree>
    <p:extLst>
      <p:ext uri="{BB962C8B-B14F-4D97-AF65-F5344CB8AC3E}">
        <p14:creationId xmlns:p14="http://schemas.microsoft.com/office/powerpoint/2010/main" val="40773046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mo_detail_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userDrawn="1"/>
        </p:nvSpPr>
        <p:spPr bwMode="auto">
          <a:xfrm>
            <a:off x="2382" y="0"/>
            <a:ext cx="5255418" cy="6858000"/>
          </a:xfrm>
          <a:prstGeom prst="rect">
            <a:avLst/>
          </a:prstGeom>
          <a:solidFill>
            <a:srgbClr val="3B2E5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sp>
        <p:nvSpPr>
          <p:cNvPr id="4" name="Title">
            <a:extLst>
              <a:ext uri="{FF2B5EF4-FFF2-40B4-BE49-F238E27FC236}">
                <a16:creationId xmlns:a16="http://schemas.microsoft.com/office/drawing/2014/main" id="{21810C2D-16D7-47FA-A61C-A4EB9BF61001}"/>
              </a:ext>
            </a:extLst>
          </p:cNvPr>
          <p:cNvSpPr>
            <a:spLocks noGrp="1"/>
          </p:cNvSpPr>
          <p:nvPr>
            <p:ph type="title"/>
          </p:nvPr>
        </p:nvSpPr>
        <p:spPr>
          <a:xfrm>
            <a:off x="533400" y="2198854"/>
            <a:ext cx="4495800" cy="553998"/>
          </a:xfrm>
        </p:spPr>
        <p:txBody>
          <a:bodyPr anchor="t"/>
          <a:lstStyle>
            <a:lvl1pPr>
              <a:defRPr>
                <a:solidFill>
                  <a:schemeClr val="bg1"/>
                </a:solidFill>
              </a:defRPr>
            </a:lvl1pPr>
          </a:lstStyle>
          <a:p>
            <a:endParaRPr lang="en-US">
              <a:solidFill>
                <a:schemeClr val="bg1"/>
              </a:solidFill>
            </a:endParaRPr>
          </a:p>
        </p:txBody>
      </p:sp>
      <p:sp>
        <p:nvSpPr>
          <p:cNvPr id="17" name="Text Placeholder 16">
            <a:extLst>
              <a:ext uri="{FF2B5EF4-FFF2-40B4-BE49-F238E27FC236}">
                <a16:creationId xmlns:a16="http://schemas.microsoft.com/office/drawing/2014/main" id="{707FDD9E-BDE7-4C2D-A8A0-63646D892E18}"/>
              </a:ext>
            </a:extLst>
          </p:cNvPr>
          <p:cNvSpPr>
            <a:spLocks noGrp="1"/>
          </p:cNvSpPr>
          <p:nvPr>
            <p:ph type="body" sz="quarter" idx="10"/>
          </p:nvPr>
        </p:nvSpPr>
        <p:spPr>
          <a:xfrm>
            <a:off x="533400" y="2971800"/>
            <a:ext cx="4495800" cy="430887"/>
          </a:xfrm>
        </p:spPr>
        <p:txBody>
          <a:bodyPr/>
          <a:lstStyle>
            <a:lvl1pPr marL="0" indent="0">
              <a:buNone/>
              <a:defRPr>
                <a:solidFill>
                  <a:schemeClr val="bg1"/>
                </a:solidFill>
              </a:defRPr>
            </a:lvl1pPr>
          </a:lstStyle>
          <a:p>
            <a:pPr lvl="0"/>
            <a:endParaRPr lang="en-US"/>
          </a:p>
        </p:txBody>
      </p:sp>
    </p:spTree>
    <p:extLst>
      <p:ext uri="{BB962C8B-B14F-4D97-AF65-F5344CB8AC3E}">
        <p14:creationId xmlns:p14="http://schemas.microsoft.com/office/powerpoint/2010/main" val="353296100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nowledge_check_section_layout">
    <p:spTree>
      <p:nvGrpSpPr>
        <p:cNvPr id="1" name=""/>
        <p:cNvGrpSpPr/>
        <p:nvPr/>
      </p:nvGrpSpPr>
      <p:grpSpPr>
        <a:xfrm>
          <a:off x="0" y="0"/>
          <a:ext cx="0" cy="0"/>
          <a:chOff x="0" y="0"/>
          <a:chExt cx="0" cy="0"/>
        </a:xfrm>
      </p:grpSpPr>
      <p:pic>
        <p:nvPicPr>
          <p:cNvPr id="5" name="ChatBoxImage">
            <a:extLst>
              <a:ext uri="{FF2B5EF4-FFF2-40B4-BE49-F238E27FC236}">
                <a16:creationId xmlns:a16="http://schemas.microsoft.com/office/drawing/2014/main" id="{F9183572-D201-47EC-8DED-791CEAE76B7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0" y="838200"/>
            <a:ext cx="3200400" cy="3200400"/>
          </a:xfrm>
          <a:prstGeom prst="rect">
            <a:avLst/>
          </a:prstGeom>
        </p:spPr>
      </p:pic>
      <p:sp>
        <p:nvSpPr>
          <p:cNvPr id="6" name="TextBox 5">
            <a:extLst>
              <a:ext uri="{FF2B5EF4-FFF2-40B4-BE49-F238E27FC236}">
                <a16:creationId xmlns:a16="http://schemas.microsoft.com/office/drawing/2014/main" id="{B571010C-9A5C-4E43-89EF-84A2A0A01A9F}"/>
              </a:ext>
            </a:extLst>
          </p:cNvPr>
          <p:cNvSpPr txBox="1"/>
          <p:nvPr userDrawn="1"/>
        </p:nvSpPr>
        <p:spPr>
          <a:xfrm>
            <a:off x="3943350" y="4495800"/>
            <a:ext cx="7505700" cy="1200329"/>
          </a:xfrm>
          <a:prstGeom prst="rect">
            <a:avLst/>
          </a:prstGeom>
          <a:noFill/>
        </p:spPr>
        <p:txBody>
          <a:bodyPr wrap="square">
            <a:spAutoFit/>
          </a:bodyPr>
          <a:lstStyle>
            <a:defPPr>
              <a:defRPr lang="en-US"/>
            </a:defPPr>
          </a:lstStyle>
          <a:p>
            <a:r>
              <a:rPr lang="en-US" sz="3600"/>
              <a:t>Go to </a:t>
            </a:r>
            <a:r>
              <a:rPr lang="en-US" sz="3600" b="1"/>
              <a:t>https://aka.ms/LearnLiveTV</a:t>
            </a:r>
            <a:r>
              <a:rPr lang="en-US" sz="3600"/>
              <a:t> and test your knowledge in the chat</a:t>
            </a:r>
          </a:p>
        </p:txBody>
      </p:sp>
      <p:sp>
        <p:nvSpPr>
          <p:cNvPr id="10" name="AccentColorRectangle">
            <a:extLst>
              <a:ext uri="{FF2B5EF4-FFF2-40B4-BE49-F238E27FC236}">
                <a16:creationId xmlns:a16="http://schemas.microsoft.com/office/drawing/2014/main" id="{52664854-1B0D-4232-802B-B36181A55C3F}"/>
              </a:ext>
            </a:extLst>
          </p:cNvPr>
          <p:cNvSpPr/>
          <p:nvPr userDrawn="1"/>
        </p:nvSpPr>
        <p:spPr bwMode="auto">
          <a:xfrm>
            <a:off x="2382" y="0"/>
            <a:ext cx="3410743" cy="6858000"/>
          </a:xfrm>
          <a:prstGeom prst="rect">
            <a:avLst/>
          </a:prstGeom>
          <a:solidFill>
            <a:srgbClr val="274B4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sp>
        <p:nvSpPr>
          <p:cNvPr id="11" name="Title">
            <a:extLst>
              <a:ext uri="{FF2B5EF4-FFF2-40B4-BE49-F238E27FC236}">
                <a16:creationId xmlns:a16="http://schemas.microsoft.com/office/drawing/2014/main" id="{890AFEDC-4C8C-4AFC-834C-CF37AA80AA22}"/>
              </a:ext>
            </a:extLst>
          </p:cNvPr>
          <p:cNvSpPr>
            <a:spLocks noGrp="1"/>
          </p:cNvSpPr>
          <p:nvPr>
            <p:ph type="title"/>
          </p:nvPr>
        </p:nvSpPr>
        <p:spPr>
          <a:xfrm>
            <a:off x="551313" y="2875002"/>
            <a:ext cx="2312879" cy="1544598"/>
          </a:xfrm>
        </p:spPr>
        <p:txBody>
          <a:bodyPr anchor="t"/>
          <a:lstStyle>
            <a:lvl1pPr>
              <a:defRPr>
                <a:solidFill>
                  <a:schemeClr val="tx1"/>
                </a:solidFill>
              </a:defRPr>
            </a:lvl1pPr>
          </a:lstStyle>
          <a:p>
            <a:endParaRPr lang="en-US">
              <a:solidFill>
                <a:schemeClr val="bg1"/>
              </a:solidFill>
            </a:endParaRPr>
          </a:p>
        </p:txBody>
      </p:sp>
    </p:spTree>
    <p:extLst>
      <p:ext uri="{BB962C8B-B14F-4D97-AF65-F5344CB8AC3E}">
        <p14:creationId xmlns:p14="http://schemas.microsoft.com/office/powerpoint/2010/main" val="291728272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nowledge_check_detail_layout">
    <p:spTree>
      <p:nvGrpSpPr>
        <p:cNvPr id="1" name=""/>
        <p:cNvGrpSpPr/>
        <p:nvPr/>
      </p:nvGrpSpPr>
      <p:grpSpPr>
        <a:xfrm>
          <a:off x="0" y="0"/>
          <a:ext cx="0" cy="0"/>
          <a:chOff x="0" y="0"/>
          <a:chExt cx="0" cy="0"/>
        </a:xfrm>
      </p:grpSpPr>
      <p:sp>
        <p:nvSpPr>
          <p:cNvPr id="3" name="AccentColorRectangle">
            <a:extLst>
              <a:ext uri="{FF2B5EF4-FFF2-40B4-BE49-F238E27FC236}">
                <a16:creationId xmlns:a16="http://schemas.microsoft.com/office/drawing/2014/main" id="{731EFB4D-24A2-4B2B-B31D-FF5E52AF8BB4}"/>
              </a:ext>
            </a:extLst>
          </p:cNvPr>
          <p:cNvSpPr/>
          <p:nvPr userDrawn="1"/>
        </p:nvSpPr>
        <p:spPr bwMode="auto">
          <a:xfrm>
            <a:off x="2382" y="0"/>
            <a:ext cx="3410743" cy="6858000"/>
          </a:xfrm>
          <a:prstGeom prst="rect">
            <a:avLst/>
          </a:prstGeom>
          <a:solidFill>
            <a:srgbClr val="274B4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sp>
        <p:nvSpPr>
          <p:cNvPr id="4" name="Title">
            <a:extLst>
              <a:ext uri="{FF2B5EF4-FFF2-40B4-BE49-F238E27FC236}">
                <a16:creationId xmlns:a16="http://schemas.microsoft.com/office/drawing/2014/main" id="{E0AC777C-D0A3-41EC-AB34-341DF18CB1A7}"/>
              </a:ext>
            </a:extLst>
          </p:cNvPr>
          <p:cNvSpPr>
            <a:spLocks noGrp="1"/>
          </p:cNvSpPr>
          <p:nvPr>
            <p:ph type="title"/>
          </p:nvPr>
        </p:nvSpPr>
        <p:spPr>
          <a:xfrm>
            <a:off x="551313" y="2875002"/>
            <a:ext cx="2312879" cy="1544598"/>
          </a:xfrm>
        </p:spPr>
        <p:txBody>
          <a:bodyPr anchor="t"/>
          <a:lstStyle>
            <a:lvl1pPr>
              <a:defRPr>
                <a:solidFill>
                  <a:schemeClr val="tx1"/>
                </a:solidFill>
              </a:defRPr>
            </a:lvl1pPr>
          </a:lstStyle>
          <a:p>
            <a:endParaRPr lang="en-US">
              <a:solidFill>
                <a:schemeClr val="bg1"/>
              </a:solidFill>
            </a:endParaRPr>
          </a:p>
        </p:txBody>
      </p:sp>
      <p:pic>
        <p:nvPicPr>
          <p:cNvPr id="5" name="ChatBoxImage">
            <a:extLst>
              <a:ext uri="{FF2B5EF4-FFF2-40B4-BE49-F238E27FC236}">
                <a16:creationId xmlns:a16="http://schemas.microsoft.com/office/drawing/2014/main" id="{BEE6D82F-2F19-496C-8008-678B3B149A7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86087" y="457200"/>
            <a:ext cx="854075" cy="854075"/>
          </a:xfrm>
          <a:prstGeom prst="rect">
            <a:avLst/>
          </a:prstGeom>
        </p:spPr>
      </p:pic>
      <p:sp>
        <p:nvSpPr>
          <p:cNvPr id="9" name="Question">
            <a:extLst>
              <a:ext uri="{FF2B5EF4-FFF2-40B4-BE49-F238E27FC236}">
                <a16:creationId xmlns:a16="http://schemas.microsoft.com/office/drawing/2014/main" id="{2BAB9BCF-0325-470B-83FF-0A91BFDB0133}"/>
              </a:ext>
            </a:extLst>
          </p:cNvPr>
          <p:cNvSpPr>
            <a:spLocks noGrp="1"/>
          </p:cNvSpPr>
          <p:nvPr>
            <p:ph type="body" sz="quarter" idx="10" hasCustomPrompt="1"/>
          </p:nvPr>
        </p:nvSpPr>
        <p:spPr>
          <a:xfrm>
            <a:off x="4114800" y="457200"/>
            <a:ext cx="7718425" cy="430887"/>
          </a:xfrm>
        </p:spPr>
        <p:txBody>
          <a:bodyPr/>
          <a:lstStyle>
            <a:lvl1pPr marL="0" indent="0">
              <a:buNone/>
              <a:defRPr>
                <a:latin typeface="+mj-lt"/>
              </a:defRPr>
            </a:lvl1pPr>
          </a:lstStyle>
          <a:p>
            <a:pPr lvl="0"/>
            <a:r>
              <a:rPr lang="en-US"/>
              <a:t>Question</a:t>
            </a:r>
          </a:p>
        </p:txBody>
      </p:sp>
      <p:sp>
        <p:nvSpPr>
          <p:cNvPr id="11" name="New shape">
            <a:extLst>
              <a:ext uri="{FF2B5EF4-FFF2-40B4-BE49-F238E27FC236}">
                <a16:creationId xmlns:a16="http://schemas.microsoft.com/office/drawing/2014/main" id="{A6F005E6-79F3-4EE9-AA92-1A88113E407B}"/>
              </a:ext>
            </a:extLst>
          </p:cNvPr>
          <p:cNvSpPr>
            <a:spLocks noGrp="1"/>
          </p:cNvSpPr>
          <p:nvPr>
            <p:ph type="body" sz="quarter" idx="11" hasCustomPrompt="1"/>
          </p:nvPr>
        </p:nvSpPr>
        <p:spPr>
          <a:xfrm>
            <a:off x="4096512" y="1755648"/>
            <a:ext cx="7772400" cy="4949952"/>
          </a:xfrm>
        </p:spPr>
        <p:txBody>
          <a:bodyPr/>
          <a:lstStyle>
            <a:lvl1pPr marL="0" indent="0">
              <a:buNone/>
              <a:defRPr/>
            </a:lvl1pPr>
          </a:lstStyle>
          <a:p>
            <a:pPr lvl="0"/>
            <a:r>
              <a:rPr lang="en-US"/>
              <a:t>Answer choices</a:t>
            </a:r>
          </a:p>
        </p:txBody>
      </p:sp>
    </p:spTree>
    <p:extLst>
      <p:ext uri="{BB962C8B-B14F-4D97-AF65-F5344CB8AC3E}">
        <p14:creationId xmlns:p14="http://schemas.microsoft.com/office/powerpoint/2010/main" val="321831288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Subtitle">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1612749"/>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Subtitle"/>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Block1">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Block2">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5" userDrawn="1">
          <p15:clr>
            <a:srgbClr val="5ACBF0"/>
          </p15:clr>
        </p15:guide>
        <p15:guide id="4" pos="3660">
          <p15:clr>
            <a:srgbClr val="5ACBF0"/>
          </p15:clr>
        </p15:guide>
        <p15:guide id="5" pos="402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defRPr sz="1600" b="0"/>
            </a:lvl3pPr>
            <a:lvl4pPr marL="652462"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defRPr sz="1600" b="0"/>
            </a:lvl3pPr>
            <a:lvl4pPr marL="652462"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3" userDrawn="1">
          <p15:clr>
            <a:srgbClr val="5ACBF0"/>
          </p15:clr>
        </p15:guide>
        <p15:guide id="4" pos="3656">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ct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a:lvl1pPr>
            <a:lvl2pPr marL="342900" indent="-171450">
              <a:defRPr lang="en-US"/>
            </a:lvl2pPr>
            <a:lvl3pPr marL="514350" indent="-171450">
              <a:defRPr lang="en-US"/>
            </a:lvl3pPr>
            <a:lvl4pPr marL="666750" indent="-152400">
              <a:defRPr lang="en-US"/>
            </a:lvl4pPr>
            <a:lvl5pPr marL="793750" indent="-120650">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ct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a:lvl1pPr>
            <a:lvl2pPr marL="342900" indent="-171450">
              <a:defRPr lang="en-US"/>
            </a:lvl2pPr>
            <a:lvl3pPr marL="514350" indent="-171450">
              <a:defRPr lang="en-US"/>
            </a:lvl3pPr>
            <a:lvl4pPr marL="685800" indent="-136525">
              <a:defRPr lang="en-US"/>
            </a:lvl4pPr>
            <a:lvl5pPr marL="793750" indent="-120650">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123141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a:lvl1pPr>
            <a:lvl2pPr marL="322263" indent="-150813">
              <a:defRPr lang="en-US" sz="1800"/>
            </a:lvl2pPr>
            <a:lvl3pPr marL="466725" indent="-138113">
              <a:defRPr lang="en-US"/>
            </a:lvl3pPr>
            <a:lvl4pPr marL="595313" indent="-128588">
              <a:defRPr lang="en-US"/>
            </a:lvl4pPr>
            <a:lvl5pPr marL="731838" indent="-1222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a:lvl1pPr>
            <a:lvl2pPr marL="398463" indent="-169863">
              <a:defRPr lang="en-US" sz="1800"/>
            </a:lvl2pPr>
            <a:lvl3pPr marL="555625" indent="-157163">
              <a:defRPr lang="en-US"/>
            </a:lvl3pPr>
            <a:lvl4pPr marL="685800" indent="-136525">
              <a:defRPr lang="en-US"/>
            </a:lvl4pPr>
            <a:lvl5pPr marL="800100" indent="-111125">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a:lvl1pPr>
            <a:lvl2pPr marL="398463" indent="-169863">
              <a:defRPr lang="en-US" sz="1800"/>
            </a:lvl2pPr>
            <a:lvl3pPr marL="555625" indent="-157163">
              <a:defRPr lang="en-US"/>
            </a:lvl3pPr>
            <a:lvl4pPr marL="685800" indent="-136525">
              <a:defRPr lang="en-US"/>
            </a:lvl4pPr>
            <a:lvl5pPr marL="800100" indent="-111125">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3494949"/>
      </p:ext>
    </p:extLst>
  </p:cSld>
  <p:clrMapOvr>
    <a:masterClrMapping/>
  </p:clrMapOvr>
  <p:transition>
    <p:fade/>
  </p:transition>
  <p:extLst>
    <p:ext uri="{DCECCB84-F9BA-43D5-87BE-67443E8EF086}">
      <p15:sldGuideLst xmlns:p15="http://schemas.microsoft.com/office/powerpoint/2012/main">
        <p15:guide id="3" orient="horz" pos="1506" userDrawn="1">
          <p15:clr>
            <a:srgbClr val="5ACBF0"/>
          </p15:clr>
        </p15:guide>
        <p15:guide id="4" orient="horz" pos="906" userDrawn="1">
          <p15:clr>
            <a:srgbClr val="5ACBF0"/>
          </p15:clr>
        </p15:guide>
        <p15:guide id="5" orient="horz" pos="288">
          <p15:clr>
            <a:srgbClr val="5ACBF0"/>
          </p15:clr>
        </p15:guide>
        <p15:guide id="6" pos="2430" userDrawn="1">
          <p15:clr>
            <a:srgbClr val="5ACBF0"/>
          </p15:clr>
        </p15:guide>
        <p15:guide id="7" pos="2811" userDrawn="1">
          <p15:clr>
            <a:srgbClr val="5ACBF0"/>
          </p15:clr>
        </p15:guide>
        <p15:guide id="8" pos="4871" userDrawn="1">
          <p15:clr>
            <a:srgbClr val="5ACBF0"/>
          </p15:clr>
        </p15:guide>
        <p15:guide id="9" pos="5251"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6703242"/>
      </p:ext>
    </p:extLst>
  </p:cSld>
  <p:clrMapOvr>
    <a:masterClrMapping/>
  </p:clrMapOvr>
  <p:transition>
    <p:fade/>
  </p:transition>
  <p:extLst>
    <p:ext uri="{DCECCB84-F9BA-43D5-87BE-67443E8EF086}">
      <p15:sldGuideLst xmlns:p15="http://schemas.microsoft.com/office/powerpoint/2012/main">
        <p15:guide id="4" orient="horz" pos="90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875002"/>
            <a:ext cx="4160521"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7767064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userDrawn="1">
          <p15:clr>
            <a:srgbClr val="5ACBF0"/>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pos="3336" userDrawn="1">
          <p15:clr>
            <a:srgbClr val="FBAE40"/>
          </p15:clr>
        </p15:guide>
        <p15:guide id="32" orient="horz" pos="2160" userDrawn="1">
          <p15:clr>
            <a:srgbClr val="5ACBF0"/>
          </p15:clr>
        </p15:guide>
        <p15:guide id="33" pos="299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706997545"/>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390530179"/>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20700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1981200"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1756631" y="4984745"/>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5054125" y="23844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829556" y="4984746"/>
            <a:ext cx="2532888" cy="1284291"/>
          </a:xfrm>
        </p:spPr>
        <p:txBody>
          <a:bodyPr/>
          <a:lstStyle>
            <a:lvl1pPr marL="0" indent="0" algn="ctr">
              <a:spcBef>
                <a:spcPct val="0"/>
              </a:spcBef>
              <a:buNone/>
              <a:defRPr sz="24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8127050"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902481"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927612341"/>
      </p:ext>
    </p:extLst>
  </p:cSld>
  <p:clrMapOvr>
    <a:masterClrMapping/>
  </p:clrMapOvr>
  <p:transition>
    <p:fade/>
  </p:transition>
  <p:extLst>
    <p:ext uri="{DCECCB84-F9BA-43D5-87BE-67443E8EF086}">
      <p15:sldGuideLst xmlns:p15="http://schemas.microsoft.com/office/powerpoint/2012/main">
        <p15:guide id="1" orient="horz" pos="751" userDrawn="1">
          <p15:clr>
            <a:srgbClr val="FBAE40"/>
          </p15:clr>
        </p15:guide>
        <p15:guide id="2" orient="horz" pos="3131" userDrawn="1">
          <p15:clr>
            <a:srgbClr val="5ACBF0"/>
          </p15:clr>
        </p15:guide>
        <p15:guide id="3" pos="3840" userDrawn="1">
          <p15:clr>
            <a:srgbClr val="5ACBF0"/>
          </p15:clr>
        </p15:guide>
        <p15:guide id="4" pos="1904" userDrawn="1">
          <p15:clr>
            <a:srgbClr val="5ACBF0"/>
          </p15:clr>
        </p15:guide>
        <p15:guide id="5" pos="5775" userDrawn="1">
          <p15:clr>
            <a:srgbClr val="5ACBF0"/>
          </p15:clr>
        </p15:guide>
        <p15:guide id="6" pos="1104" userDrawn="1">
          <p15:clr>
            <a:srgbClr val="5ACBF0"/>
          </p15:clr>
        </p15:guide>
        <p15:guide id="7" pos="2705" userDrawn="1">
          <p15:clr>
            <a:srgbClr val="5ACBF0"/>
          </p15:clr>
        </p15:guide>
        <p15:guide id="8" pos="3043" userDrawn="1">
          <p15:clr>
            <a:srgbClr val="5ACBF0"/>
          </p15:clr>
        </p15:guide>
        <p15:guide id="9" pos="4642" userDrawn="1">
          <p15:clr>
            <a:srgbClr val="5ACBF0"/>
          </p15:clr>
        </p15:guide>
        <p15:guide id="10" pos="4980" userDrawn="1">
          <p15:clr>
            <a:srgbClr val="5ACBF0"/>
          </p15:clr>
        </p15:guide>
        <p15:guide id="11" pos="6576" userDrawn="1">
          <p15:clr>
            <a:srgbClr val="5ACBF0"/>
          </p15:clr>
        </p15:guide>
        <p15:guide id="12" orient="horz" pos="1502" userDrawn="1">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20700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828296"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2612"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646239"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27985" y="4984746"/>
            <a:ext cx="2532888" cy="1284291"/>
          </a:xfrm>
        </p:spPr>
        <p:txBody>
          <a:bodyPr/>
          <a:lstStyle>
            <a:lvl1pPr marL="0" indent="0" algn="ctr">
              <a:spcBef>
                <a:spcPct val="0"/>
              </a:spcBef>
              <a:buNone/>
              <a:defRPr sz="24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462013"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252243"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301069"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076500"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227129497"/>
      </p:ext>
    </p:extLst>
  </p:cSld>
  <p:clrMapOvr>
    <a:masterClrMapping/>
  </p:clrMapOvr>
  <p:transition>
    <p:fade/>
  </p:transition>
  <p:extLst>
    <p:ext uri="{DCECCB84-F9BA-43D5-87BE-67443E8EF086}">
      <p15:sldGuideLst xmlns:p15="http://schemas.microsoft.com/office/powerpoint/2012/main">
        <p15:guide id="1" orient="horz" pos="751" userDrawn="1">
          <p15:clr>
            <a:srgbClr val="FBAE40"/>
          </p15:clr>
        </p15:guide>
        <p15:guide id="2" orient="horz" pos="3138" userDrawn="1">
          <p15:clr>
            <a:srgbClr val="5ACBF0"/>
          </p15:clr>
        </p15:guide>
        <p15:guide id="3" pos="3937" userDrawn="1">
          <p15:clr>
            <a:srgbClr val="5ACBF0"/>
          </p15:clr>
        </p15:guide>
        <p15:guide id="4" pos="1961" userDrawn="1">
          <p15:clr>
            <a:srgbClr val="5ACBF0"/>
          </p15:clr>
        </p15:guide>
        <p15:guide id="5" pos="5717" userDrawn="1">
          <p15:clr>
            <a:srgbClr val="5ACBF0"/>
          </p15:clr>
        </p15:guide>
        <p15:guide id="6" pos="5534" userDrawn="1">
          <p15:clr>
            <a:srgbClr val="5ACBF0"/>
          </p15:clr>
        </p15:guide>
        <p15:guide id="7" pos="3760" userDrawn="1">
          <p15:clr>
            <a:srgbClr val="5ACBF0"/>
          </p15:clr>
        </p15:guide>
        <p15:guide id="8" pos="2162" userDrawn="1">
          <p15:clr>
            <a:srgbClr val="5ACBF0"/>
          </p15:clr>
        </p15:guide>
        <p15:guide id="10" pos="2955" userDrawn="1">
          <p15:clr>
            <a:srgbClr val="5ACBF0"/>
          </p15:clr>
        </p15:guide>
        <p15:guide id="11" pos="4727" userDrawn="1">
          <p15:clr>
            <a:srgbClr val="5ACBF0"/>
          </p15:clr>
        </p15:guide>
        <p15:guide id="12" pos="6515" userDrawn="1">
          <p15:clr>
            <a:srgbClr val="5ACBF0"/>
          </p15:clr>
        </p15:guide>
        <p15:guide id="13" pos="1176" userDrawn="1">
          <p15:clr>
            <a:srgbClr val="5ACBF0"/>
          </p15:clr>
        </p15:guide>
        <p15:guide id="14" orient="horz" pos="1504" userDrawn="1">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ulleted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Subtitle">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30117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9"/>
            <a:ext cx="6667500" cy="430887"/>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flipH="1">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408484795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de_layout_fullscreen">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Filename">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gradFill>
        </p:spPr>
        <p:txBody>
          <a:bodyPr vert="horz" wrap="square" lIns="585216" tIns="91440" rIns="0" bIns="91440" rtlCol="0">
            <a:spAutoFit/>
          </a:bodyPr>
          <a:lstStyle>
            <a:lvl1pPr marL="0" indent="0">
              <a:buNone/>
              <a:defRPr lang="en-US" sz="1999">
                <a:solidFill>
                  <a:srgbClr val="FFFFFF"/>
                </a:solidFill>
                <a:latin typeface="+mj-lt"/>
              </a:defRPr>
            </a:lvl1pPr>
          </a:lstStyle>
          <a:p>
            <a:pPr marL="0" lvl="0" indent="0">
              <a:buNone/>
            </a:pPr>
            <a:r>
              <a:rPr lang="en-US"/>
              <a:t>Click to enter title</a:t>
            </a:r>
          </a:p>
        </p:txBody>
      </p:sp>
      <p:sp>
        <p:nvSpPr>
          <p:cNvPr id="5" name="CodeBlock"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5209074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s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CodeBlock">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8784808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de_layout">
    <p:bg>
      <p:bgRef idx="1001">
        <a:schemeClr val="bg2"/>
      </p:bgRef>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Subtitle">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ct val="0"/>
              </a:spcAft>
              <a:buNone/>
              <a:defRPr sz="24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Filename">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CodeBlock"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123353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553998"/>
          </a:xfrm>
        </p:spPr>
        <p:txBody>
          <a:bodyPr/>
          <a:lstStyle>
            <a:lvl1pPr>
              <a:defRPr>
                <a:solidFill>
                  <a:schemeClr val="tx1"/>
                </a:solidFill>
              </a:defRPr>
            </a:lvl1pPr>
          </a:lstStyle>
          <a:p>
            <a:r>
              <a:rPr lang="en-US"/>
              <a:t>Click to edit Master title style</a:t>
            </a:r>
          </a:p>
        </p:txBody>
      </p:sp>
      <p:sp>
        <p:nvSpPr>
          <p:cNvPr id="17" name="Filename">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CodeBlock"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Subtitle">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ct val="0"/>
              </a:spcAft>
              <a:buNone/>
              <a:defRPr sz="24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325722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de_layout_right">
    <p:bg>
      <p:bgRef idx="1001">
        <a:schemeClr val="bg2"/>
      </p:bgRef>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Subtitle">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ct val="0"/>
              </a:spcAft>
              <a:buNone/>
              <a:defRPr sz="24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9" name="Filename">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CodeBlock"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1511438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Filename">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CodeBlock"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Subtitle">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ct val="0"/>
              </a:spcAft>
              <a:buNone/>
              <a:defRPr sz="24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59189714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xercise_layout">
    <p:bg>
      <p:bgPr>
        <a:solidFill>
          <a:srgbClr val="243A5E"/>
        </a:solidFill>
        <a:effectLst/>
      </p:bgPr>
    </p:bg>
    <p:spTree>
      <p:nvGrpSpPr>
        <p:cNvPr id="1" name=""/>
        <p:cNvGrpSpPr/>
        <p:nvPr/>
      </p:nvGrpSpPr>
      <p:grpSpPr>
        <a:xfrm>
          <a:off x="0" y="0"/>
          <a:ext cx="0" cy="0"/>
          <a:chOff x="0" y="0"/>
          <a:chExt cx="0" cy="0"/>
        </a:xfrm>
      </p:grpSpPr>
      <p:pic>
        <p:nvPicPr>
          <p:cNvPr id="3" name="Image" descr="Image">
            <a:extLst>
              <a:ext uri="{FF2B5EF4-FFF2-40B4-BE49-F238E27FC236}">
                <a16:creationId xmlns:a16="http://schemas.microsoft.com/office/drawing/2014/main" id="{9B76177D-2EF6-4521-94A2-23E08BF9F9D3}"/>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7" name="Image" descr="Image">
            <a:extLst>
              <a:ext uri="{FF2B5EF4-FFF2-40B4-BE49-F238E27FC236}">
                <a16:creationId xmlns:a16="http://schemas.microsoft.com/office/drawing/2014/main" id="{9C455890-8289-4143-86AB-7615AE5D2F0C}"/>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p:cNvSpPr>
            <a:spLocks noGrp="1"/>
          </p:cNvSpPr>
          <p:nvPr>
            <p:ph type="title" hasCustomPrompt="1"/>
          </p:nvPr>
        </p:nvSpPr>
        <p:spPr>
          <a:xfrm>
            <a:off x="585216" y="3033223"/>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Demo title</a:t>
            </a:r>
          </a:p>
        </p:txBody>
      </p:sp>
      <p:sp>
        <p:nvSpPr>
          <p:cNvPr id="5" name="Subtitle"/>
          <p:cNvSpPr>
            <a:spLocks noGrp="1"/>
          </p:cNvSpPr>
          <p:nvPr>
            <p:ph type="body" sz="quarter" idx="12" hasCustomPrompt="1"/>
          </p:nvPr>
        </p:nvSpPr>
        <p:spPr>
          <a:xfrm>
            <a:off x="585216" y="3977319"/>
            <a:ext cx="6882384" cy="338554"/>
          </a:xfrm>
          <a:noFill/>
        </p:spPr>
        <p:txBody>
          <a:bodyPr wrap="square" lIns="0" tIns="0" rIns="0" bIns="0">
            <a:spAutoFit/>
          </a:bodyPr>
          <a:lstStyle>
            <a:lvl1pPr marL="0" indent="0">
              <a:spcBef>
                <a:spcPct val="0"/>
              </a:spcBef>
              <a:spcAft>
                <a:spcPct val="0"/>
              </a:spcAft>
              <a:buFont typeface="Arial" pitchFamily="34" charset="0"/>
              <a:buNone/>
              <a:defRPr sz="2200" spc="0" baseline="0">
                <a:solidFill>
                  <a:schemeClr val="tx1"/>
                </a:solidFill>
                <a:latin typeface="+mn-lt"/>
              </a:defRPr>
            </a:lvl1pPr>
          </a:lstStyle>
          <a:p>
            <a:pPr lvl="0"/>
            <a:r>
              <a:rPr lang="en-US"/>
              <a:t>Speaker name or subtitle</a:t>
            </a:r>
          </a:p>
        </p:txBody>
      </p:sp>
    </p:spTree>
    <p:extLst>
      <p:ext uri="{BB962C8B-B14F-4D97-AF65-F5344CB8AC3E}">
        <p14:creationId xmlns:p14="http://schemas.microsoft.com/office/powerpoint/2010/main" val="8799863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0">
          <p15:clr>
            <a:srgbClr val="5ACBF0"/>
          </p15:clr>
        </p15:guide>
        <p15:guide id="4" orient="horz" pos="250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_layout">
    <p:bg>
      <p:bgPr>
        <a:solidFill>
          <a:srgbClr val="243A5E"/>
        </a:solidFill>
        <a:effectLst/>
      </p:bgPr>
    </p:bg>
    <p:spTree>
      <p:nvGrpSpPr>
        <p:cNvPr id="1" name=""/>
        <p:cNvGrpSpPr/>
        <p:nvPr/>
      </p:nvGrpSpPr>
      <p:grpSpPr>
        <a:xfrm>
          <a:off x="0" y="0"/>
          <a:ext cx="0" cy="0"/>
          <a:chOff x="0" y="0"/>
          <a:chExt cx="0" cy="0"/>
        </a:xfrm>
      </p:grpSpPr>
      <p:pic>
        <p:nvPicPr>
          <p:cNvPr id="4" name="Image" descr="Image">
            <a:extLst>
              <a:ext uri="{FF2B5EF4-FFF2-40B4-BE49-F238E27FC236}">
                <a16:creationId xmlns:a16="http://schemas.microsoft.com/office/drawing/2014/main" id="{B9A523E9-3540-4A3B-ADB7-14250A07DF15}"/>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6" name="Image" descr="Image">
            <a:extLst>
              <a:ext uri="{FF2B5EF4-FFF2-40B4-BE49-F238E27FC236}">
                <a16:creationId xmlns:a16="http://schemas.microsoft.com/office/drawing/2014/main" id="{F0EEB245-734B-42B2-842F-C99AEF438844}"/>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p:cNvSpPr>
            <a:spLocks noGrp="1"/>
          </p:cNvSpPr>
          <p:nvPr>
            <p:ph type="title" hasCustomPrompt="1"/>
          </p:nvPr>
        </p:nvSpPr>
        <p:spPr>
          <a:xfrm>
            <a:off x="585216" y="3035808"/>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1451156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 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13305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_layout">
    <p:bg>
      <p:bgPr>
        <a:solidFill>
          <a:srgbClr val="243A5E"/>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defPPr>
              <a:defRPr lang="en-US"/>
            </a:defP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anose="020B0502040204020203"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anose="020B0502040204020203"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icrosoft Lear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077021-9464-44F6-B827-5358FF42B1A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a:stretch>
            <a:fillRect/>
          </a:stretch>
        </p:blipFill>
        <p:spPr bwMode="black">
          <a:xfrm>
            <a:off x="594518" y="613556"/>
            <a:ext cx="1366440" cy="292608"/>
          </a:xfrm>
          <a:prstGeom prst="rect">
            <a:avLst/>
          </a:prstGeom>
        </p:spPr>
      </p:pic>
      <p:sp>
        <p:nvSpPr>
          <p:cNvPr id="12" name="Text Placeholder 4">
            <a:extLst>
              <a:ext uri="{FF2B5EF4-FFF2-40B4-BE49-F238E27FC236}">
                <a16:creationId xmlns:a16="http://schemas.microsoft.com/office/drawing/2014/main" id="{5AF0652F-7102-4C27-A256-1E62A5FF6BFC}"/>
              </a:ext>
            </a:extLst>
          </p:cNvPr>
          <p:cNvSpPr txBox="1"/>
          <p:nvPr userDrawn="1"/>
        </p:nvSpPr>
        <p:spPr>
          <a:xfrm>
            <a:off x="568960" y="6259684"/>
            <a:ext cx="4163498" cy="307777"/>
          </a:xfrm>
          <a:prstGeom prst="rect">
            <a:avLst/>
          </a:prstGeom>
          <a:noFill/>
        </p:spPr>
        <p:txBody>
          <a:bodyPr wrap="square" lIns="0" tIns="0" rIns="0" bIns="0">
            <a:spAutoFit/>
          </a:bodyPr>
          <a:lstStyle>
            <a:defPPr>
              <a:defRPr lang="en-US"/>
            </a:defPPr>
            <a:lvl1pPr marL="0" marR="0" indent="0" algn="l" defTabSz="932742" rtl="0" eaLnBrk="1" fontAlgn="auto" latinLnBrk="0" hangingPunct="1">
              <a:lnSpc>
                <a:spcPct val="100000"/>
              </a:lnSpc>
              <a:spcBef>
                <a:spcPct val="0"/>
              </a:spcBef>
              <a:spcAft>
                <a:spcPct val="0"/>
              </a:spcAft>
              <a:buClrTx/>
              <a:buSzPct val="90000"/>
              <a:buFont typeface="Wingdings" panose="05000000000000000000" pitchFamily="2" charset="2"/>
              <a:buNone/>
              <a:defRPr sz="2400" kern="1200" spc="0" baseline="0">
                <a:solidFill>
                  <a:srgbClr val="0078D4"/>
                </a:solidFill>
                <a:latin typeface="+mj-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Microsoft.com/Learn</a:t>
            </a:r>
          </a:p>
        </p:txBody>
      </p:sp>
    </p:spTree>
    <p:extLst>
      <p:ext uri="{BB962C8B-B14F-4D97-AF65-F5344CB8AC3E}">
        <p14:creationId xmlns:p14="http://schemas.microsoft.com/office/powerpoint/2010/main" val="3566874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243A5E"/>
        </a:solidFill>
        <a:effectLst/>
      </p:bgPr>
    </p:bg>
    <p:spTree>
      <p:nvGrpSpPr>
        <p:cNvPr id="1" name=""/>
        <p:cNvGrpSpPr/>
        <p:nvPr/>
      </p:nvGrpSpPr>
      <p:grpSpPr>
        <a:xfrm>
          <a:off x="0" y="0"/>
          <a:ext cx="0" cy="0"/>
          <a:chOff x="0" y="0"/>
          <a:chExt cx="0" cy="0"/>
        </a:xfrm>
      </p:grpSpPr>
      <p:pic>
        <p:nvPicPr>
          <p:cNvPr id="3" name="Image" descr="Image">
            <a:extLst>
              <a:ext uri="{FF2B5EF4-FFF2-40B4-BE49-F238E27FC236}">
                <a16:creationId xmlns:a16="http://schemas.microsoft.com/office/drawing/2014/main" id="{2F454218-0D46-4351-BBBB-D82416BE5B22}"/>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4" name="Image" descr="Image">
            <a:extLst>
              <a:ext uri="{FF2B5EF4-FFF2-40B4-BE49-F238E27FC236}">
                <a16:creationId xmlns:a16="http://schemas.microsoft.com/office/drawing/2014/main" id="{639BE83B-0B32-4FF7-946B-BAF64DA16D80}"/>
              </a:ext>
            </a:extLst>
          </p:cNvPr>
          <p:cNvPicPr>
            <a:picLocks noChangeAspect="1"/>
          </p:cNvPicPr>
          <p:nvPr userDrawn="1"/>
        </p:nvPicPr>
        <p:blipFill>
          <a:blip r:embed="rId3"/>
          <a:stretch>
            <a:fillRect/>
          </a:stretch>
        </p:blipFill>
        <p:spPr>
          <a:xfrm>
            <a:off x="0" y="702520"/>
            <a:ext cx="12190286" cy="6155481"/>
          </a:xfrm>
          <a:prstGeom prst="rect">
            <a:avLst/>
          </a:prstGeom>
          <a:ln w="12700">
            <a:miter lim="400000"/>
          </a:ln>
        </p:spPr>
      </p:pic>
      <p:sp>
        <p:nvSpPr>
          <p:cNvPr id="9" name="Title 1"/>
          <p:cNvSpPr>
            <a:spLocks noGrp="1"/>
          </p:cNvSpPr>
          <p:nvPr>
            <p:ph type="title" hasCustomPrompt="1"/>
          </p:nvPr>
        </p:nvSpPr>
        <p:spPr>
          <a:xfrm>
            <a:off x="584200" y="2979778"/>
            <a:ext cx="6883400" cy="553998"/>
          </a:xfrm>
          <a:noFill/>
        </p:spPr>
        <p:txBody>
          <a:bodyPr wrap="square" lIns="0" tIns="0" rIns="0" bIns="0" anchor="b" anchorCtr="0">
            <a:spAutoFit/>
          </a:bodyPr>
          <a:lstStyle>
            <a:lvl1pPr>
              <a:defRPr sz="3600" spc="-50" baseline="0">
                <a:solidFill>
                  <a:schemeClr val="tx1"/>
                </a:solidFill>
                <a:latin typeface="+mj-lt"/>
                <a:cs typeface="Segoe UI" pitchFamily="34" charset="0"/>
              </a:defRPr>
            </a:lvl1pPr>
          </a:lstStyle>
          <a:p>
            <a:r>
              <a:rPr lang="en-US"/>
              <a:t>Presentation title </a:t>
            </a:r>
          </a:p>
        </p:txBody>
      </p:sp>
      <p:sp>
        <p:nvSpPr>
          <p:cNvPr id="5" name="Text Placeholder 4"/>
          <p:cNvSpPr>
            <a:spLocks noGrp="1"/>
          </p:cNvSpPr>
          <p:nvPr>
            <p:ph type="body" sz="quarter" idx="12" hasCustomPrompt="1"/>
          </p:nvPr>
        </p:nvSpPr>
        <p:spPr>
          <a:xfrm>
            <a:off x="584200" y="3962400"/>
            <a:ext cx="6883400" cy="338554"/>
          </a:xfrm>
          <a:noFill/>
        </p:spPr>
        <p:txBody>
          <a:bodyPr wrap="square" lIns="0" tIns="0" rIns="0" bIns="0">
            <a:spAutoFit/>
          </a:bodyPr>
          <a:lstStyle>
            <a:lvl1pPr marL="0" indent="0">
              <a:spcBef>
                <a:spcPct val="0"/>
              </a:spcBef>
              <a:buNone/>
              <a:defRPr sz="2200" spc="0" baseline="0">
                <a:solidFill>
                  <a:schemeClr val="tx1"/>
                </a:solidFill>
                <a:latin typeface="+mn-lt"/>
                <a:cs typeface="Segoe UI"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FBA90332-A7D9-4353-82A5-431FF1E924E8}"/>
              </a:ext>
            </a:extLst>
          </p:cNvPr>
          <p:cNvPicPr>
            <a:picLocks noChangeAspect="1"/>
          </p:cNvPicPr>
          <p:nvPr userDrawn="1"/>
        </p:nvPicPr>
        <p:blipFill>
          <a:blip r:embed="rId4"/>
          <a:stretch>
            <a:fillRect/>
          </a:stretch>
        </p:blipFill>
        <p:spPr bwMode="invGray">
          <a:xfrm>
            <a:off x="584200" y="585788"/>
            <a:ext cx="1366245" cy="292608"/>
          </a:xfrm>
          <a:prstGeom prst="rect">
            <a:avLst/>
          </a:prstGeom>
        </p:spPr>
      </p:pic>
    </p:spTree>
    <p:extLst>
      <p:ext uri="{BB962C8B-B14F-4D97-AF65-F5344CB8AC3E}">
        <p14:creationId xmlns:p14="http://schemas.microsoft.com/office/powerpoint/2010/main" val="26059901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4704">
          <p15:clr>
            <a:srgbClr val="5ACBF0"/>
          </p15:clr>
        </p15:guide>
        <p15:guide id="4" orient="horz" pos="216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71625785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53668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78586275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5" userDrawn="1">
          <p15:clr>
            <a:srgbClr val="5ACBF0"/>
          </p15:clr>
        </p15:guide>
        <p15:guide id="4" pos="3660">
          <p15:clr>
            <a:srgbClr val="5ACBF0"/>
          </p15:clr>
        </p15:guide>
        <p15:guide id="5" pos="402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defRPr sz="1600" b="0"/>
            </a:lvl3pPr>
            <a:lvl4pPr marL="652462"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defRPr sz="1600" b="0"/>
            </a:lvl3pPr>
            <a:lvl4pPr marL="652462"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3642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3" userDrawn="1">
          <p15:clr>
            <a:srgbClr val="5ACBF0"/>
          </p15:clr>
        </p15:guide>
        <p15:guide id="4" pos="3656">
          <p15:clr>
            <a:srgbClr val="5ACBF0"/>
          </p15:clr>
        </p15:guide>
        <p15:guide id="5" pos="4024">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ct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a:lvl1pPr>
            <a:lvl2pPr marL="342900" indent="-171450">
              <a:defRPr lang="en-US"/>
            </a:lvl2pPr>
            <a:lvl3pPr marL="514350" indent="-171450">
              <a:defRPr lang="en-US"/>
            </a:lvl3pPr>
            <a:lvl4pPr marL="666750" indent="-152400">
              <a:defRPr lang="en-US"/>
            </a:lvl4pPr>
            <a:lvl5pPr marL="793750" indent="-120650">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ct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a:lvl1pPr>
            <a:lvl2pPr marL="342900" indent="-171450">
              <a:defRPr lang="en-US"/>
            </a:lvl2pPr>
            <a:lvl3pPr marL="514350" indent="-171450">
              <a:defRPr lang="en-US"/>
            </a:lvl3pPr>
            <a:lvl4pPr marL="685800" indent="-136525">
              <a:defRPr lang="en-US"/>
            </a:lvl4pPr>
            <a:lvl5pPr marL="793750" indent="-120650">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249032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a:lvl1pPr>
            <a:lvl2pPr marL="322263" indent="-150813">
              <a:defRPr lang="en-US" sz="1800"/>
            </a:lvl2pPr>
            <a:lvl3pPr marL="466725" indent="-138113">
              <a:defRPr lang="en-US"/>
            </a:lvl3pPr>
            <a:lvl4pPr marL="595313" indent="-128588">
              <a:defRPr lang="en-US"/>
            </a:lvl4pPr>
            <a:lvl5pPr marL="731838" indent="-1222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a:lvl1pPr>
            <a:lvl2pPr marL="398463" indent="-169863">
              <a:defRPr lang="en-US" sz="1800"/>
            </a:lvl2pPr>
            <a:lvl3pPr marL="555625" indent="-157163">
              <a:defRPr lang="en-US"/>
            </a:lvl3pPr>
            <a:lvl4pPr marL="685800" indent="-136525">
              <a:defRPr lang="en-US"/>
            </a:lvl4pPr>
            <a:lvl5pPr marL="800100" indent="-111125">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a:lvl1pPr>
            <a:lvl2pPr marL="398463" indent="-169863">
              <a:defRPr lang="en-US" sz="1800"/>
            </a:lvl2pPr>
            <a:lvl3pPr marL="555625" indent="-157163">
              <a:defRPr lang="en-US"/>
            </a:lvl3pPr>
            <a:lvl4pPr marL="685800" indent="-136525">
              <a:defRPr lang="en-US"/>
            </a:lvl4pPr>
            <a:lvl5pPr marL="800100" indent="-111125">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9779561"/>
      </p:ext>
    </p:extLst>
  </p:cSld>
  <p:clrMapOvr>
    <a:masterClrMapping/>
  </p:clrMapOvr>
  <p:transition>
    <p:fade/>
  </p:transition>
  <p:extLst>
    <p:ext uri="{DCECCB84-F9BA-43D5-87BE-67443E8EF086}">
      <p15:sldGuideLst xmlns:p15="http://schemas.microsoft.com/office/powerpoint/2012/main">
        <p15:guide id="3" orient="horz" pos="1506" userDrawn="1">
          <p15:clr>
            <a:srgbClr val="5ACBF0"/>
          </p15:clr>
        </p15:guide>
        <p15:guide id="4" orient="horz" pos="906" userDrawn="1">
          <p15:clr>
            <a:srgbClr val="5ACBF0"/>
          </p15:clr>
        </p15:guide>
        <p15:guide id="5" orient="horz" pos="288">
          <p15:clr>
            <a:srgbClr val="5ACBF0"/>
          </p15:clr>
        </p15:guide>
        <p15:guide id="6" pos="2430" userDrawn="1">
          <p15:clr>
            <a:srgbClr val="5ACBF0"/>
          </p15:clr>
        </p15:guide>
        <p15:guide id="7" pos="2811" userDrawn="1">
          <p15:clr>
            <a:srgbClr val="5ACBF0"/>
          </p15:clr>
        </p15:guide>
        <p15:guide id="8" pos="4871" userDrawn="1">
          <p15:clr>
            <a:srgbClr val="5ACBF0"/>
          </p15:clr>
        </p15:guide>
        <p15:guide id="9" pos="5251" userDrawn="1">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Four 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3153603"/>
      </p:ext>
    </p:extLst>
  </p:cSld>
  <p:clrMapOvr>
    <a:masterClrMapping/>
  </p:clrMapOvr>
  <p:transition>
    <p:fade/>
  </p:transition>
  <p:extLst>
    <p:ext uri="{DCECCB84-F9BA-43D5-87BE-67443E8EF086}">
      <p15:sldGuideLst xmlns:p15="http://schemas.microsoft.com/office/powerpoint/2012/main">
        <p15:guide id="4" orient="horz" pos="90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userDrawn="1">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683877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875002"/>
            <a:ext cx="4160521"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08329166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userDrawn="1">
          <p15:clr>
            <a:srgbClr val="5ACBF0"/>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pos="3336" userDrawn="1">
          <p15:clr>
            <a:srgbClr val="FBAE40"/>
          </p15:clr>
        </p15:guide>
        <p15:guide id="32" orient="horz" pos="2160" userDrawn="1">
          <p15:clr>
            <a:srgbClr val="5ACBF0"/>
          </p15:clr>
        </p15:guide>
        <p15:guide id="33" pos="2994" userDrawn="1">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itchFamily="34" charset="0"/>
              </a:defRPr>
            </a:lvl1pPr>
          </a:lstStyle>
          <a:p>
            <a:r>
              <a:rPr lang="en-US"/>
              <a:t>Click to edit Master title style</a:t>
            </a:r>
          </a:p>
        </p:txBody>
      </p:sp>
    </p:spTree>
    <p:extLst>
      <p:ext uri="{BB962C8B-B14F-4D97-AF65-F5344CB8AC3E}">
        <p14:creationId xmlns:p14="http://schemas.microsoft.com/office/powerpoint/2010/main" val="393405709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937547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500299848"/>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30284232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27766200"/>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userDrawn="1">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61214979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60896985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4148468026"/>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695142305"/>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87832052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72307101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6623001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9178439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136435279"/>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20700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1981200"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1756631" y="4984745"/>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5054125" y="23844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829556" y="4984746"/>
            <a:ext cx="2532888" cy="1284291"/>
          </a:xfrm>
        </p:spPr>
        <p:txBody>
          <a:bodyPr/>
          <a:lstStyle>
            <a:lvl1pPr marL="0" indent="0" algn="ctr">
              <a:spcBef>
                <a:spcPct val="0"/>
              </a:spcBef>
              <a:buNone/>
              <a:defRPr sz="24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8127050"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902481"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637421665"/>
      </p:ext>
    </p:extLst>
  </p:cSld>
  <p:clrMapOvr>
    <a:masterClrMapping/>
  </p:clrMapOvr>
  <p:transition>
    <p:fade/>
  </p:transition>
  <p:extLst>
    <p:ext uri="{DCECCB84-F9BA-43D5-87BE-67443E8EF086}">
      <p15:sldGuideLst xmlns:p15="http://schemas.microsoft.com/office/powerpoint/2012/main">
        <p15:guide id="1" orient="horz" pos="751" userDrawn="1">
          <p15:clr>
            <a:srgbClr val="FBAE40"/>
          </p15:clr>
        </p15:guide>
        <p15:guide id="2" orient="horz" pos="3131" userDrawn="1">
          <p15:clr>
            <a:srgbClr val="5ACBF0"/>
          </p15:clr>
        </p15:guide>
        <p15:guide id="3" pos="3840" userDrawn="1">
          <p15:clr>
            <a:srgbClr val="5ACBF0"/>
          </p15:clr>
        </p15:guide>
        <p15:guide id="4" pos="1904" userDrawn="1">
          <p15:clr>
            <a:srgbClr val="5ACBF0"/>
          </p15:clr>
        </p15:guide>
        <p15:guide id="5" pos="5775" userDrawn="1">
          <p15:clr>
            <a:srgbClr val="5ACBF0"/>
          </p15:clr>
        </p15:guide>
        <p15:guide id="6" pos="1104" userDrawn="1">
          <p15:clr>
            <a:srgbClr val="5ACBF0"/>
          </p15:clr>
        </p15:guide>
        <p15:guide id="7" pos="2705" userDrawn="1">
          <p15:clr>
            <a:srgbClr val="5ACBF0"/>
          </p15:clr>
        </p15:guide>
        <p15:guide id="8" pos="3043" userDrawn="1">
          <p15:clr>
            <a:srgbClr val="5ACBF0"/>
          </p15:clr>
        </p15:guide>
        <p15:guide id="9" pos="4642" userDrawn="1">
          <p15:clr>
            <a:srgbClr val="5ACBF0"/>
          </p15:clr>
        </p15:guide>
        <p15:guide id="10" pos="4980" userDrawn="1">
          <p15:clr>
            <a:srgbClr val="5ACBF0"/>
          </p15:clr>
        </p15:guide>
        <p15:guide id="11" pos="6576" userDrawn="1">
          <p15:clr>
            <a:srgbClr val="5ACBF0"/>
          </p15:clr>
        </p15:guide>
        <p15:guide id="12" orient="horz" pos="1502" userDrawn="1">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20700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828296"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2612"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646239"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27985" y="4984746"/>
            <a:ext cx="2532888" cy="1284291"/>
          </a:xfrm>
        </p:spPr>
        <p:txBody>
          <a:bodyPr/>
          <a:lstStyle>
            <a:lvl1pPr marL="0" indent="0" algn="ctr">
              <a:spcBef>
                <a:spcPct val="0"/>
              </a:spcBef>
              <a:buNone/>
              <a:defRPr sz="24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462013"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252243"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301069"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076500"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338666037"/>
      </p:ext>
    </p:extLst>
  </p:cSld>
  <p:clrMapOvr>
    <a:masterClrMapping/>
  </p:clrMapOvr>
  <p:transition>
    <p:fade/>
  </p:transition>
  <p:extLst>
    <p:ext uri="{DCECCB84-F9BA-43D5-87BE-67443E8EF086}">
      <p15:sldGuideLst xmlns:p15="http://schemas.microsoft.com/office/powerpoint/2012/main">
        <p15:guide id="1" orient="horz" pos="751" userDrawn="1">
          <p15:clr>
            <a:srgbClr val="FBAE40"/>
          </p15:clr>
        </p15:guide>
        <p15:guide id="2" orient="horz" pos="3138" userDrawn="1">
          <p15:clr>
            <a:srgbClr val="5ACBF0"/>
          </p15:clr>
        </p15:guide>
        <p15:guide id="3" pos="3937" userDrawn="1">
          <p15:clr>
            <a:srgbClr val="5ACBF0"/>
          </p15:clr>
        </p15:guide>
        <p15:guide id="4" pos="1961" userDrawn="1">
          <p15:clr>
            <a:srgbClr val="5ACBF0"/>
          </p15:clr>
        </p15:guide>
        <p15:guide id="5" pos="5717" userDrawn="1">
          <p15:clr>
            <a:srgbClr val="5ACBF0"/>
          </p15:clr>
        </p15:guide>
        <p15:guide id="6" pos="5534" userDrawn="1">
          <p15:clr>
            <a:srgbClr val="5ACBF0"/>
          </p15:clr>
        </p15:guide>
        <p15:guide id="7" pos="3760" userDrawn="1">
          <p15:clr>
            <a:srgbClr val="5ACBF0"/>
          </p15:clr>
        </p15:guide>
        <p15:guide id="8" pos="2162" userDrawn="1">
          <p15:clr>
            <a:srgbClr val="5ACBF0"/>
          </p15:clr>
        </p15:guide>
        <p15:guide id="10" pos="2955" userDrawn="1">
          <p15:clr>
            <a:srgbClr val="5ACBF0"/>
          </p15:clr>
        </p15:guide>
        <p15:guide id="11" pos="4727" userDrawn="1">
          <p15:clr>
            <a:srgbClr val="5ACBF0"/>
          </p15:clr>
        </p15:guide>
        <p15:guide id="12" pos="6515" userDrawn="1">
          <p15:clr>
            <a:srgbClr val="5ACBF0"/>
          </p15:clr>
        </p15:guide>
        <p15:guide id="13" pos="1176" userDrawn="1">
          <p15:clr>
            <a:srgbClr val="5ACBF0"/>
          </p15:clr>
        </p15:guide>
        <p15:guide id="14" orient="horz" pos="1504" userDrawn="1">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629929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9"/>
            <a:ext cx="6667500" cy="430887"/>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flipH="1">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60046383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gradFill>
        </p:spPr>
        <p:txBody>
          <a:bodyPr vert="horz" wrap="square" lIns="585216" tIns="91440" rIns="0" bIns="91440" rtlCol="0">
            <a:spAutoFit/>
          </a:bodyPr>
          <a:lstStyle>
            <a:lvl1pPr marL="0" indent="0">
              <a:buNone/>
              <a:defRPr lang="en-US" sz="1999">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365304283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66923394"/>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ct val="0"/>
              </a:spcAft>
              <a:buNone/>
              <a:defRPr sz="24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7513796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553998"/>
          </a:xfrm>
        </p:spPr>
        <p:txBody>
          <a:bodyPr/>
          <a:lstStyle>
            <a:lvl1pPr>
              <a:defRPr>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ct val="0"/>
              </a:spcAft>
              <a:buNone/>
              <a:defRPr sz="24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86473183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ct val="0"/>
              </a:spcAft>
              <a:buNone/>
              <a:defRPr sz="24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427332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ct val="0"/>
              </a:spcAft>
              <a:buNone/>
              <a:defRPr sz="24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006261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243A5E"/>
        </a:solidFill>
        <a:effectLst/>
      </p:bgPr>
    </p:bg>
    <p:spTree>
      <p:nvGrpSpPr>
        <p:cNvPr id="1" name=""/>
        <p:cNvGrpSpPr/>
        <p:nvPr/>
      </p:nvGrpSpPr>
      <p:grpSpPr>
        <a:xfrm>
          <a:off x="0" y="0"/>
          <a:ext cx="0" cy="0"/>
          <a:chOff x="0" y="0"/>
          <a:chExt cx="0" cy="0"/>
        </a:xfrm>
      </p:grpSpPr>
      <p:pic>
        <p:nvPicPr>
          <p:cNvPr id="3" name="Image" descr="Image">
            <a:extLst>
              <a:ext uri="{FF2B5EF4-FFF2-40B4-BE49-F238E27FC236}">
                <a16:creationId xmlns:a16="http://schemas.microsoft.com/office/drawing/2014/main" id="{9B76177D-2EF6-4521-94A2-23E08BF9F9D3}"/>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7" name="Image" descr="Image">
            <a:extLst>
              <a:ext uri="{FF2B5EF4-FFF2-40B4-BE49-F238E27FC236}">
                <a16:creationId xmlns:a16="http://schemas.microsoft.com/office/drawing/2014/main" id="{9C455890-8289-4143-86AB-7615AE5D2F0C}"/>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1"/>
          <p:cNvSpPr>
            <a:spLocks noGrp="1"/>
          </p:cNvSpPr>
          <p:nvPr>
            <p:ph type="title" hasCustomPrompt="1"/>
          </p:nvPr>
        </p:nvSpPr>
        <p:spPr>
          <a:xfrm>
            <a:off x="585216" y="3033223"/>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882384" cy="338554"/>
          </a:xfrm>
          <a:noFill/>
        </p:spPr>
        <p:txBody>
          <a:bodyPr wrap="square" lIns="0" tIns="0" rIns="0" bIns="0">
            <a:spAutoFit/>
          </a:bodyPr>
          <a:lstStyle>
            <a:lvl1pPr marL="0" indent="0">
              <a:spcBef>
                <a:spcPct val="0"/>
              </a:spcBef>
              <a:spcAft>
                <a:spcPct val="0"/>
              </a:spcAft>
              <a:buFont typeface="Arial" pitchFamily="34" charset="0"/>
              <a:buNone/>
              <a:defRPr sz="2200" spc="0" baseline="0">
                <a:solidFill>
                  <a:schemeClr val="tx1"/>
                </a:solidFill>
                <a:latin typeface="+mn-lt"/>
              </a:defRPr>
            </a:lvl1pPr>
          </a:lstStyle>
          <a:p>
            <a:pPr lvl="0"/>
            <a:r>
              <a:rPr lang="en-US"/>
              <a:t>Speaker name or subtitle</a:t>
            </a:r>
          </a:p>
        </p:txBody>
      </p:sp>
    </p:spTree>
    <p:extLst>
      <p:ext uri="{BB962C8B-B14F-4D97-AF65-F5344CB8AC3E}">
        <p14:creationId xmlns:p14="http://schemas.microsoft.com/office/powerpoint/2010/main" val="21403243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0">
          <p15:clr>
            <a:srgbClr val="5ACBF0"/>
          </p15:clr>
        </p15:guide>
        <p15:guide id="4" orient="horz" pos="2505">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pic>
        <p:nvPicPr>
          <p:cNvPr id="4" name="Image" descr="Image">
            <a:extLst>
              <a:ext uri="{FF2B5EF4-FFF2-40B4-BE49-F238E27FC236}">
                <a16:creationId xmlns:a16="http://schemas.microsoft.com/office/drawing/2014/main" id="{B9A523E9-3540-4A3B-ADB7-14250A07DF15}"/>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6" name="Image" descr="Image">
            <a:extLst>
              <a:ext uri="{FF2B5EF4-FFF2-40B4-BE49-F238E27FC236}">
                <a16:creationId xmlns:a16="http://schemas.microsoft.com/office/drawing/2014/main" id="{F0EEB245-734B-42B2-842F-C99AEF438844}"/>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1"/>
          <p:cNvSpPr>
            <a:spLocks noGrp="1"/>
          </p:cNvSpPr>
          <p:nvPr>
            <p:ph type="title" hasCustomPrompt="1"/>
          </p:nvPr>
        </p:nvSpPr>
        <p:spPr>
          <a:xfrm>
            <a:off x="585216" y="3035808"/>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76719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1">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2749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65571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 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834090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243A5E"/>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defPPr>
              <a:defRPr lang="en-US"/>
            </a:defP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1792391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anose="020B0502040204020203"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anose="020B0502040204020203"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4161750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Microsoft Lear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077021-9464-44F6-B827-5358FF42B1A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3"/>
          <a:stretch>
            <a:fillRect/>
          </a:stretch>
        </p:blipFill>
        <p:spPr bwMode="black">
          <a:xfrm>
            <a:off x="594518" y="613556"/>
            <a:ext cx="1366440" cy="292608"/>
          </a:xfrm>
          <a:prstGeom prst="rect">
            <a:avLst/>
          </a:prstGeom>
        </p:spPr>
      </p:pic>
      <p:sp>
        <p:nvSpPr>
          <p:cNvPr id="12" name="Text Placeholder 4">
            <a:extLst>
              <a:ext uri="{FF2B5EF4-FFF2-40B4-BE49-F238E27FC236}">
                <a16:creationId xmlns:a16="http://schemas.microsoft.com/office/drawing/2014/main" id="{5AF0652F-7102-4C27-A256-1E62A5FF6BFC}"/>
              </a:ext>
            </a:extLst>
          </p:cNvPr>
          <p:cNvSpPr txBox="1"/>
          <p:nvPr userDrawn="1"/>
        </p:nvSpPr>
        <p:spPr>
          <a:xfrm>
            <a:off x="568960" y="6259684"/>
            <a:ext cx="4163498" cy="307777"/>
          </a:xfrm>
          <a:prstGeom prst="rect">
            <a:avLst/>
          </a:prstGeom>
          <a:noFill/>
        </p:spPr>
        <p:txBody>
          <a:bodyPr wrap="square" lIns="0" tIns="0" rIns="0" bIns="0">
            <a:spAutoFit/>
          </a:bodyPr>
          <a:lstStyle>
            <a:defPPr>
              <a:defRPr lang="en-US"/>
            </a:defPPr>
            <a:lvl1pPr marL="0" marR="0" indent="0" algn="l" defTabSz="932742" rtl="0" eaLnBrk="1" fontAlgn="auto" latinLnBrk="0" hangingPunct="1">
              <a:lnSpc>
                <a:spcPct val="100000"/>
              </a:lnSpc>
              <a:spcBef>
                <a:spcPct val="0"/>
              </a:spcBef>
              <a:spcAft>
                <a:spcPct val="0"/>
              </a:spcAft>
              <a:buClrTx/>
              <a:buSzPct val="90000"/>
              <a:buFont typeface="Wingdings" panose="05000000000000000000" pitchFamily="2" charset="2"/>
              <a:buNone/>
              <a:defRPr sz="2400" kern="1200" spc="0" baseline="0">
                <a:solidFill>
                  <a:srgbClr val="0078D4"/>
                </a:solidFill>
                <a:latin typeface="+mj-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Microsoft.com/Learn</a:t>
            </a:r>
          </a:p>
        </p:txBody>
      </p:sp>
    </p:spTree>
    <p:extLst>
      <p:ext uri="{BB962C8B-B14F-4D97-AF65-F5344CB8AC3E}">
        <p14:creationId xmlns:p14="http://schemas.microsoft.com/office/powerpoint/2010/main" val="232253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243A5E"/>
        </a:solidFill>
        <a:effectLst/>
      </p:bgPr>
    </p:bg>
    <p:spTree>
      <p:nvGrpSpPr>
        <p:cNvPr id="1" name=""/>
        <p:cNvGrpSpPr/>
        <p:nvPr/>
      </p:nvGrpSpPr>
      <p:grpSpPr>
        <a:xfrm>
          <a:off x="0" y="0"/>
          <a:ext cx="0" cy="0"/>
          <a:chOff x="0" y="0"/>
          <a:chExt cx="0" cy="0"/>
        </a:xfrm>
      </p:grpSpPr>
      <p:pic>
        <p:nvPicPr>
          <p:cNvPr id="3" name="Image" descr="Image">
            <a:extLst>
              <a:ext uri="{FF2B5EF4-FFF2-40B4-BE49-F238E27FC236}">
                <a16:creationId xmlns:a16="http://schemas.microsoft.com/office/drawing/2014/main" id="{2F454218-0D46-4351-BBBB-D82416BE5B22}"/>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4" name="Image" descr="Image">
            <a:extLst>
              <a:ext uri="{FF2B5EF4-FFF2-40B4-BE49-F238E27FC236}">
                <a16:creationId xmlns:a16="http://schemas.microsoft.com/office/drawing/2014/main" id="{639BE83B-0B32-4FF7-946B-BAF64DA16D80}"/>
              </a:ext>
            </a:extLst>
          </p:cNvPr>
          <p:cNvPicPr>
            <a:picLocks noChangeAspect="1"/>
          </p:cNvPicPr>
          <p:nvPr userDrawn="1"/>
        </p:nvPicPr>
        <p:blipFill>
          <a:blip r:embed="rId3"/>
          <a:stretch>
            <a:fillRect/>
          </a:stretch>
        </p:blipFill>
        <p:spPr>
          <a:xfrm>
            <a:off x="0" y="702520"/>
            <a:ext cx="12190286" cy="6155481"/>
          </a:xfrm>
          <a:prstGeom prst="rect">
            <a:avLst/>
          </a:prstGeom>
          <a:ln w="12700">
            <a:miter lim="400000"/>
          </a:ln>
        </p:spPr>
      </p:pic>
      <p:sp>
        <p:nvSpPr>
          <p:cNvPr id="9" name="Title 1"/>
          <p:cNvSpPr>
            <a:spLocks noGrp="1"/>
          </p:cNvSpPr>
          <p:nvPr>
            <p:ph type="title" hasCustomPrompt="1"/>
          </p:nvPr>
        </p:nvSpPr>
        <p:spPr>
          <a:xfrm>
            <a:off x="584200" y="2979778"/>
            <a:ext cx="6883400" cy="553998"/>
          </a:xfrm>
          <a:noFill/>
        </p:spPr>
        <p:txBody>
          <a:bodyPr wrap="square" lIns="0" tIns="0" rIns="0" bIns="0" anchor="b" anchorCtr="0">
            <a:spAutoFit/>
          </a:bodyPr>
          <a:lstStyle>
            <a:lvl1pPr>
              <a:defRPr sz="3600" spc="-50" baseline="0">
                <a:solidFill>
                  <a:schemeClr val="tx1"/>
                </a:solidFill>
                <a:latin typeface="+mj-lt"/>
                <a:cs typeface="Segoe UI" pitchFamily="34" charset="0"/>
              </a:defRPr>
            </a:lvl1pPr>
          </a:lstStyle>
          <a:p>
            <a:r>
              <a:rPr lang="en-US"/>
              <a:t>Presentation title </a:t>
            </a:r>
          </a:p>
        </p:txBody>
      </p:sp>
      <p:sp>
        <p:nvSpPr>
          <p:cNvPr id="5" name="Text Placeholder 4"/>
          <p:cNvSpPr>
            <a:spLocks noGrp="1"/>
          </p:cNvSpPr>
          <p:nvPr>
            <p:ph type="body" sz="quarter" idx="12" hasCustomPrompt="1"/>
          </p:nvPr>
        </p:nvSpPr>
        <p:spPr>
          <a:xfrm>
            <a:off x="584200" y="3962400"/>
            <a:ext cx="6883400" cy="338554"/>
          </a:xfrm>
          <a:noFill/>
        </p:spPr>
        <p:txBody>
          <a:bodyPr wrap="square" lIns="0" tIns="0" rIns="0" bIns="0">
            <a:spAutoFit/>
          </a:bodyPr>
          <a:lstStyle>
            <a:lvl1pPr marL="0" indent="0">
              <a:spcBef>
                <a:spcPct val="0"/>
              </a:spcBef>
              <a:buNone/>
              <a:defRPr sz="2200" spc="0" baseline="0">
                <a:solidFill>
                  <a:schemeClr val="tx1"/>
                </a:solidFill>
                <a:latin typeface="+mn-lt"/>
                <a:cs typeface="Segoe UI" pitchFamily="34" charset="0"/>
              </a:defRPr>
            </a:lvl1pPr>
          </a:lstStyle>
          <a:p>
            <a:pPr lvl="0"/>
            <a:r>
              <a:rPr lang="en-US"/>
              <a:t>Speaker name or subtitle text</a:t>
            </a:r>
          </a:p>
        </p:txBody>
      </p:sp>
      <p:pic>
        <p:nvPicPr>
          <p:cNvPr id="2" name="MS logo white - EMF" descr="Microsoft logo white text version">
            <a:extLst>
              <a:ext uri="{FF2B5EF4-FFF2-40B4-BE49-F238E27FC236}">
                <a16:creationId xmlns:a16="http://schemas.microsoft.com/office/drawing/2014/main" id="{FBA90332-A7D9-4353-82A5-431FF1E924E8}"/>
              </a:ext>
            </a:extLst>
          </p:cNvPr>
          <p:cNvPicPr>
            <a:picLocks noChangeAspect="1"/>
          </p:cNvPicPr>
          <p:nvPr userDrawn="1"/>
        </p:nvPicPr>
        <p:blipFill>
          <a:blip r:embed="rId4"/>
          <a:stretch>
            <a:fillRect/>
          </a:stretch>
        </p:blipFill>
        <p:spPr bwMode="invGray">
          <a:xfrm>
            <a:off x="584200" y="585788"/>
            <a:ext cx="1366245" cy="292608"/>
          </a:xfrm>
          <a:prstGeom prst="rect">
            <a:avLst/>
          </a:prstGeom>
        </p:spPr>
      </p:pic>
    </p:spTree>
    <p:extLst>
      <p:ext uri="{BB962C8B-B14F-4D97-AF65-F5344CB8AC3E}">
        <p14:creationId xmlns:p14="http://schemas.microsoft.com/office/powerpoint/2010/main" val="39207587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4704">
          <p15:clr>
            <a:srgbClr val="5ACBF0"/>
          </p15:clr>
        </p15:guide>
        <p15:guide id="4"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6581784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13218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0921292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5" userDrawn="1">
          <p15:clr>
            <a:srgbClr val="5ACBF0"/>
          </p15:clr>
        </p15:guide>
        <p15:guide id="4" pos="3660">
          <p15:clr>
            <a:srgbClr val="5ACBF0"/>
          </p15:clr>
        </p15:guide>
        <p15:guide id="5" pos="4024">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defRPr sz="1600" b="0"/>
            </a:lvl3pPr>
            <a:lvl4pPr marL="652462"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defRPr sz="1600" b="0"/>
            </a:lvl3pPr>
            <a:lvl4pPr marL="652462" indent="0">
              <a:buFont typeface="Wingdings" panose="05000000000000000000" pitchFamily="2" charset="2"/>
              <a:buNone/>
              <a:defRPr sz="1400" b="0"/>
            </a:lvl4pPr>
            <a:lvl5pPr marL="854075" indent="0">
              <a:buFont typeface="Wingdings" panose="05000000000000000000" pitchFamily="2" charset="2"/>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34275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3" userDrawn="1">
          <p15:clr>
            <a:srgbClr val="5ACBF0"/>
          </p15:clr>
        </p15:guide>
        <p15:guide id="4" pos="3656">
          <p15:clr>
            <a:srgbClr val="5ACBF0"/>
          </p15:clr>
        </p15:guide>
        <p15:guide id="5" pos="4024">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ct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a:lvl1pPr>
            <a:lvl2pPr marL="342900" indent="-171450">
              <a:defRPr lang="en-US"/>
            </a:lvl2pPr>
            <a:lvl3pPr marL="514350" indent="-171450">
              <a:defRPr lang="en-US"/>
            </a:lvl3pPr>
            <a:lvl4pPr marL="666750" indent="-152400">
              <a:defRPr lang="en-US"/>
            </a:lvl4pPr>
            <a:lvl5pPr marL="793750" indent="-120650">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ct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a:lvl1pPr>
            <a:lvl2pPr marL="342900" indent="-171450">
              <a:defRPr lang="en-US"/>
            </a:lvl2pPr>
            <a:lvl3pPr marL="514350" indent="-171450">
              <a:defRPr lang="en-US"/>
            </a:lvl3pPr>
            <a:lvl4pPr marL="685800" indent="-136525">
              <a:defRPr lang="en-US"/>
            </a:lvl4pPr>
            <a:lvl5pPr marL="793750" indent="-120650">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031953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a:lvl1pPr>
            <a:lvl2pPr marL="322263" indent="-150813">
              <a:defRPr lang="en-US" sz="1800"/>
            </a:lvl2pPr>
            <a:lvl3pPr marL="466725" indent="-138113">
              <a:defRPr lang="en-US"/>
            </a:lvl3pPr>
            <a:lvl4pPr marL="595313" indent="-128588">
              <a:defRPr lang="en-US"/>
            </a:lvl4pPr>
            <a:lvl5pPr marL="731838" indent="-1222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a:lvl1pPr>
            <a:lvl2pPr marL="398463" indent="-169863">
              <a:defRPr lang="en-US" sz="1800"/>
            </a:lvl2pPr>
            <a:lvl3pPr marL="555625" indent="-157163">
              <a:defRPr lang="en-US"/>
            </a:lvl3pPr>
            <a:lvl4pPr marL="685800" indent="-136525">
              <a:defRPr lang="en-US"/>
            </a:lvl4pPr>
            <a:lvl5pPr marL="800100" indent="-111125">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738664"/>
          </a:xfrm>
        </p:spPr>
        <p:txBody>
          <a:bodyPr anchor="t"/>
          <a:lstStyle>
            <a:lvl1pPr marL="0" indent="0">
              <a:spcBef>
                <a:spcPct val="0"/>
              </a:spcBef>
              <a:buNone/>
              <a:defRPr sz="24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a:lvl1pPr>
            <a:lvl2pPr marL="398463" indent="-169863">
              <a:defRPr lang="en-US" sz="1800"/>
            </a:lvl2pPr>
            <a:lvl3pPr marL="555625" indent="-157163">
              <a:defRPr lang="en-US"/>
            </a:lvl3pPr>
            <a:lvl4pPr marL="685800" indent="-136525">
              <a:defRPr lang="en-US"/>
            </a:lvl4pPr>
            <a:lvl5pPr marL="800100" indent="-111125">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7704460"/>
      </p:ext>
    </p:extLst>
  </p:cSld>
  <p:clrMapOvr>
    <a:masterClrMapping/>
  </p:clrMapOvr>
  <p:transition>
    <p:fade/>
  </p:transition>
  <p:extLst>
    <p:ext uri="{DCECCB84-F9BA-43D5-87BE-67443E8EF086}">
      <p15:sldGuideLst xmlns:p15="http://schemas.microsoft.com/office/powerpoint/2012/main">
        <p15:guide id="3" orient="horz" pos="1506" userDrawn="1">
          <p15:clr>
            <a:srgbClr val="5ACBF0"/>
          </p15:clr>
        </p15:guide>
        <p15:guide id="4" orient="horz" pos="906" userDrawn="1">
          <p15:clr>
            <a:srgbClr val="5ACBF0"/>
          </p15:clr>
        </p15:guide>
        <p15:guide id="5" orient="horz" pos="288">
          <p15:clr>
            <a:srgbClr val="5ACBF0"/>
          </p15:clr>
        </p15:guide>
        <p15:guide id="6" pos="2430" userDrawn="1">
          <p15:clr>
            <a:srgbClr val="5ACBF0"/>
          </p15:clr>
        </p15:guide>
        <p15:guide id="7" pos="2811" userDrawn="1">
          <p15:clr>
            <a:srgbClr val="5ACBF0"/>
          </p15:clr>
        </p15:guide>
        <p15:guide id="8" pos="4871" userDrawn="1">
          <p15:clr>
            <a:srgbClr val="5ACBF0"/>
          </p15:clr>
        </p15:guide>
        <p15:guide id="9" pos="5251" userDrawn="1">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Four Column Bullet with Subhead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a:lvl1pPr>
            <a:lvl2pPr marL="285750" indent="-125413">
              <a:defRPr lang="en-US" sz="1600"/>
            </a:lvl2pPr>
            <a:lvl3pPr marL="438150" indent="-133350">
              <a:defRPr lang="en-US"/>
            </a:lvl3pPr>
            <a:lvl4pPr marL="566738" indent="-114300">
              <a:defRPr lang="en-US"/>
            </a:lvl4pPr>
            <a:lvl5pPr marL="685800" indent="-109538">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1793320"/>
      </p:ext>
    </p:extLst>
  </p:cSld>
  <p:clrMapOvr>
    <a:masterClrMapping/>
  </p:clrMapOvr>
  <p:transition>
    <p:fade/>
  </p:transition>
  <p:extLst>
    <p:ext uri="{DCECCB84-F9BA-43D5-87BE-67443E8EF086}">
      <p15:sldGuideLst xmlns:p15="http://schemas.microsoft.com/office/powerpoint/2012/main">
        <p15:guide id="4" orient="horz" pos="90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userDrawn="1">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96396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875002"/>
            <a:ext cx="4160521"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7592193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userDrawn="1">
          <p15:clr>
            <a:srgbClr val="5ACBF0"/>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1" pos="3336" userDrawn="1">
          <p15:clr>
            <a:srgbClr val="FBAE40"/>
          </p15:clr>
        </p15:guide>
        <p15:guide id="32" orient="horz" pos="2160" userDrawn="1">
          <p15:clr>
            <a:srgbClr val="5ACBF0"/>
          </p15:clr>
        </p15:guide>
        <p15:guide id="33" pos="2994" userDrawn="1">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itchFamily="34" charset="0"/>
              </a:defRPr>
            </a:lvl1pPr>
          </a:lstStyle>
          <a:p>
            <a:r>
              <a:rPr lang="en-US"/>
              <a:t>Click to edit Master title style</a:t>
            </a:r>
          </a:p>
        </p:txBody>
      </p:sp>
    </p:spTree>
    <p:extLst>
      <p:ext uri="{BB962C8B-B14F-4D97-AF65-F5344CB8AC3E}">
        <p14:creationId xmlns:p14="http://schemas.microsoft.com/office/powerpoint/2010/main" val="41102867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30603622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Diagonal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737"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7" name="Picture Placeholder 6" descr="This photo is a 'placeholder' only. Drag or drop your photo here, or click and tap the center to insert a photo.">
            <a:extLst>
              <a:ext uri="{FF2B5EF4-FFF2-40B4-BE49-F238E27FC236}">
                <a16:creationId xmlns:a16="http://schemas.microsoft.com/office/drawing/2014/main" id="{96FC256F-5E96-4FBB-9716-7513A1C62748}"/>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081788956"/>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6" orient="horz" pos="904">
          <p15:clr>
            <a:srgbClr val="5ACBF0"/>
          </p15:clr>
        </p15:guide>
        <p15:guide id="7" orient="horz" pos="1968">
          <p15:clr>
            <a:srgbClr val="5ACBF0"/>
          </p15:clr>
        </p15:guide>
        <p15:guide id="8" orient="horz" pos="2226">
          <p15:clr>
            <a:srgbClr val="5ACBF0"/>
          </p15:clr>
        </p15:guide>
        <p15:guide id="11" pos="2993">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41666580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iagonal Right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745738" cy="5683249"/>
          </a:xfrm>
        </p:spPr>
        <p:txBody>
          <a:bodyPr anchor="ctr"/>
          <a:lstStyle/>
          <a:p>
            <a:r>
              <a:rPr lang="en-US"/>
              <a:t>Click to edit Master title style</a:t>
            </a:r>
          </a:p>
        </p:txBody>
      </p:sp>
      <p:sp>
        <p:nvSpPr>
          <p:cNvPr id="9" name="Picture Placeholder 8" descr="This photo is a 'placeholder' only. Drag or drop your photo here, or click and tap the center to insert a photo.">
            <a:extLst>
              <a:ext uri="{FF2B5EF4-FFF2-40B4-BE49-F238E27FC236}">
                <a16:creationId xmlns:a16="http://schemas.microsoft.com/office/drawing/2014/main" id="{2329700E-8602-48B7-B5D9-EEDEF0890439}"/>
              </a:ext>
            </a:extLst>
          </p:cNvPr>
          <p:cNvSpPr>
            <a:spLocks noGrp="1" noChangeAspect="1"/>
          </p:cNvSpPr>
          <p:nvPr>
            <p:ph type="pic" sz="quarter" idx="11" hasCustomPrompt="1"/>
          </p:nvPr>
        </p:nvSpPr>
        <p:spPr bwMode="ltGray">
          <a:xfrm>
            <a:off x="5334000" y="0"/>
            <a:ext cx="6858000" cy="6858000"/>
          </a:xfrm>
          <a:custGeom>
            <a:avLst/>
            <a:gdLst>
              <a:gd name="connsiteX0" fmla="*/ 1545999 w 6837237"/>
              <a:gd name="connsiteY0" fmla="*/ 0 h 6858000"/>
              <a:gd name="connsiteX1" fmla="*/ 6837237 w 6837237"/>
              <a:gd name="connsiteY1" fmla="*/ 0 h 6858000"/>
              <a:gd name="connsiteX2" fmla="*/ 6837237 w 6837237"/>
              <a:gd name="connsiteY2" fmla="*/ 6858000 h 6858000"/>
              <a:gd name="connsiteX3" fmla="*/ 0 w 683723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37237" h="6858000">
                <a:moveTo>
                  <a:pt x="1545999" y="0"/>
                </a:moveTo>
                <a:lnTo>
                  <a:pt x="6837237" y="0"/>
                </a:lnTo>
                <a:lnTo>
                  <a:pt x="6837237" y="6858000"/>
                </a:lnTo>
                <a:lnTo>
                  <a:pt x="0" y="6858000"/>
                </a:lnTo>
                <a:close/>
              </a:path>
            </a:pathLst>
          </a:custGeom>
          <a:blipFill>
            <a:blip r:embed="rId2"/>
            <a:stretch>
              <a:fillRect/>
            </a:stretch>
          </a:blipFill>
        </p:spPr>
        <p:txBody>
          <a:bodyPr wrap="square"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CB83FC06-DEAF-44A6-AE44-1424370CFF6E}"/>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07196514"/>
      </p:ext>
    </p:extLst>
  </p:cSld>
  <p:clrMapOvr>
    <a:masterClrMapping/>
  </p:clrMapOvr>
  <p:transition>
    <p:fade/>
  </p:transition>
  <p:extLst>
    <p:ext uri="{DCECCB84-F9BA-43D5-87BE-67443E8EF086}">
      <p15:sldGuideLst xmlns:p15="http://schemas.microsoft.com/office/powerpoint/2012/main">
        <p15:guide id="5" orient="horz" pos="2160">
          <p15:clr>
            <a:srgbClr val="5ACBF0"/>
          </p15:clr>
        </p15:guide>
        <p15:guide id="6" pos="3360" userDrawn="1">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21433093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586810411"/>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53921276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20116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gradFill>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710487086"/>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3863308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4464816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414050614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68234006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ct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6500"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95542466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20700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1981200"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1756631" y="4984745"/>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5054125" y="23844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829556" y="4984746"/>
            <a:ext cx="2532888" cy="1284291"/>
          </a:xfrm>
        </p:spPr>
        <p:txBody>
          <a:bodyPr/>
          <a:lstStyle>
            <a:lvl1pPr marL="0" indent="0" algn="ctr">
              <a:spcBef>
                <a:spcPct val="0"/>
              </a:spcBef>
              <a:buNone/>
              <a:defRPr sz="24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8127050"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902481"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813935669"/>
      </p:ext>
    </p:extLst>
  </p:cSld>
  <p:clrMapOvr>
    <a:masterClrMapping/>
  </p:clrMapOvr>
  <p:transition>
    <p:fade/>
  </p:transition>
  <p:extLst>
    <p:ext uri="{DCECCB84-F9BA-43D5-87BE-67443E8EF086}">
      <p15:sldGuideLst xmlns:p15="http://schemas.microsoft.com/office/powerpoint/2012/main">
        <p15:guide id="1" orient="horz" pos="751" userDrawn="1">
          <p15:clr>
            <a:srgbClr val="FBAE40"/>
          </p15:clr>
        </p15:guide>
        <p15:guide id="2" orient="horz" pos="3131" userDrawn="1">
          <p15:clr>
            <a:srgbClr val="5ACBF0"/>
          </p15:clr>
        </p15:guide>
        <p15:guide id="3" pos="3840" userDrawn="1">
          <p15:clr>
            <a:srgbClr val="5ACBF0"/>
          </p15:clr>
        </p15:guide>
        <p15:guide id="4" pos="1904" userDrawn="1">
          <p15:clr>
            <a:srgbClr val="5ACBF0"/>
          </p15:clr>
        </p15:guide>
        <p15:guide id="5" pos="5775" userDrawn="1">
          <p15:clr>
            <a:srgbClr val="5ACBF0"/>
          </p15:clr>
        </p15:guide>
        <p15:guide id="6" pos="1104" userDrawn="1">
          <p15:clr>
            <a:srgbClr val="5ACBF0"/>
          </p15:clr>
        </p15:guide>
        <p15:guide id="7" pos="2705" userDrawn="1">
          <p15:clr>
            <a:srgbClr val="5ACBF0"/>
          </p15:clr>
        </p15:guide>
        <p15:guide id="8" pos="3043" userDrawn="1">
          <p15:clr>
            <a:srgbClr val="5ACBF0"/>
          </p15:clr>
        </p15:guide>
        <p15:guide id="9" pos="4642" userDrawn="1">
          <p15:clr>
            <a:srgbClr val="5ACBF0"/>
          </p15:clr>
        </p15:guide>
        <p15:guide id="10" pos="4980" userDrawn="1">
          <p15:clr>
            <a:srgbClr val="5ACBF0"/>
          </p15:clr>
        </p15:guide>
        <p15:guide id="11" pos="6576" userDrawn="1">
          <p15:clr>
            <a:srgbClr val="5ACBF0"/>
          </p15:clr>
        </p15:guide>
        <p15:guide id="12" orient="horz" pos="1502" userDrawn="1">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20700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828296"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2612"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646239"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27985" y="4984746"/>
            <a:ext cx="2532888" cy="1284291"/>
          </a:xfrm>
        </p:spPr>
        <p:txBody>
          <a:bodyPr/>
          <a:lstStyle>
            <a:lvl1pPr marL="0" indent="0" algn="ctr">
              <a:spcBef>
                <a:spcPct val="0"/>
              </a:spcBef>
              <a:buNone/>
              <a:defRPr sz="24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462013"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252243"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301069" y="2387125"/>
            <a:ext cx="2083750" cy="208375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076500" y="4984746"/>
            <a:ext cx="2532888" cy="1284290"/>
          </a:xfrm>
        </p:spPr>
        <p:txBody>
          <a:bodyPr/>
          <a:lstStyle>
            <a:lvl1pPr marL="0" indent="0" algn="ctr">
              <a:spcBef>
                <a:spcPct val="0"/>
              </a:spcBef>
              <a:buNone/>
              <a:defRPr sz="24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308426840"/>
      </p:ext>
    </p:extLst>
  </p:cSld>
  <p:clrMapOvr>
    <a:masterClrMapping/>
  </p:clrMapOvr>
  <p:transition>
    <p:fade/>
  </p:transition>
  <p:extLst>
    <p:ext uri="{DCECCB84-F9BA-43D5-87BE-67443E8EF086}">
      <p15:sldGuideLst xmlns:p15="http://schemas.microsoft.com/office/powerpoint/2012/main">
        <p15:guide id="1" orient="horz" pos="751" userDrawn="1">
          <p15:clr>
            <a:srgbClr val="FBAE40"/>
          </p15:clr>
        </p15:guide>
        <p15:guide id="2" orient="horz" pos="3138" userDrawn="1">
          <p15:clr>
            <a:srgbClr val="5ACBF0"/>
          </p15:clr>
        </p15:guide>
        <p15:guide id="3" pos="3937" userDrawn="1">
          <p15:clr>
            <a:srgbClr val="5ACBF0"/>
          </p15:clr>
        </p15:guide>
        <p15:guide id="4" pos="1961" userDrawn="1">
          <p15:clr>
            <a:srgbClr val="5ACBF0"/>
          </p15:clr>
        </p15:guide>
        <p15:guide id="5" pos="5717" userDrawn="1">
          <p15:clr>
            <a:srgbClr val="5ACBF0"/>
          </p15:clr>
        </p15:guide>
        <p15:guide id="6" pos="5534" userDrawn="1">
          <p15:clr>
            <a:srgbClr val="5ACBF0"/>
          </p15:clr>
        </p15:guide>
        <p15:guide id="7" pos="3760" userDrawn="1">
          <p15:clr>
            <a:srgbClr val="5ACBF0"/>
          </p15:clr>
        </p15:guide>
        <p15:guide id="8" pos="2162" userDrawn="1">
          <p15:clr>
            <a:srgbClr val="5ACBF0"/>
          </p15:clr>
        </p15:guide>
        <p15:guide id="10" pos="2955" userDrawn="1">
          <p15:clr>
            <a:srgbClr val="5ACBF0"/>
          </p15:clr>
        </p15:guide>
        <p15:guide id="11" pos="4727" userDrawn="1">
          <p15:clr>
            <a:srgbClr val="5ACBF0"/>
          </p15:clr>
        </p15:guide>
        <p15:guide id="12" pos="6515" userDrawn="1">
          <p15:clr>
            <a:srgbClr val="5ACBF0"/>
          </p15:clr>
        </p15:guide>
        <p15:guide id="13" pos="1176" userDrawn="1">
          <p15:clr>
            <a:srgbClr val="5ACBF0"/>
          </p15:clr>
        </p15:guide>
        <p15:guide id="14" orient="horz" pos="1504" userDrawn="1">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984176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11969"/>
            <a:ext cx="6667500" cy="430887"/>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flipH="1">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defPPr>
              <a:defRPr lang="en-US"/>
            </a:defPPr>
          </a:lstStyle>
          <a:p>
            <a:pPr algn="l"/>
            <a:r>
              <a:rPr lang="en-US" sz="1000">
                <a:solidFill>
                  <a:srgbClr val="A3A3A3"/>
                </a:solidFill>
              </a:rPr>
              <a:t>ELT layout</a:t>
            </a:r>
          </a:p>
        </p:txBody>
      </p:sp>
    </p:spTree>
    <p:extLst>
      <p:ext uri="{BB962C8B-B14F-4D97-AF65-F5344CB8AC3E}">
        <p14:creationId xmlns:p14="http://schemas.microsoft.com/office/powerpoint/2010/main" val="202113727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gradFill>
        </p:spPr>
        <p:txBody>
          <a:bodyPr vert="horz" wrap="square" lIns="585216" tIns="91440" rIns="0" bIns="91440" rtlCol="0">
            <a:spAutoFit/>
          </a:bodyPr>
          <a:lstStyle>
            <a:lvl1pPr marL="0" indent="0">
              <a:buNone/>
              <a:defRPr lang="en-US" sz="1999">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9941062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80010946"/>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ct val="0"/>
              </a:spcAft>
              <a:buNone/>
              <a:defRPr sz="24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4497398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553998"/>
          </a:xfrm>
        </p:spPr>
        <p:txBody>
          <a:bodyPr/>
          <a:lstStyle>
            <a:lvl1pPr>
              <a:defRPr>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ct val="0"/>
              </a:spcAft>
              <a:buNone/>
              <a:defRPr sz="24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0841135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ct val="0"/>
              </a:spcAft>
              <a:buNone/>
              <a:defRPr sz="24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7937589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ct val="0"/>
              </a:spcAft>
              <a:buNone/>
              <a:defRPr sz="24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2713010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243A5E"/>
        </a:solidFill>
        <a:effectLst/>
      </p:bgPr>
    </p:bg>
    <p:spTree>
      <p:nvGrpSpPr>
        <p:cNvPr id="1" name=""/>
        <p:cNvGrpSpPr/>
        <p:nvPr/>
      </p:nvGrpSpPr>
      <p:grpSpPr>
        <a:xfrm>
          <a:off x="0" y="0"/>
          <a:ext cx="0" cy="0"/>
          <a:chOff x="0" y="0"/>
          <a:chExt cx="0" cy="0"/>
        </a:xfrm>
      </p:grpSpPr>
      <p:pic>
        <p:nvPicPr>
          <p:cNvPr id="3" name="Image" descr="Image">
            <a:extLst>
              <a:ext uri="{FF2B5EF4-FFF2-40B4-BE49-F238E27FC236}">
                <a16:creationId xmlns:a16="http://schemas.microsoft.com/office/drawing/2014/main" id="{9B76177D-2EF6-4521-94A2-23E08BF9F9D3}"/>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7" name="Image" descr="Image">
            <a:extLst>
              <a:ext uri="{FF2B5EF4-FFF2-40B4-BE49-F238E27FC236}">
                <a16:creationId xmlns:a16="http://schemas.microsoft.com/office/drawing/2014/main" id="{9C455890-8289-4143-86AB-7615AE5D2F0C}"/>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1"/>
          <p:cNvSpPr>
            <a:spLocks noGrp="1"/>
          </p:cNvSpPr>
          <p:nvPr>
            <p:ph type="title" hasCustomPrompt="1"/>
          </p:nvPr>
        </p:nvSpPr>
        <p:spPr>
          <a:xfrm>
            <a:off x="585216" y="3033223"/>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882384" cy="338554"/>
          </a:xfrm>
          <a:noFill/>
        </p:spPr>
        <p:txBody>
          <a:bodyPr wrap="square" lIns="0" tIns="0" rIns="0" bIns="0">
            <a:spAutoFit/>
          </a:bodyPr>
          <a:lstStyle>
            <a:lvl1pPr marL="0" indent="0">
              <a:spcBef>
                <a:spcPct val="0"/>
              </a:spcBef>
              <a:spcAft>
                <a:spcPct val="0"/>
              </a:spcAft>
              <a:buFont typeface="Arial" pitchFamily="34" charset="0"/>
              <a:buNone/>
              <a:defRPr sz="2200" spc="0" baseline="0">
                <a:solidFill>
                  <a:schemeClr val="tx1"/>
                </a:solidFill>
                <a:latin typeface="+mn-lt"/>
              </a:defRPr>
            </a:lvl1pPr>
          </a:lstStyle>
          <a:p>
            <a:pPr lvl="0"/>
            <a:r>
              <a:rPr lang="en-US"/>
              <a:t>Speaker name or subtitle</a:t>
            </a:r>
          </a:p>
        </p:txBody>
      </p:sp>
    </p:spTree>
    <p:extLst>
      <p:ext uri="{BB962C8B-B14F-4D97-AF65-F5344CB8AC3E}">
        <p14:creationId xmlns:p14="http://schemas.microsoft.com/office/powerpoint/2010/main" val="35051639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0">
          <p15:clr>
            <a:srgbClr val="5ACBF0"/>
          </p15:clr>
        </p15:guide>
        <p15:guide id="4" orient="horz" pos="2505">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pic>
        <p:nvPicPr>
          <p:cNvPr id="4" name="Image" descr="Image">
            <a:extLst>
              <a:ext uri="{FF2B5EF4-FFF2-40B4-BE49-F238E27FC236}">
                <a16:creationId xmlns:a16="http://schemas.microsoft.com/office/drawing/2014/main" id="{B9A523E9-3540-4A3B-ADB7-14250A07DF15}"/>
              </a:ext>
            </a:extLst>
          </p:cNvPr>
          <p:cNvPicPr>
            <a:picLocks noChangeAspect="1"/>
          </p:cNvPicPr>
          <p:nvPr userDrawn="1"/>
        </p:nvPicPr>
        <p:blipFill>
          <a:blip r:embed="rId2"/>
          <a:stretch>
            <a:fillRect/>
          </a:stretch>
        </p:blipFill>
        <p:spPr>
          <a:xfrm>
            <a:off x="1" y="0"/>
            <a:ext cx="12192000" cy="6858000"/>
          </a:xfrm>
          <a:prstGeom prst="rect">
            <a:avLst/>
          </a:prstGeom>
          <a:ln w="12700">
            <a:miter lim="400000"/>
          </a:ln>
        </p:spPr>
      </p:pic>
      <p:pic>
        <p:nvPicPr>
          <p:cNvPr id="6" name="Image" descr="Image">
            <a:extLst>
              <a:ext uri="{FF2B5EF4-FFF2-40B4-BE49-F238E27FC236}">
                <a16:creationId xmlns:a16="http://schemas.microsoft.com/office/drawing/2014/main" id="{F0EEB245-734B-42B2-842F-C99AEF438844}"/>
              </a:ext>
            </a:extLst>
          </p:cNvPr>
          <p:cNvPicPr>
            <a:picLocks noChangeAspect="1"/>
          </p:cNvPicPr>
          <p:nvPr userDrawn="1"/>
        </p:nvPicPr>
        <p:blipFill>
          <a:blip r:embed="rId3"/>
          <a:stretch>
            <a:fillRect/>
          </a:stretch>
        </p:blipFill>
        <p:spPr>
          <a:xfrm>
            <a:off x="1714" y="702519"/>
            <a:ext cx="12190286" cy="6155481"/>
          </a:xfrm>
          <a:prstGeom prst="rect">
            <a:avLst/>
          </a:prstGeom>
          <a:ln w="12700">
            <a:miter lim="400000"/>
          </a:ln>
        </p:spPr>
      </p:pic>
      <p:sp>
        <p:nvSpPr>
          <p:cNvPr id="2" name="Title 1"/>
          <p:cNvSpPr>
            <a:spLocks noGrp="1"/>
          </p:cNvSpPr>
          <p:nvPr>
            <p:ph type="title" hasCustomPrompt="1"/>
          </p:nvPr>
        </p:nvSpPr>
        <p:spPr>
          <a:xfrm>
            <a:off x="585216" y="3035808"/>
            <a:ext cx="68823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3174567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4704">
          <p15:clr>
            <a:srgbClr val="5ACBF0"/>
          </p15:clr>
        </p15:guide>
        <p15:guide id="3" orient="horz" pos="1911">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48060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361790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 Blank 2">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494960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243A5E"/>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defPPr>
              <a:defRPr lang="en-US"/>
            </a:defP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7416295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Black Notes slide Layout">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anose="020B0502040204020203"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anose="020B0502040204020203"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1339901319"/>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image" Target="../media/image1.emf"/><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slideLayout" Target="../slideLayouts/slideLayout101.xml"/><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29" Type="http://schemas.openxmlformats.org/officeDocument/2006/relationships/slideLayout" Target="../slideLayouts/slideLayout88.xml"/><Relationship Id="rId41" Type="http://schemas.openxmlformats.org/officeDocument/2006/relationships/slideLayout" Target="../slideLayouts/slideLayout100.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slideLayout" Target="../slideLayouts/slideLayout99.xml"/><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10" Type="http://schemas.openxmlformats.org/officeDocument/2006/relationships/slideLayout" Target="../slideLayouts/slideLayout69.xml"/><Relationship Id="rId19" Type="http://schemas.openxmlformats.org/officeDocument/2006/relationships/slideLayout" Target="../slideLayouts/slideLayout78.xml"/><Relationship Id="rId31" Type="http://schemas.openxmlformats.org/officeDocument/2006/relationships/slideLayout" Target="../slideLayouts/slideLayout90.xml"/><Relationship Id="rId44" Type="http://schemas.openxmlformats.org/officeDocument/2006/relationships/image" Target="../media/image1.emf"/><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43" Type="http://schemas.openxmlformats.org/officeDocument/2006/relationships/theme" Target="../theme/theme3.xml"/><Relationship Id="rId8" Type="http://schemas.openxmlformats.org/officeDocument/2006/relationships/slideLayout" Target="../slideLayouts/slideLayout67.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26" Type="http://schemas.openxmlformats.org/officeDocument/2006/relationships/slideLayout" Target="../slideLayouts/slideLayout127.xml"/><Relationship Id="rId39" Type="http://schemas.openxmlformats.org/officeDocument/2006/relationships/slideLayout" Target="../slideLayouts/slideLayout140.xml"/><Relationship Id="rId21" Type="http://schemas.openxmlformats.org/officeDocument/2006/relationships/slideLayout" Target="../slideLayouts/slideLayout122.xml"/><Relationship Id="rId34" Type="http://schemas.openxmlformats.org/officeDocument/2006/relationships/slideLayout" Target="../slideLayouts/slideLayout135.xml"/><Relationship Id="rId42" Type="http://schemas.openxmlformats.org/officeDocument/2006/relationships/slideLayout" Target="../slideLayouts/slideLayout143.xml"/><Relationship Id="rId7" Type="http://schemas.openxmlformats.org/officeDocument/2006/relationships/slideLayout" Target="../slideLayouts/slideLayout108.xml"/><Relationship Id="rId2" Type="http://schemas.openxmlformats.org/officeDocument/2006/relationships/slideLayout" Target="../slideLayouts/slideLayout103.xml"/><Relationship Id="rId16" Type="http://schemas.openxmlformats.org/officeDocument/2006/relationships/slideLayout" Target="../slideLayouts/slideLayout117.xml"/><Relationship Id="rId20" Type="http://schemas.openxmlformats.org/officeDocument/2006/relationships/slideLayout" Target="../slideLayouts/slideLayout121.xml"/><Relationship Id="rId29" Type="http://schemas.openxmlformats.org/officeDocument/2006/relationships/slideLayout" Target="../slideLayouts/slideLayout130.xml"/><Relationship Id="rId41" Type="http://schemas.openxmlformats.org/officeDocument/2006/relationships/slideLayout" Target="../slideLayouts/slideLayout142.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24" Type="http://schemas.openxmlformats.org/officeDocument/2006/relationships/slideLayout" Target="../slideLayouts/slideLayout125.xml"/><Relationship Id="rId32" Type="http://schemas.openxmlformats.org/officeDocument/2006/relationships/slideLayout" Target="../slideLayouts/slideLayout133.xml"/><Relationship Id="rId37" Type="http://schemas.openxmlformats.org/officeDocument/2006/relationships/slideLayout" Target="../slideLayouts/slideLayout138.xml"/><Relationship Id="rId40" Type="http://schemas.openxmlformats.org/officeDocument/2006/relationships/slideLayout" Target="../slideLayouts/slideLayout141.xml"/><Relationship Id="rId5" Type="http://schemas.openxmlformats.org/officeDocument/2006/relationships/slideLayout" Target="../slideLayouts/slideLayout106.xml"/><Relationship Id="rId15" Type="http://schemas.openxmlformats.org/officeDocument/2006/relationships/slideLayout" Target="../slideLayouts/slideLayout116.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36" Type="http://schemas.openxmlformats.org/officeDocument/2006/relationships/slideLayout" Target="../slideLayouts/slideLayout137.xml"/><Relationship Id="rId10" Type="http://schemas.openxmlformats.org/officeDocument/2006/relationships/slideLayout" Target="../slideLayouts/slideLayout111.xml"/><Relationship Id="rId19" Type="http://schemas.openxmlformats.org/officeDocument/2006/relationships/slideLayout" Target="../slideLayouts/slideLayout120.xml"/><Relationship Id="rId31" Type="http://schemas.openxmlformats.org/officeDocument/2006/relationships/slideLayout" Target="../slideLayouts/slideLayout132.xml"/><Relationship Id="rId44" Type="http://schemas.openxmlformats.org/officeDocument/2006/relationships/image" Target="../media/image1.emf"/><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slideLayout" Target="../slideLayouts/slideLayout115.xml"/><Relationship Id="rId22" Type="http://schemas.openxmlformats.org/officeDocument/2006/relationships/slideLayout" Target="../slideLayouts/slideLayout123.xml"/><Relationship Id="rId27" Type="http://schemas.openxmlformats.org/officeDocument/2006/relationships/slideLayout" Target="../slideLayouts/slideLayout128.xml"/><Relationship Id="rId30" Type="http://schemas.openxmlformats.org/officeDocument/2006/relationships/slideLayout" Target="../slideLayouts/slideLayout131.xml"/><Relationship Id="rId35" Type="http://schemas.openxmlformats.org/officeDocument/2006/relationships/slideLayout" Target="../slideLayouts/slideLayout136.xml"/><Relationship Id="rId43" Type="http://schemas.openxmlformats.org/officeDocument/2006/relationships/theme" Target="../theme/theme4.xml"/><Relationship Id="rId8" Type="http://schemas.openxmlformats.org/officeDocument/2006/relationships/slideLayout" Target="../slideLayouts/slideLayout109.xml"/><Relationship Id="rId3" Type="http://schemas.openxmlformats.org/officeDocument/2006/relationships/slideLayout" Target="../slideLayouts/slideLayout104.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25" Type="http://schemas.openxmlformats.org/officeDocument/2006/relationships/slideLayout" Target="../slideLayouts/slideLayout126.xml"/><Relationship Id="rId33" Type="http://schemas.openxmlformats.org/officeDocument/2006/relationships/slideLayout" Target="../slideLayouts/slideLayout134.xml"/><Relationship Id="rId38" Type="http://schemas.openxmlformats.org/officeDocument/2006/relationships/slideLayout" Target="../slideLayouts/slideLayout1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2/26/24</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pPr marL="0" marR="0" lvl="0" indent="0" algn="l" defTabSz="932742" fontAlgn="auto">
              <a:lnSpc>
                <a:spcPct val="100000"/>
              </a:lnSpc>
              <a:spcBef>
                <a:spcPct val="0"/>
              </a:spcBef>
              <a:spcAft>
                <a:spcPct val="0"/>
              </a:spcAft>
              <a:buSzTx/>
              <a:buNone/>
              <a:defRPr kumimoji="0" lang="en-US" sz="3600" b="0" i="0" u="none" strike="noStrike" cap="none" spc="-50" normalizeH="0" baseline="0" noProof="0">
                <a:ln w="3175" cap="flat" cmpd="sng" algn="ctr">
                  <a:noFill/>
                  <a:prstDash val="solid"/>
                  <a:round/>
                  <a:headEnd type="none" w="med" len="med"/>
                  <a:tailEnd type="none" w="med" len="med"/>
                </a:ln>
                <a:solidFill>
                  <a:srgbClr val="000000"/>
                </a:solidFill>
                <a:uLnTx/>
                <a:uFillTx/>
                <a:latin typeface="+mj-lt"/>
                <a:ea typeface="+mn-ea"/>
                <a:cs typeface="Segoe UI" pitchFamily="34" charset="0"/>
                <a:sym typeface="Wingdings" charset="2"/>
              </a:defRPr>
            </a:pPr>
            <a:r>
              <a:rPr kumimoji="0" lang="en-US" sz="3600" b="0" i="0" u="none" strike="noStrike" cap="none" spc="-50" normalizeH="0" baseline="0" noProof="0">
                <a:ln w="3175" cap="flat" cmpd="sng" algn="ctr">
                  <a:noFill/>
                  <a:prstDash val="solid"/>
                  <a:round/>
                  <a:headEnd type="none" w="med" len="med"/>
                  <a:tailEnd type="none" w="med" len="med"/>
                </a:ln>
                <a:solidFill>
                  <a:srgbClr val="000000"/>
                </a:solidFill>
                <a:uLnTx/>
                <a:uFillTx/>
                <a:latin typeface="+mj-lt"/>
                <a:ea typeface="+mn-ea"/>
                <a:cs typeface="Segoe UI" pitchFamily="34" charset="0"/>
                <a:sym typeface="Wingdings" charset="2"/>
              </a:rPr>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fontAlgn="auto">
              <a:lnSpc>
                <a:spcPct val="100000"/>
              </a:lnSpc>
              <a:spcBef>
                <a:spcPct val="20000"/>
              </a:spcBef>
              <a:spcAft>
                <a:spcPct val="0"/>
              </a:spcAft>
              <a:buSzPct val="90000"/>
              <a:buChar char=""/>
              <a:defRPr kumimoji="0" sz="28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Segoe UI" pitchFamily="34" charset="0"/>
                <a:sym typeface="Wingdings" charset="2"/>
              </a:defRPr>
            </a:pPr>
            <a:r>
              <a:rPr kumimoji="0" lang="en-US" sz="28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Segoe UI" pitchFamily="34" charset="0"/>
                <a:sym typeface="Wingdings" charset="2"/>
              </a:rPr>
              <a:t>Click to edit Master text styles</a:t>
            </a:r>
          </a:p>
          <a:p>
            <a:pPr marL="457200" marR="0" lvl="1" indent="-228600" algn="l" defTabSz="932742" fontAlgn="auto">
              <a:lnSpc>
                <a:spcPct val="100000"/>
              </a:lnSpc>
              <a:spcBef>
                <a:spcPct val="20000"/>
              </a:spcBef>
              <a:spcAft>
                <a:spcPct val="0"/>
              </a:spcAft>
              <a:buSzPct val="90000"/>
              <a:buChar char=""/>
              <a:defRPr kumimoji="0" sz="20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20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Second level</a:t>
            </a:r>
          </a:p>
          <a:p>
            <a:pPr marL="657225" marR="0" lvl="2" indent="-200025" algn="l" defTabSz="932742" fontAlgn="auto">
              <a:lnSpc>
                <a:spcPct val="100000"/>
              </a:lnSpc>
              <a:spcBef>
                <a:spcPct val="20000"/>
              </a:spcBef>
              <a:spcAft>
                <a:spcPct val="0"/>
              </a:spcAft>
              <a:buSzPct val="90000"/>
              <a:buChar char=""/>
              <a:defRPr kumimoji="0" sz="16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16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Third level</a:t>
            </a:r>
          </a:p>
          <a:p>
            <a:pPr marL="842963" marR="0" lvl="3" indent="-180975" algn="l" defTabSz="932742" fontAlgn="auto">
              <a:lnSpc>
                <a:spcPct val="100000"/>
              </a:lnSpc>
              <a:spcBef>
                <a:spcPct val="20000"/>
              </a:spcBef>
              <a:spcAft>
                <a:spcPct val="0"/>
              </a:spcAft>
              <a:buSzPct val="90000"/>
              <a:buChar char=""/>
              <a:defRPr kumimoji="0"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Fourth level</a:t>
            </a:r>
          </a:p>
          <a:p>
            <a:pPr marL="1023938" marR="0" lvl="4" indent="-168275" algn="l" defTabSz="932742" fontAlgn="auto">
              <a:lnSpc>
                <a:spcPct val="100000"/>
              </a:lnSpc>
              <a:spcBef>
                <a:spcPct val="20000"/>
              </a:spcBef>
              <a:spcAft>
                <a:spcPct val="0"/>
              </a:spcAft>
              <a:buSzPct val="90000"/>
              <a:buChar char=""/>
              <a:defRPr kumimoji="0"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marL="0" algn="ctr" defTabSz="932472" fontAlgn="base">
              <a:lnSpc>
                <a:spcPct val="90000"/>
              </a:lnSpc>
              <a:spcBef>
                <a:spcPct val="0"/>
              </a:spcBef>
              <a:spcAft>
                <a:spcPct val="0"/>
              </a:spcAft>
              <a:buNone/>
              <a:defRPr kumimoji="0" sz="1765" b="0" i="0" normalizeH="0" noProof="0">
                <a:solidFill>
                  <a:srgbClr val="000000"/>
                </a:solidFill>
                <a:uLnTx/>
                <a:uFillTx/>
                <a:latin typeface="Segoe UI"/>
                <a:ea typeface="Arial" pitchFamily="34" charset="0"/>
                <a:cs typeface="Arial" pitchFamily="34" charset="0"/>
              </a:defRPr>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marL="0" algn="ctr" defTabSz="932472" fontAlgn="base">
              <a:lnSpc>
                <a:spcPct val="90000"/>
              </a:lnSpc>
              <a:spcBef>
                <a:spcPct val="0"/>
              </a:spcBef>
              <a:spcAft>
                <a:spcPct val="0"/>
              </a:spcAft>
              <a:buNone/>
              <a:defRPr kumimoji="0" sz="1765" b="0" i="0" normalizeH="0" noProof="0">
                <a:solidFill>
                  <a:srgbClr val="000000"/>
                </a:solidFill>
                <a:uLnTx/>
                <a:uFillTx/>
                <a:latin typeface="Segoe UI"/>
                <a:ea typeface="Arial" pitchFamily="34" charset="0"/>
                <a:cs typeface="Arial" pitchFamily="34" charset="0"/>
              </a:defRPr>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a:blip r:embed="rId50"/>
          <a:srcRect l="762"/>
          <a:stretch>
            <a:fillRect/>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3660" r:id="rId1"/>
    <p:sldLayoutId id="2147484996" r:id="rId2"/>
    <p:sldLayoutId id="2147484997" r:id="rId3"/>
    <p:sldLayoutId id="2147485096" r:id="rId4"/>
    <p:sldLayoutId id="2147485097" r:id="rId5"/>
    <p:sldLayoutId id="2147485098" r:id="rId6"/>
    <p:sldLayoutId id="2147485099" r:id="rId7"/>
    <p:sldLayoutId id="2147485100" r:id="rId8"/>
    <p:sldLayoutId id="2147485101" r:id="rId9"/>
    <p:sldLayoutId id="2147485102" r:id="rId10"/>
    <p:sldLayoutId id="2147485103" r:id="rId11"/>
    <p:sldLayoutId id="2147485104" r:id="rId12"/>
    <p:sldLayoutId id="2147485105" r:id="rId13"/>
    <p:sldLayoutId id="2147485106" r:id="rId14"/>
    <p:sldLayoutId id="2147485107" r:id="rId15"/>
    <p:sldLayoutId id="2147485108" r:id="rId16"/>
    <p:sldLayoutId id="2147485109" r:id="rId17"/>
    <p:sldLayoutId id="2147485110" r:id="rId18"/>
    <p:sldLayoutId id="2147485111" r:id="rId19"/>
    <p:sldLayoutId id="2147485112" r:id="rId20"/>
    <p:sldLayoutId id="2147485113" r:id="rId21"/>
    <p:sldLayoutId id="2147485114" r:id="rId22"/>
    <p:sldLayoutId id="2147485115" r:id="rId23"/>
    <p:sldLayoutId id="2147485116" r:id="rId24"/>
    <p:sldLayoutId id="2147485117" r:id="rId25"/>
    <p:sldLayoutId id="2147485118" r:id="rId26"/>
    <p:sldLayoutId id="2147485119" r:id="rId27"/>
    <p:sldLayoutId id="2147485120" r:id="rId28"/>
    <p:sldLayoutId id="2147485121" r:id="rId29"/>
    <p:sldLayoutId id="2147485122" r:id="rId30"/>
    <p:sldLayoutId id="2147485123" r:id="rId31"/>
    <p:sldLayoutId id="2147485124" r:id="rId32"/>
    <p:sldLayoutId id="2147485125" r:id="rId33"/>
    <p:sldLayoutId id="2147485126" r:id="rId34"/>
    <p:sldLayoutId id="2147485127" r:id="rId35"/>
    <p:sldLayoutId id="2147485128" r:id="rId36"/>
    <p:sldLayoutId id="2147485129" r:id="rId37"/>
    <p:sldLayoutId id="2147485130" r:id="rId38"/>
    <p:sldLayoutId id="2147485131" r:id="rId39"/>
    <p:sldLayoutId id="2147485132" r:id="rId40"/>
    <p:sldLayoutId id="2147485133" r:id="rId41"/>
    <p:sldLayoutId id="2147485134" r:id="rId42"/>
    <p:sldLayoutId id="2147485135" r:id="rId43"/>
    <p:sldLayoutId id="2147485136" r:id="rId44"/>
    <p:sldLayoutId id="2147485137" r:id="rId45"/>
    <p:sldLayoutId id="2147485138" r:id="rId46"/>
    <p:sldLayoutId id="2147485139" r:id="rId47"/>
    <p:sldLayoutId id="2147485140" r:id="rId48"/>
  </p:sldLayoutIdLst>
  <p:transition>
    <p:fade/>
  </p:transition>
  <p:txStyles>
    <p:titleStyle>
      <a:lvl1pPr algn="l" defTabSz="932742" rtl="0" eaLnBrk="1" latinLnBrk="0" hangingPunct="1">
        <a:lnSpc>
          <a:spcPct val="100000"/>
        </a:lnSpc>
        <a:spcBef>
          <a:spcPct val="0"/>
        </a:spcBef>
        <a:buNone/>
        <a:defRPr lang="en-US" sz="3600" b="0" kern="1200" cap="none" spc="-50" baseline="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800" kern="1200" spc="0" baseline="0">
          <a:solidFill>
            <a:schemeClr val="tx1"/>
          </a:solidFill>
          <a:latin typeface="+mn-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pPr marL="0" marR="0" lvl="0" indent="0" algn="l" defTabSz="932742" fontAlgn="auto">
              <a:lnSpc>
                <a:spcPct val="100000"/>
              </a:lnSpc>
              <a:spcBef>
                <a:spcPct val="0"/>
              </a:spcBef>
              <a:spcAft>
                <a:spcPct val="0"/>
              </a:spcAft>
              <a:buSzTx/>
              <a:buNone/>
              <a:defRPr kumimoji="0" lang="en-US" sz="3600" b="0" i="0" u="none" strike="noStrike" cap="none" spc="-50" normalizeH="0" baseline="0" noProof="0">
                <a:ln w="3175" cap="flat" cmpd="sng" algn="ctr">
                  <a:noFill/>
                  <a:prstDash val="solid"/>
                  <a:round/>
                  <a:headEnd type="none" w="med" len="med"/>
                  <a:tailEnd type="none" w="med" len="med"/>
                </a:ln>
                <a:solidFill>
                  <a:srgbClr val="000000"/>
                </a:solidFill>
                <a:uLnTx/>
                <a:uFillTx/>
                <a:latin typeface="+mj-lt"/>
                <a:ea typeface="+mn-ea"/>
                <a:cs typeface="Segoe UI" pitchFamily="34" charset="0"/>
                <a:sym typeface="Wingdings" charset="2"/>
              </a:defRPr>
            </a:pPr>
            <a:r>
              <a:rPr kumimoji="0" lang="en-US" sz="3600" b="0" i="0" u="none" strike="noStrike" cap="none" spc="-50" normalizeH="0" baseline="0" noProof="0">
                <a:ln w="3175" cap="flat" cmpd="sng" algn="ctr">
                  <a:noFill/>
                  <a:prstDash val="solid"/>
                  <a:round/>
                  <a:headEnd type="none" w="med" len="med"/>
                  <a:tailEnd type="none" w="med" len="med"/>
                </a:ln>
                <a:solidFill>
                  <a:srgbClr val="000000"/>
                </a:solidFill>
                <a:uLnTx/>
                <a:uFillTx/>
                <a:latin typeface="+mj-lt"/>
                <a:ea typeface="+mn-ea"/>
                <a:cs typeface="Segoe UI" pitchFamily="34" charset="0"/>
                <a:sym typeface="Wingdings" charset="2"/>
              </a:rPr>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fontAlgn="auto">
              <a:lnSpc>
                <a:spcPct val="100000"/>
              </a:lnSpc>
              <a:spcBef>
                <a:spcPct val="20000"/>
              </a:spcBef>
              <a:spcAft>
                <a:spcPct val="0"/>
              </a:spcAft>
              <a:buSzPct val="90000"/>
              <a:buChar char=""/>
              <a:defRPr kumimoji="0" sz="28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Segoe UI" pitchFamily="34" charset="0"/>
                <a:sym typeface="Wingdings" charset="2"/>
              </a:defRPr>
            </a:pPr>
            <a:r>
              <a:rPr kumimoji="0" lang="en-US" sz="28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Segoe UI" pitchFamily="34" charset="0"/>
                <a:sym typeface="Wingdings" charset="2"/>
              </a:rPr>
              <a:t>Click to edit Master text styles</a:t>
            </a:r>
          </a:p>
          <a:p>
            <a:pPr marL="457200" marR="0" lvl="1" indent="-228600" algn="l" defTabSz="932742" fontAlgn="auto">
              <a:lnSpc>
                <a:spcPct val="100000"/>
              </a:lnSpc>
              <a:spcBef>
                <a:spcPct val="20000"/>
              </a:spcBef>
              <a:spcAft>
                <a:spcPct val="0"/>
              </a:spcAft>
              <a:buSzPct val="90000"/>
              <a:buChar char=""/>
              <a:defRPr kumimoji="0" sz="20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20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Second level</a:t>
            </a:r>
          </a:p>
          <a:p>
            <a:pPr marL="657225" marR="0" lvl="2" indent="-200025" algn="l" defTabSz="932742" fontAlgn="auto">
              <a:lnSpc>
                <a:spcPct val="100000"/>
              </a:lnSpc>
              <a:spcBef>
                <a:spcPct val="20000"/>
              </a:spcBef>
              <a:spcAft>
                <a:spcPct val="0"/>
              </a:spcAft>
              <a:buSzPct val="90000"/>
              <a:buChar char=""/>
              <a:defRPr kumimoji="0" sz="16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16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Third level</a:t>
            </a:r>
          </a:p>
          <a:p>
            <a:pPr marL="842963" marR="0" lvl="3" indent="-180975" algn="l" defTabSz="932742" fontAlgn="auto">
              <a:lnSpc>
                <a:spcPct val="100000"/>
              </a:lnSpc>
              <a:spcBef>
                <a:spcPct val="20000"/>
              </a:spcBef>
              <a:spcAft>
                <a:spcPct val="0"/>
              </a:spcAft>
              <a:buSzPct val="90000"/>
              <a:buChar char=""/>
              <a:defRPr kumimoji="0"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Fourth level</a:t>
            </a:r>
          </a:p>
          <a:p>
            <a:pPr marL="1023938" marR="0" lvl="4" indent="-168275" algn="l" defTabSz="932742" fontAlgn="auto">
              <a:lnSpc>
                <a:spcPct val="100000"/>
              </a:lnSpc>
              <a:spcBef>
                <a:spcPct val="20000"/>
              </a:spcBef>
              <a:spcAft>
                <a:spcPct val="0"/>
              </a:spcAft>
              <a:buSzPct val="90000"/>
              <a:buChar char=""/>
              <a:defRPr kumimoji="0"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defRPr>
            </a:pPr>
            <a:r>
              <a:rPr kumimoji="0" lang="en-US" sz="1400" b="0" i="0" u="none" strike="noStrike" cap="none" spc="0" normalizeH="0" baseline="0" noProof="0">
                <a:ln w="9525" cap="flat" cmpd="sng" algn="ctr">
                  <a:noFill/>
                  <a:prstDash val="solid"/>
                  <a:round/>
                  <a:headEnd type="none" w="med" len="med"/>
                  <a:tailEnd type="none" w="med" len="med"/>
                </a:ln>
                <a:solidFill>
                  <a:srgbClr val="000000"/>
                </a:solidFill>
                <a:uLnTx/>
                <a:uFillTx/>
                <a:latin typeface="+mn-lt"/>
                <a:ea typeface="+mn-ea"/>
                <a:cs typeface="+mn-cs"/>
                <a:sym typeface="Wingdings" charset="2"/>
              </a:rPr>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marL="0" algn="ctr" defTabSz="932472" fontAlgn="base">
              <a:lnSpc>
                <a:spcPct val="90000"/>
              </a:lnSpc>
              <a:spcBef>
                <a:spcPct val="0"/>
              </a:spcBef>
              <a:spcAft>
                <a:spcPct val="0"/>
              </a:spcAft>
              <a:buNone/>
              <a:defRPr kumimoji="0" sz="1765" b="0" i="0" normalizeH="0" noProof="0">
                <a:solidFill>
                  <a:srgbClr val="000000"/>
                </a:solidFill>
                <a:uLnTx/>
                <a:uFillTx/>
                <a:latin typeface="Segoe UI"/>
                <a:ea typeface="Arial" pitchFamily="34" charset="0"/>
                <a:cs typeface="Arial" pitchFamily="34" charset="0"/>
              </a:defRPr>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marL="0" algn="ctr" defTabSz="932472" fontAlgn="base">
              <a:lnSpc>
                <a:spcPct val="90000"/>
              </a:lnSpc>
              <a:spcBef>
                <a:spcPct val="0"/>
              </a:spcBef>
              <a:spcAft>
                <a:spcPct val="0"/>
              </a:spcAft>
              <a:buNone/>
              <a:defRPr kumimoji="0" sz="1765" b="0" i="0" normalizeH="0" noProof="0">
                <a:solidFill>
                  <a:srgbClr val="000000"/>
                </a:solidFill>
                <a:uLnTx/>
                <a:uFillTx/>
                <a:latin typeface="Segoe UI"/>
                <a:ea typeface="Arial" pitchFamily="34" charset="0"/>
                <a:cs typeface="Arial" pitchFamily="34" charset="0"/>
              </a:defRPr>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a:blip r:embed="rId44"/>
          <a:srcRect l="762"/>
          <a:stretch>
            <a:fillRect/>
          </a:stretch>
        </p:blipFill>
        <p:spPr>
          <a:xfrm rot="5400000">
            <a:off x="9509760" y="2843773"/>
            <a:ext cx="6858000" cy="1170455"/>
          </a:xfrm>
          <a:prstGeom prst="rect">
            <a:avLst/>
          </a:prstGeom>
        </p:spPr>
      </p:pic>
    </p:spTree>
    <p:extLst>
      <p:ext uri="{BB962C8B-B14F-4D97-AF65-F5344CB8AC3E}">
        <p14:creationId xmlns:p14="http://schemas.microsoft.com/office/powerpoint/2010/main" val="389926561"/>
      </p:ext>
    </p:extLst>
  </p:cSld>
  <p:clrMap bg1="lt1" tx1="dk1" bg2="lt2" tx2="dk2" accent1="accent1" accent2="accent2" accent3="accent3" accent4="accent4" accent5="accent5" accent6="accent6" hlink="hlink" folHlink="folHlink"/>
  <p:sldLayoutIdLst>
    <p:sldLayoutId id="2147485142" r:id="rId1"/>
    <p:sldLayoutId id="2147485143" r:id="rId2"/>
    <p:sldLayoutId id="2147485144" r:id="rId3"/>
    <p:sldLayoutId id="2147485145" r:id="rId4"/>
    <p:sldLayoutId id="2147485146" r:id="rId5"/>
    <p:sldLayoutId id="2147485147" r:id="rId6"/>
    <p:sldLayoutId id="2147485148" r:id="rId7"/>
    <p:sldLayoutId id="2147485149" r:id="rId8"/>
    <p:sldLayoutId id="2147485150" r:id="rId9"/>
    <p:sldLayoutId id="2147485151" r:id="rId10"/>
    <p:sldLayoutId id="2147485152" r:id="rId11"/>
    <p:sldLayoutId id="2147485153" r:id="rId12"/>
    <p:sldLayoutId id="2147485154" r:id="rId13"/>
    <p:sldLayoutId id="2147485155" r:id="rId14"/>
    <p:sldLayoutId id="2147485156" r:id="rId15"/>
    <p:sldLayoutId id="2147485157" r:id="rId16"/>
    <p:sldLayoutId id="2147485158" r:id="rId17"/>
    <p:sldLayoutId id="2147485159" r:id="rId18"/>
    <p:sldLayoutId id="2147485160" r:id="rId19"/>
    <p:sldLayoutId id="2147485161" r:id="rId20"/>
    <p:sldLayoutId id="2147485162" r:id="rId21"/>
    <p:sldLayoutId id="2147485163" r:id="rId22"/>
    <p:sldLayoutId id="2147485164" r:id="rId23"/>
    <p:sldLayoutId id="2147485165" r:id="rId24"/>
    <p:sldLayoutId id="2147485166" r:id="rId25"/>
    <p:sldLayoutId id="2147485167" r:id="rId26"/>
    <p:sldLayoutId id="2147485168" r:id="rId27"/>
    <p:sldLayoutId id="2147485169" r:id="rId28"/>
    <p:sldLayoutId id="2147485170" r:id="rId29"/>
    <p:sldLayoutId id="2147485171" r:id="rId30"/>
    <p:sldLayoutId id="2147485172" r:id="rId31"/>
    <p:sldLayoutId id="2147485173" r:id="rId32"/>
    <p:sldLayoutId id="2147485174" r:id="rId33"/>
    <p:sldLayoutId id="2147485175" r:id="rId34"/>
    <p:sldLayoutId id="2147485176" r:id="rId35"/>
    <p:sldLayoutId id="2147485177" r:id="rId36"/>
    <p:sldLayoutId id="2147485178" r:id="rId37"/>
    <p:sldLayoutId id="2147485179" r:id="rId38"/>
    <p:sldLayoutId id="2147485180" r:id="rId39"/>
    <p:sldLayoutId id="2147485181" r:id="rId40"/>
    <p:sldLayoutId id="2147485182" r:id="rId41"/>
    <p:sldLayoutId id="2147485183" r:id="rId42"/>
  </p:sldLayoutIdLst>
  <p:transition>
    <p:fade/>
  </p:transition>
  <p:txStyles>
    <p:titleStyle>
      <a:lvl1pPr algn="l" defTabSz="932742" rtl="0" eaLnBrk="1" latinLnBrk="0" hangingPunct="1">
        <a:lnSpc>
          <a:spcPct val="100000"/>
        </a:lnSpc>
        <a:spcBef>
          <a:spcPct val="0"/>
        </a:spcBef>
        <a:buNone/>
        <a:defRPr lang="en-US" sz="3600" b="0" kern="1200" cap="none" spc="-50" baseline="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800" kern="1200" spc="0" baseline="0">
          <a:solidFill>
            <a:schemeClr val="tx1"/>
          </a:solidFill>
          <a:latin typeface="+mn-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pPr marL="0" marR="0" lvl="0" indent="0" algn="l" defTabSz="932742" fontAlgn="auto">
              <a:lnSpc>
                <a:spcPct val="100000"/>
              </a:lnSpc>
              <a:spcBef>
                <a:spcPct val="0"/>
              </a:spcBef>
              <a:spcAft>
                <a:spcPct val="0"/>
              </a:spcAft>
              <a:buSzTx/>
              <a:buNone/>
              <a:defRPr kumimoji="0" lang="en-US" sz="3600" b="0" i="0" u="none" strike="noStrike" cap="none" spc="-50" normalizeH="0" baseline="0" noProof="0">
                <a:ln w="3175" cap="flat" cmpd="sng" algn="ctr">
                  <a:noFill/>
                  <a:prstDash val="solid"/>
                  <a:round/>
                  <a:headEnd type="none" w="med" len="med"/>
                  <a:tailEnd type="none" w="med" len="med"/>
                </a:ln>
                <a:solidFill>
                  <a:srgbClr val="FFFFFF"/>
                </a:solidFill>
                <a:uLnTx/>
                <a:uFillTx/>
                <a:latin typeface="+mj-lt"/>
                <a:ea typeface="+mn-ea"/>
                <a:cs typeface="Segoe UI" pitchFamily="34" charset="0"/>
                <a:sym typeface="Wingdings" charset="2"/>
              </a:defRPr>
            </a:pPr>
            <a:r>
              <a:rPr kumimoji="0" lang="en-US" sz="3600" b="0" i="0" u="none" strike="noStrike" cap="none" spc="-50" normalizeH="0" baseline="0" noProof="0">
                <a:ln w="3175" cap="flat" cmpd="sng" algn="ctr">
                  <a:noFill/>
                  <a:prstDash val="solid"/>
                  <a:round/>
                  <a:headEnd type="none" w="med" len="med"/>
                  <a:tailEnd type="none" w="med" len="med"/>
                </a:ln>
                <a:solidFill>
                  <a:srgbClr val="FFFFFF"/>
                </a:solidFill>
                <a:uLnTx/>
                <a:uFillTx/>
                <a:latin typeface="+mj-lt"/>
                <a:ea typeface="+mn-ea"/>
                <a:cs typeface="Segoe UI" pitchFamily="34" charset="0"/>
                <a:sym typeface="Wingdings" charset="2"/>
              </a:rPr>
              <a:t>Click to edit Master title style</a:t>
            </a:r>
            <a:endParaRPr lang="en-US"/>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fontAlgn="auto">
              <a:lnSpc>
                <a:spcPct val="100000"/>
              </a:lnSpc>
              <a:spcBef>
                <a:spcPct val="20000"/>
              </a:spcBef>
              <a:spcAft>
                <a:spcPct val="0"/>
              </a:spcAft>
              <a:buSzPct val="90000"/>
              <a:buChar char=""/>
              <a:defRPr kumimoji="0" sz="28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Segoe UI" pitchFamily="34" charset="0"/>
                <a:sym typeface="Wingdings" charset="2"/>
              </a:defRPr>
            </a:pPr>
            <a:r>
              <a:rPr kumimoji="0" lang="en-US" sz="28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Segoe UI" pitchFamily="34" charset="0"/>
                <a:sym typeface="Wingdings" charset="2"/>
              </a:rPr>
              <a:t>Click to edit Master text styles</a:t>
            </a:r>
          </a:p>
          <a:p>
            <a:pPr marL="457200" marR="0" lvl="1" indent="-228600" algn="l" defTabSz="932742" fontAlgn="auto">
              <a:lnSpc>
                <a:spcPct val="100000"/>
              </a:lnSpc>
              <a:spcBef>
                <a:spcPct val="20000"/>
              </a:spcBef>
              <a:spcAft>
                <a:spcPct val="0"/>
              </a:spcAft>
              <a:buSzPct val="90000"/>
              <a:buChar char=""/>
              <a:defRPr kumimoji="0" sz="20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defRPr>
            </a:pPr>
            <a:r>
              <a:rPr kumimoji="0" lang="en-US" sz="20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rPr>
              <a:t>Second level</a:t>
            </a:r>
          </a:p>
          <a:p>
            <a:pPr marL="657225" marR="0" lvl="2" indent="-200025" algn="l" defTabSz="932742" fontAlgn="auto">
              <a:lnSpc>
                <a:spcPct val="100000"/>
              </a:lnSpc>
              <a:spcBef>
                <a:spcPct val="20000"/>
              </a:spcBef>
              <a:spcAft>
                <a:spcPct val="0"/>
              </a:spcAft>
              <a:buSzPct val="90000"/>
              <a:buChar char=""/>
              <a:defRPr kumimoji="0" sz="16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defRPr>
            </a:pPr>
            <a:r>
              <a:rPr kumimoji="0" lang="en-US" sz="16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rPr>
              <a:t>Third level</a:t>
            </a:r>
          </a:p>
          <a:p>
            <a:pPr marL="842963" marR="0" lvl="3" indent="-180975" algn="l" defTabSz="932742" fontAlgn="auto">
              <a:lnSpc>
                <a:spcPct val="100000"/>
              </a:lnSpc>
              <a:spcBef>
                <a:spcPct val="20000"/>
              </a:spcBef>
              <a:spcAft>
                <a:spcPct val="0"/>
              </a:spcAft>
              <a:buSzPct val="90000"/>
              <a:buChar char=""/>
              <a:defRPr kumimoji="0" sz="14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defRPr>
            </a:pPr>
            <a:r>
              <a:rPr kumimoji="0" lang="en-US" sz="14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rPr>
              <a:t>Fourth level</a:t>
            </a:r>
          </a:p>
          <a:p>
            <a:pPr marL="1023938" marR="0" lvl="4" indent="-168275" algn="l" defTabSz="932742" fontAlgn="auto">
              <a:lnSpc>
                <a:spcPct val="100000"/>
              </a:lnSpc>
              <a:spcBef>
                <a:spcPct val="20000"/>
              </a:spcBef>
              <a:spcAft>
                <a:spcPct val="0"/>
              </a:spcAft>
              <a:buSzPct val="90000"/>
              <a:buChar char=""/>
              <a:defRPr kumimoji="0" sz="14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defRPr>
            </a:pPr>
            <a:r>
              <a:rPr kumimoji="0" lang="en-US" sz="1400" b="0" i="0" u="none" strike="noStrike" cap="none" spc="0" normalizeH="0" baseline="0" noProof="0">
                <a:ln w="9525" cap="flat" cmpd="sng" algn="ctr">
                  <a:noFill/>
                  <a:prstDash val="solid"/>
                  <a:round/>
                  <a:headEnd type="none" w="med" len="med"/>
                  <a:tailEnd type="none" w="med" len="med"/>
                </a:ln>
                <a:solidFill>
                  <a:srgbClr val="FFFFFF"/>
                </a:solidFill>
                <a:uLnTx/>
                <a:uFillTx/>
                <a:latin typeface="+mn-lt"/>
                <a:ea typeface="+mn-ea"/>
                <a:cs typeface="+mn-cs"/>
                <a:sym typeface="Wingdings" charset="2"/>
              </a:rPr>
              <a:t>Fifth level</a:t>
            </a:r>
            <a:endParaRPr lang="en-US"/>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marL="0" algn="ctr" defTabSz="932472" fontAlgn="base">
              <a:lnSpc>
                <a:spcPct val="90000"/>
              </a:lnSpc>
              <a:spcBef>
                <a:spcPct val="0"/>
              </a:spcBef>
              <a:spcAft>
                <a:spcPct val="0"/>
              </a:spcAft>
              <a:buNone/>
              <a:defRPr kumimoji="0" sz="1765" b="0" i="0" normalizeH="0" noProof="0">
                <a:solidFill>
                  <a:srgbClr val="FFFFFF"/>
                </a:solidFill>
                <a:uLnTx/>
                <a:uFillTx/>
                <a:latin typeface="Segoe UI"/>
                <a:ea typeface="Arial" pitchFamily="34" charset="0"/>
                <a:cs typeface="Arial" pitchFamily="34" charset="0"/>
              </a:defRPr>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marL="0" algn="ctr" defTabSz="932472" fontAlgn="base">
              <a:lnSpc>
                <a:spcPct val="90000"/>
              </a:lnSpc>
              <a:spcBef>
                <a:spcPct val="0"/>
              </a:spcBef>
              <a:spcAft>
                <a:spcPct val="0"/>
              </a:spcAft>
              <a:buNone/>
              <a:defRPr kumimoji="0" sz="1765" b="0" i="0" normalizeH="0" noProof="0">
                <a:solidFill>
                  <a:srgbClr val="FFFFFF"/>
                </a:solidFill>
                <a:uLnTx/>
                <a:uFillTx/>
                <a:latin typeface="Segoe UI"/>
                <a:ea typeface="Arial" pitchFamily="34" charset="0"/>
                <a:cs typeface="Arial" pitchFamily="34" charset="0"/>
              </a:defRPr>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a:blip r:embed="rId44"/>
          <a:srcRect l="762"/>
          <a:stretch>
            <a:fillRect/>
          </a:stretch>
        </p:blipFill>
        <p:spPr>
          <a:xfrm rot="5400000">
            <a:off x="9509760" y="2843773"/>
            <a:ext cx="6858000" cy="1170455"/>
          </a:xfrm>
          <a:prstGeom prst="rect">
            <a:avLst/>
          </a:prstGeom>
        </p:spPr>
      </p:pic>
    </p:spTree>
    <p:extLst>
      <p:ext uri="{BB962C8B-B14F-4D97-AF65-F5344CB8AC3E}">
        <p14:creationId xmlns:p14="http://schemas.microsoft.com/office/powerpoint/2010/main" val="3077586048"/>
      </p:ext>
    </p:extLst>
  </p:cSld>
  <p:clrMap bg1="dk1" tx1="lt1" bg2="dk2" tx2="lt2" accent1="accent1" accent2="accent2" accent3="accent3" accent4="accent4" accent5="accent5" accent6="accent6" hlink="hlink" folHlink="folHlink"/>
  <p:sldLayoutIdLst>
    <p:sldLayoutId id="2147485185" r:id="rId1"/>
    <p:sldLayoutId id="2147485186" r:id="rId2"/>
    <p:sldLayoutId id="2147485187" r:id="rId3"/>
    <p:sldLayoutId id="2147485188" r:id="rId4"/>
    <p:sldLayoutId id="2147485189" r:id="rId5"/>
    <p:sldLayoutId id="2147485190" r:id="rId6"/>
    <p:sldLayoutId id="2147485191" r:id="rId7"/>
    <p:sldLayoutId id="2147485192" r:id="rId8"/>
    <p:sldLayoutId id="2147485193" r:id="rId9"/>
    <p:sldLayoutId id="2147485194" r:id="rId10"/>
    <p:sldLayoutId id="2147485195" r:id="rId11"/>
    <p:sldLayoutId id="2147485196" r:id="rId12"/>
    <p:sldLayoutId id="2147485197" r:id="rId13"/>
    <p:sldLayoutId id="2147485198" r:id="rId14"/>
    <p:sldLayoutId id="2147485199" r:id="rId15"/>
    <p:sldLayoutId id="2147485200" r:id="rId16"/>
    <p:sldLayoutId id="2147485201" r:id="rId17"/>
    <p:sldLayoutId id="2147485202" r:id="rId18"/>
    <p:sldLayoutId id="2147485203" r:id="rId19"/>
    <p:sldLayoutId id="2147485204" r:id="rId20"/>
    <p:sldLayoutId id="2147485205" r:id="rId21"/>
    <p:sldLayoutId id="2147485206" r:id="rId22"/>
    <p:sldLayoutId id="2147485207" r:id="rId23"/>
    <p:sldLayoutId id="2147485208" r:id="rId24"/>
    <p:sldLayoutId id="2147485209" r:id="rId25"/>
    <p:sldLayoutId id="2147485210" r:id="rId26"/>
    <p:sldLayoutId id="2147485211" r:id="rId27"/>
    <p:sldLayoutId id="2147485212" r:id="rId28"/>
    <p:sldLayoutId id="2147485213" r:id="rId29"/>
    <p:sldLayoutId id="2147485214" r:id="rId30"/>
    <p:sldLayoutId id="2147485215" r:id="rId31"/>
    <p:sldLayoutId id="2147485216" r:id="rId32"/>
    <p:sldLayoutId id="2147485217" r:id="rId33"/>
    <p:sldLayoutId id="2147485218" r:id="rId34"/>
    <p:sldLayoutId id="2147485219" r:id="rId35"/>
    <p:sldLayoutId id="2147485220" r:id="rId36"/>
    <p:sldLayoutId id="2147485221" r:id="rId37"/>
    <p:sldLayoutId id="2147485222" r:id="rId38"/>
    <p:sldLayoutId id="2147485223" r:id="rId39"/>
    <p:sldLayoutId id="2147485224" r:id="rId40"/>
    <p:sldLayoutId id="2147485225" r:id="rId41"/>
    <p:sldLayoutId id="2147485226" r:id="rId42"/>
  </p:sldLayoutIdLst>
  <p:transition>
    <p:fade/>
  </p:transition>
  <p:txStyles>
    <p:titleStyle>
      <a:lvl1pPr algn="l" defTabSz="932742" rtl="0" eaLnBrk="1" latinLnBrk="0" hangingPunct="1">
        <a:lnSpc>
          <a:spcPct val="100000"/>
        </a:lnSpc>
        <a:spcBef>
          <a:spcPct val="0"/>
        </a:spcBef>
        <a:buNone/>
        <a:defRPr lang="en-US" sz="3600" b="0" kern="1200" cap="none" spc="-50" baseline="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800" kern="1200" spc="0" baseline="0">
          <a:solidFill>
            <a:schemeClr val="tx1"/>
          </a:solidFill>
          <a:latin typeface="+mn-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hyperlink" Target="https://code.visualstudio.com/" TargetMode="External"/><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hyperlink" Target="https://docs.microsoft.com/en-us/learn/paths/react/?WT.mc_id=academic-56602-chrhar" TargetMode="External"/><Relationship Id="rId2" Type="http://schemas.openxmlformats.org/officeDocument/2006/relationships/hyperlink" Target="https://aka.ms/workshopomatic-feedback" TargetMode="External"/><Relationship Id="rId1" Type="http://schemas.openxmlformats.org/officeDocument/2006/relationships/slideLayout" Target="../slideLayouts/slideLayout20.xml"/><Relationship Id="rId5" Type="http://schemas.openxmlformats.org/officeDocument/2006/relationships/hyperlink" Target="https://docs.microsoft.com/learn/paths/build-javascript-applications-nodejs/?WT.mc_id=academic-56602-chrhar" TargetMode="External"/><Relationship Id="rId4" Type="http://schemas.openxmlformats.org/officeDocument/2006/relationships/hyperlink" Target="https://docs.microsoft.com/learn/paths/azure-static-web-apps/?WT.mc_id=academic-56602-chrhar"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2Info"/>
          <p:cNvSpPr>
            <a:spLocks noGrp="1"/>
          </p:cNvSpPr>
          <p:nvPr>
            <p:ph type="body" sz="quarter" idx="4294967295" hasCustomPrompt="1"/>
          </p:nvPr>
        </p:nvSpPr>
        <p:spPr>
          <a:xfrm>
            <a:off x="8469312" y="5758913"/>
            <a:ext cx="3646487" cy="941796"/>
          </a:xfrm>
        </p:spPr>
        <p:txBody>
          <a:bodyPr/>
          <a:lstStyle>
            <a:lvl1pPr marL="0" indent="0">
              <a:buNone/>
              <a:defRPr sz="1800"/>
            </a:lvl1pPr>
          </a:lstStyle>
          <a:p>
            <a:r>
              <a:rPr lang="en-US" sz="1800">
                <a:solidFill>
                  <a:schemeClr val="bg1"/>
                </a:solidFill>
              </a:rPr>
              <a:t>Title</a:t>
            </a:r>
          </a:p>
        </p:txBody>
      </p:sp>
      <p:sp>
        <p:nvSpPr>
          <p:cNvPr id="3" name="Speaker2Name"/>
          <p:cNvSpPr>
            <a:spLocks noGrp="1"/>
          </p:cNvSpPr>
          <p:nvPr>
            <p:ph type="body" sz="quarter" idx="4294967295" hasCustomPrompt="1"/>
          </p:nvPr>
        </p:nvSpPr>
        <p:spPr>
          <a:xfrm>
            <a:off x="8475546" y="5171882"/>
            <a:ext cx="3646487" cy="430887"/>
          </a:xfrm>
        </p:spPr>
        <p:txBody>
          <a:bodyPr/>
          <a:lstStyle>
            <a:lvl1pPr marL="0" indent="0">
              <a:buNone/>
              <a:defRPr b="1">
                <a:solidFill>
                  <a:schemeClr val="bg1"/>
                </a:solidFill>
              </a:defRPr>
            </a:lvl1pPr>
          </a:lstStyle>
          <a:p>
            <a:pPr lvl="0"/>
            <a:r>
              <a:rPr lang="en-US"/>
              <a:t>Speaker Name</a:t>
            </a:r>
          </a:p>
        </p:txBody>
      </p:sp>
      <p:sp>
        <p:nvSpPr>
          <p:cNvPr id="4" name="Title"/>
          <p:cNvSpPr>
            <a:spLocks noGrp="1"/>
          </p:cNvSpPr>
          <p:nvPr>
            <p:ph type="title" hasCustomPrompt="1"/>
          </p:nvPr>
        </p:nvSpPr>
        <p:spPr>
          <a:xfrm>
            <a:off x="584200" y="2985136"/>
            <a:ext cx="6816725" cy="548640"/>
          </a:xfrm>
        </p:spPr>
        <p:txBody>
          <a:bodyPr wrap="square" lIns="0" tIns="0" rIns="0" bIns="0" anchor="b" anchorCtr="0">
            <a:spAutoFit/>
          </a:bodyPr>
          <a:lstStyle>
            <a:lvl1pPr>
              <a:defRPr sz="3600" spc="-50" baseline="0">
                <a:solidFill>
                  <a:srgbClr val="0078D4"/>
                </a:solidFill>
                <a:latin typeface="+mj-lt"/>
                <a:cs typeface="Segoe UI" pitchFamily="34" charset="0"/>
              </a:defRPr>
            </a:lvl1pPr>
          </a:lstStyle>
          <a:p>
            <a:r>
              <a:rPr lang="en-US" dirty="0"/>
              <a:t>Getting started with React</a:t>
            </a:r>
          </a:p>
        </p:txBody>
      </p:sp>
      <p:sp>
        <p:nvSpPr>
          <p:cNvPr id="6" name="Speaker1Name"/>
          <p:cNvSpPr>
            <a:spLocks noGrp="1"/>
          </p:cNvSpPr>
          <p:nvPr>
            <p:ph type="body" sz="quarter" idx="13" hasCustomPrompt="1"/>
          </p:nvPr>
        </p:nvSpPr>
        <p:spPr/>
        <p:txBody>
          <a:bodyPr/>
          <a:lstStyle>
            <a:lvl1pPr marL="0" indent="0">
              <a:buNone/>
              <a:defRPr b="1">
                <a:solidFill>
                  <a:schemeClr val="bg1"/>
                </a:solidFill>
              </a:defRPr>
            </a:lvl1pPr>
          </a:lstStyle>
          <a:p>
            <a:pPr lvl="0"/>
            <a:r>
              <a:rPr lang="en-US"/>
              <a:t>Speaker Name</a:t>
            </a:r>
          </a:p>
        </p:txBody>
      </p:sp>
      <p:sp>
        <p:nvSpPr>
          <p:cNvPr id="7" name="Text Placeholder 15"/>
          <p:cNvSpPr>
            <a:spLocks noGrp="1"/>
          </p:cNvSpPr>
          <p:nvPr>
            <p:ph type="body" sz="quarter" idx="15" hasCustomPrompt="1"/>
          </p:nvPr>
        </p:nvSpPr>
        <p:spPr/>
        <p:txBody>
          <a:bodyPr/>
          <a:lstStyle>
            <a:lvl1pPr marL="0" indent="0">
              <a:buNone/>
              <a:defRPr sz="1800"/>
            </a:lvl1pPr>
          </a:lstStyle>
          <a:p>
            <a:r>
              <a:rPr lang="en-US" sz="1800">
                <a:solidFill>
                  <a:schemeClr val="bg1"/>
                </a:solidFill>
              </a:rPr>
              <a:t>Title</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2309812"/>
            <a:ext cx="3182027" cy="548640"/>
          </a:xfrm>
        </p:spPr>
        <p:txBody>
          <a:bodyPr anchor="t"/>
          <a:lstStyle>
            <a:lvl1pPr>
              <a:defRPr>
                <a:solidFill>
                  <a:schemeClr val="tx1"/>
                </a:solidFill>
              </a:defRPr>
            </a:lvl1pPr>
          </a:lstStyle>
          <a:p>
            <a:r>
              <a:rPr lang="en-US"/>
              <a:t>Prerequisites</a:t>
            </a:r>
          </a:p>
        </p:txBody>
      </p:sp>
      <p:sp>
        <p:nvSpPr>
          <p:cNvPr id="3" name="Subtitle"/>
          <p:cNvSpPr>
            <a:spLocks noGrp="1"/>
          </p:cNvSpPr>
          <p:nvPr>
            <p:ph type="body" sz="quarter" idx="11"/>
          </p:nvPr>
        </p:nvSpPr>
        <p:spPr>
          <a:xfrm>
            <a:off x="4356100" y="2309812"/>
            <a:ext cx="7253288" cy="1415772"/>
          </a:xfrm>
        </p:spPr>
        <p:txBody>
          <a:bodyPr anchor="t"/>
          <a:lstStyle>
            <a:lvl1pPr marL="231775" indent="-231775">
              <a:spcAft>
                <a:spcPts val="600"/>
              </a:spcAft>
              <a:buFont typeface="Wingdings" panose="05000000000000000000" pitchFamily="2" charset="2"/>
              <a:buChar char=""/>
              <a:defRPr/>
            </a:lvl1pPr>
          </a:lstStyle>
          <a:p>
            <a:pPr lvl="1"/>
            <a:r>
              <a:rPr dirty="0"/>
              <a:t>Knowledge of </a:t>
            </a:r>
            <a:r>
              <a:rPr b="1" dirty="0"/>
              <a:t>HTML</a:t>
            </a:r>
            <a:r>
              <a:rPr dirty="0"/>
              <a:t>, </a:t>
            </a:r>
            <a:r>
              <a:rPr b="1" dirty="0"/>
              <a:t>CSS</a:t>
            </a:r>
            <a:r>
              <a:rPr dirty="0"/>
              <a:t>, </a:t>
            </a:r>
            <a:r>
              <a:rPr b="1" dirty="0"/>
              <a:t>JavaScript</a:t>
            </a:r>
            <a:r>
              <a:rPr dirty="0"/>
              <a:t>, and </a:t>
            </a:r>
            <a:r>
              <a:rPr b="1" dirty="0"/>
              <a:t>Git</a:t>
            </a:r>
          </a:p>
          <a:p>
            <a:pPr lvl="1"/>
            <a:r>
              <a:rPr dirty="0"/>
              <a:t>Knowledge of package management with </a:t>
            </a:r>
            <a:r>
              <a:rPr b="1" dirty="0"/>
              <a:t>Node.js </a:t>
            </a:r>
            <a:r>
              <a:rPr dirty="0"/>
              <a:t>and </a:t>
            </a:r>
            <a:r>
              <a:rPr b="1" dirty="0"/>
              <a:t>npm</a:t>
            </a:r>
          </a:p>
          <a:p>
            <a:pPr lvl="1"/>
            <a:r>
              <a:rPr lang="en-US" b="1" dirty="0"/>
              <a:t>Node.js </a:t>
            </a:r>
            <a:r>
              <a:rPr lang="en-US" dirty="0"/>
              <a:t>and </a:t>
            </a:r>
            <a:r>
              <a:rPr lang="en-US" b="1" dirty="0"/>
              <a:t>npm </a:t>
            </a:r>
            <a:r>
              <a:rPr lang="en-US" dirty="0"/>
              <a:t>locally installed</a:t>
            </a:r>
          </a:p>
          <a:p>
            <a:pPr lvl="1"/>
            <a:r>
              <a:rPr dirty="0"/>
              <a:t>A code editor, such as </a:t>
            </a:r>
            <a:r>
              <a:rPr b="1" dirty="0">
                <a:hlinkClick r:id="rId3"/>
              </a:rPr>
              <a:t>Visual Studio Code</a:t>
            </a:r>
            <a:endParaRPr b="1"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2309812"/>
            <a:ext cx="3182027" cy="1097280"/>
          </a:xfrm>
        </p:spPr>
        <p:txBody>
          <a:bodyPr anchor="t"/>
          <a:lstStyle>
            <a:lvl1pPr>
              <a:defRPr>
                <a:solidFill>
                  <a:schemeClr val="tx1"/>
                </a:solidFill>
              </a:defRPr>
            </a:lvl1pPr>
          </a:lstStyle>
          <a:p>
            <a:r>
              <a:rPr lang="en-US"/>
              <a:t>Learning objectives</a:t>
            </a:r>
          </a:p>
        </p:txBody>
      </p:sp>
      <p:sp>
        <p:nvSpPr>
          <p:cNvPr id="3" name="Subtitle"/>
          <p:cNvSpPr>
            <a:spLocks noGrp="1"/>
          </p:cNvSpPr>
          <p:nvPr>
            <p:ph type="body" sz="quarter" idx="11"/>
          </p:nvPr>
        </p:nvSpPr>
        <p:spPr>
          <a:xfrm>
            <a:off x="4356100" y="2309812"/>
            <a:ext cx="7253288" cy="1415772"/>
          </a:xfrm>
        </p:spPr>
        <p:txBody>
          <a:bodyPr anchor="t"/>
          <a:lstStyle>
            <a:lvl1pPr marL="231775" indent="-231775">
              <a:spcAft>
                <a:spcPts val="600"/>
              </a:spcAft>
              <a:buFont typeface="Wingdings" panose="05000000000000000000" pitchFamily="2" charset="2"/>
              <a:buChar char=""/>
              <a:defRPr/>
            </a:lvl1pPr>
          </a:lstStyle>
          <a:p>
            <a:pPr lvl="1"/>
            <a:r>
              <a:rPr lang="en-US" dirty="0"/>
              <a:t>Explore React and JSX</a:t>
            </a:r>
          </a:p>
          <a:p>
            <a:pPr lvl="1"/>
            <a:r>
              <a:rPr dirty="0"/>
              <a:t>Install React</a:t>
            </a:r>
            <a:r>
              <a:rPr lang="en-US" dirty="0"/>
              <a:t> and create a project</a:t>
            </a:r>
            <a:endParaRPr dirty="0"/>
          </a:p>
          <a:p>
            <a:pPr lvl="1"/>
            <a:r>
              <a:rPr lang="en-US" dirty="0"/>
              <a:t>Create a React component and dynamically display data</a:t>
            </a:r>
          </a:p>
          <a:p>
            <a:pPr lvl="1"/>
            <a:r>
              <a:rPr lang="en-US" dirty="0"/>
              <a:t>Apply style to a React component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Introduction to React and JSX</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dirty="0"/>
              <a:t>Introduction to React</a:t>
            </a:r>
          </a:p>
        </p:txBody>
      </p:sp>
      <p:sp>
        <p:nvSpPr>
          <p:cNvPr id="3" name="Subtitle"/>
          <p:cNvSpPr>
            <a:spLocks noGrp="1"/>
          </p:cNvSpPr>
          <p:nvPr>
            <p:ph sz="quarter" idx="10"/>
          </p:nvPr>
        </p:nvSpPr>
        <p:spPr>
          <a:xfrm>
            <a:off x="584200" y="1435100"/>
            <a:ext cx="11018838" cy="1834348"/>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457200" indent="-457200">
              <a:buFontTx/>
              <a:buChar char="-"/>
            </a:pPr>
            <a:r>
              <a:rPr dirty="0"/>
              <a:t>React is an open-source </a:t>
            </a:r>
            <a:r>
              <a:rPr lang="en-US" dirty="0"/>
              <a:t>front-end </a:t>
            </a:r>
            <a:r>
              <a:rPr dirty="0"/>
              <a:t>framework</a:t>
            </a:r>
            <a:endParaRPr lang="en-US" dirty="0"/>
          </a:p>
          <a:p>
            <a:pPr marL="457200" indent="-457200">
              <a:buFontTx/>
              <a:buChar char="-"/>
            </a:pPr>
            <a:r>
              <a:rPr lang="en-US" dirty="0"/>
              <a:t>React introduces JSX, or JavaScript XML</a:t>
            </a:r>
          </a:p>
          <a:p>
            <a:pPr marL="914400" lvl="1" indent="-457200">
              <a:buFontTx/>
              <a:buChar char="-"/>
            </a:pPr>
            <a:r>
              <a:rPr lang="en-US" dirty="0"/>
              <a:t>JSX can be used to create React components</a:t>
            </a:r>
          </a:p>
          <a:p>
            <a:pPr marL="457200" indent="-457200">
              <a:buFontTx/>
              <a:buChar char="-"/>
            </a:pPr>
            <a:r>
              <a:rPr lang="en-US" dirty="0"/>
              <a:t>During this workshop you will create a page to display recipe titles</a:t>
            </a:r>
            <a:endParaRPr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Introduction to JSX</a:t>
            </a:r>
          </a:p>
        </p:txBody>
      </p:sp>
      <p:sp>
        <p:nvSpPr>
          <p:cNvPr id="3" name="Subtitle"/>
          <p:cNvSpPr>
            <a:spLocks noGrp="1"/>
          </p:cNvSpPr>
          <p:nvPr>
            <p:ph sz="quarter" idx="10"/>
          </p:nvPr>
        </p:nvSpPr>
        <p:spPr>
          <a:xfrm>
            <a:off x="584200" y="1435100"/>
            <a:ext cx="11018838" cy="382874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457200" indent="-457200">
              <a:buFontTx/>
              <a:buChar char="-"/>
            </a:pPr>
            <a:r>
              <a:rPr lang="en-US" dirty="0"/>
              <a:t>JSX allows HTML (XML) and JavaScript to be combined in one file</a:t>
            </a:r>
          </a:p>
          <a:p>
            <a:pPr marL="457200" indent="-457200">
              <a:buFontTx/>
              <a:buChar char="-"/>
            </a:pPr>
            <a:r>
              <a:rPr lang="en-US" dirty="0"/>
              <a:t>Allows for faster development</a:t>
            </a:r>
          </a:p>
          <a:p>
            <a:pPr marL="457200" indent="-457200">
              <a:buFontTx/>
              <a:buChar char="-"/>
            </a:pPr>
            <a:r>
              <a:rPr lang="en-US" dirty="0"/>
              <a:t>JSX follows XML rules</a:t>
            </a:r>
          </a:p>
          <a:p>
            <a:pPr marL="914400" lvl="1" indent="-457200">
              <a:buFontTx/>
              <a:buChar char="-"/>
            </a:pPr>
            <a:r>
              <a:rPr lang="en-US" dirty="0"/>
              <a:t>All elements must be placed inside one parent element</a:t>
            </a:r>
          </a:p>
          <a:p>
            <a:pPr marL="914400" lvl="1" indent="-457200">
              <a:buFontTx/>
              <a:buChar char="-"/>
            </a:pPr>
            <a:r>
              <a:rPr lang="en-US" dirty="0"/>
              <a:t>All elements must be closed</a:t>
            </a:r>
          </a:p>
          <a:p>
            <a:pPr marL="457200" indent="-457200">
              <a:buFontTx/>
              <a:buChar char="-"/>
            </a:pPr>
            <a:r>
              <a:rPr lang="en-US" dirty="0"/>
              <a:t>Browsers do not natively support JSX</a:t>
            </a:r>
          </a:p>
          <a:p>
            <a:pPr marL="914400" lvl="1" indent="-457200">
              <a:buFontTx/>
              <a:buChar char="-"/>
            </a:pPr>
            <a:r>
              <a:rPr lang="en-US" dirty="0"/>
              <a:t>JSX must be converted to HTML and JavaScript through the build process</a:t>
            </a:r>
          </a:p>
          <a:p>
            <a:pPr marL="914400" lvl="1" indent="-457200">
              <a:buFontTx/>
              <a:buChar char="-"/>
            </a:pPr>
            <a:r>
              <a:rPr lang="en-US" dirty="0"/>
              <a:t>Several tools exist for managing this process including </a:t>
            </a:r>
            <a:r>
              <a:rPr lang="en-US" dirty="0" err="1"/>
              <a:t>Vite</a:t>
            </a:r>
            <a:r>
              <a:rPr lang="en-US" dirty="0"/>
              <a:t>, Webpack and Snowpack</a:t>
            </a:r>
          </a:p>
          <a:p>
            <a:pPr marL="1114425" lvl="2" indent="-457200">
              <a:buFontTx/>
              <a:buChar char="-"/>
            </a:pPr>
            <a:r>
              <a:rPr lang="en-US" dirty="0"/>
              <a:t>This course uses Snowpack</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Components</a:t>
            </a:r>
          </a:p>
        </p:txBody>
      </p:sp>
      <p:sp>
        <p:nvSpPr>
          <p:cNvPr id="3" name="Subtitle"/>
          <p:cNvSpPr>
            <a:spLocks noGrp="1"/>
          </p:cNvSpPr>
          <p:nvPr>
            <p:ph sz="quarter" idx="10"/>
          </p:nvPr>
        </p:nvSpPr>
        <p:spPr>
          <a:xfrm>
            <a:off x="584200" y="1435100"/>
            <a:ext cx="11018838" cy="947952"/>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457200" indent="-457200">
              <a:buFontTx/>
              <a:buChar char="-"/>
            </a:pPr>
            <a:r>
              <a:rPr dirty="0"/>
              <a:t>React development is based on components</a:t>
            </a:r>
            <a:endParaRPr lang="en-US" dirty="0"/>
          </a:p>
          <a:p>
            <a:pPr marL="457200" indent="-457200">
              <a:buFontTx/>
              <a:buChar char="-"/>
            </a:pPr>
            <a:r>
              <a:rPr lang="en-US" dirty="0"/>
              <a:t>Components are reusable blocks containing both UI and logic</a:t>
            </a:r>
            <a:endParaRPr dirty="0"/>
          </a:p>
        </p:txBody>
      </p:sp>
      <p:sp>
        <p:nvSpPr>
          <p:cNvPr id="4" name="Rectangle: Rounded Corners 3">
            <a:extLst>
              <a:ext uri="{FF2B5EF4-FFF2-40B4-BE49-F238E27FC236}">
                <a16:creationId xmlns:a16="http://schemas.microsoft.com/office/drawing/2014/main" id="{F6DEDEA9-A1FB-494E-BB26-8A4E5383B315}"/>
              </a:ext>
            </a:extLst>
          </p:cNvPr>
          <p:cNvSpPr/>
          <p:nvPr/>
        </p:nvSpPr>
        <p:spPr bwMode="auto">
          <a:xfrm>
            <a:off x="1752600" y="2383052"/>
            <a:ext cx="7772400" cy="4246348"/>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5" name="Rectangle: Rounded Corners 4">
            <a:extLst>
              <a:ext uri="{FF2B5EF4-FFF2-40B4-BE49-F238E27FC236}">
                <a16:creationId xmlns:a16="http://schemas.microsoft.com/office/drawing/2014/main" id="{2BC8ABE5-D53C-4E99-83C8-EA9490CBD530}"/>
              </a:ext>
            </a:extLst>
          </p:cNvPr>
          <p:cNvSpPr/>
          <p:nvPr/>
        </p:nvSpPr>
        <p:spPr bwMode="auto">
          <a:xfrm>
            <a:off x="6477000" y="2812312"/>
            <a:ext cx="2286000" cy="762000"/>
          </a:xfrm>
          <a:prstGeom prst="roundRect">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chemeClr val="tx1"/>
                </a:solidFill>
                <a:ea typeface="Segoe UI" pitchFamily="34" charset="0"/>
                <a:cs typeface="Segoe UI" pitchFamily="34" charset="0"/>
              </a:rPr>
              <a:t>Cart component</a:t>
            </a:r>
          </a:p>
        </p:txBody>
      </p:sp>
      <p:sp>
        <p:nvSpPr>
          <p:cNvPr id="6" name="Rectangle: Rounded Corners 5">
            <a:extLst>
              <a:ext uri="{FF2B5EF4-FFF2-40B4-BE49-F238E27FC236}">
                <a16:creationId xmlns:a16="http://schemas.microsoft.com/office/drawing/2014/main" id="{145058B2-91DD-42A0-861D-7CC6E85A5E57}"/>
              </a:ext>
            </a:extLst>
          </p:cNvPr>
          <p:cNvSpPr/>
          <p:nvPr/>
        </p:nvSpPr>
        <p:spPr bwMode="auto">
          <a:xfrm>
            <a:off x="3048000" y="3657600"/>
            <a:ext cx="5715000" cy="2590800"/>
          </a:xfrm>
          <a:prstGeom prst="roundRect">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err="1">
                <a:solidFill>
                  <a:schemeClr val="tx1"/>
                </a:solidFill>
                <a:ea typeface="Segoe UI" pitchFamily="34" charset="0"/>
                <a:cs typeface="Segoe UI" pitchFamily="34" charset="0"/>
              </a:rPr>
              <a:t>ProductList</a:t>
            </a:r>
            <a:r>
              <a:rPr lang="en-US" sz="2000" dirty="0">
                <a:solidFill>
                  <a:schemeClr val="tx1"/>
                </a:solidFill>
                <a:ea typeface="Segoe UI" pitchFamily="34" charset="0"/>
                <a:cs typeface="Segoe UI" pitchFamily="34" charset="0"/>
              </a:rPr>
              <a:t> component</a:t>
            </a:r>
          </a:p>
        </p:txBody>
      </p:sp>
      <p:sp>
        <p:nvSpPr>
          <p:cNvPr id="10" name="Rectangle: Rounded Corners 9">
            <a:extLst>
              <a:ext uri="{FF2B5EF4-FFF2-40B4-BE49-F238E27FC236}">
                <a16:creationId xmlns:a16="http://schemas.microsoft.com/office/drawing/2014/main" id="{011018A3-87D6-4500-A017-E5F6A8E86AD2}"/>
              </a:ext>
            </a:extLst>
          </p:cNvPr>
          <p:cNvSpPr/>
          <p:nvPr/>
        </p:nvSpPr>
        <p:spPr bwMode="auto">
          <a:xfrm>
            <a:off x="3505200" y="5155418"/>
            <a:ext cx="3200400" cy="762000"/>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chemeClr val="tx1"/>
                </a:solidFill>
                <a:ea typeface="Segoe UI" pitchFamily="34" charset="0"/>
                <a:cs typeface="Segoe UI" pitchFamily="34" charset="0"/>
              </a:rPr>
              <a:t>Product component</a:t>
            </a:r>
          </a:p>
        </p:txBody>
      </p:sp>
      <p:sp>
        <p:nvSpPr>
          <p:cNvPr id="12" name="Rectangle: Rounded Corners 11">
            <a:extLst>
              <a:ext uri="{FF2B5EF4-FFF2-40B4-BE49-F238E27FC236}">
                <a16:creationId xmlns:a16="http://schemas.microsoft.com/office/drawing/2014/main" id="{0ADFAE23-42D1-406D-A775-5144D87010DA}"/>
              </a:ext>
            </a:extLst>
          </p:cNvPr>
          <p:cNvSpPr/>
          <p:nvPr/>
        </p:nvSpPr>
        <p:spPr bwMode="auto">
          <a:xfrm>
            <a:off x="3505200" y="4343400"/>
            <a:ext cx="3200400" cy="762000"/>
          </a:xfrm>
          <a:prstGeom prst="roundRect">
            <a:avLst/>
          </a:prstGeom>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chemeClr val="tx1"/>
                </a:solidFill>
                <a:ea typeface="Segoe UI" pitchFamily="34" charset="0"/>
                <a:cs typeface="Segoe UI" pitchFamily="34" charset="0"/>
              </a:rPr>
              <a:t>Product component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Exercise: Create a starter project</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React app structure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dirty="0"/>
              <a:t>The application host</a:t>
            </a:r>
          </a:p>
        </p:txBody>
      </p:sp>
      <p:sp>
        <p:nvSpPr>
          <p:cNvPr id="3" name="Subtitle"/>
          <p:cNvSpPr>
            <a:spLocks noGrp="1"/>
          </p:cNvSpPr>
          <p:nvPr>
            <p:ph sz="quarter" idx="10"/>
          </p:nvPr>
        </p:nvSpPr>
        <p:spPr>
          <a:xfrm>
            <a:off x="584200" y="1435100"/>
            <a:ext cx="11018838" cy="947952"/>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457200" indent="-457200">
              <a:buFontTx/>
              <a:buChar char="-"/>
            </a:pPr>
            <a:r>
              <a:rPr lang="en-US" dirty="0"/>
              <a:t>Every React app will contain an HTML file to host the app</a:t>
            </a:r>
          </a:p>
          <a:p>
            <a:pPr marL="457200" indent="-457200">
              <a:buFontTx/>
              <a:buChar char="-"/>
            </a:pPr>
            <a:r>
              <a:rPr lang="en-US" dirty="0"/>
              <a:t>Note the </a:t>
            </a:r>
            <a:r>
              <a:rPr lang="en-US" b="1" dirty="0">
                <a:latin typeface="Consolas" panose="020B0609020204030204" pitchFamily="49" charset="0"/>
              </a:rPr>
              <a:t>div</a:t>
            </a:r>
            <a:r>
              <a:rPr lang="en-US" dirty="0"/>
              <a:t> element with the id </a:t>
            </a:r>
            <a:r>
              <a:rPr lang="en-US" b="1" dirty="0">
                <a:latin typeface="Consolas" panose="020B0609020204030204" pitchFamily="49" charset="0"/>
              </a:rPr>
              <a:t>app</a:t>
            </a:r>
          </a:p>
        </p:txBody>
      </p:sp>
      <p:sp>
        <p:nvSpPr>
          <p:cNvPr id="5" name="New shape"/>
          <p:cNvSpPr/>
          <p:nvPr/>
        </p:nvSpPr>
        <p:spPr>
          <a:xfrm>
            <a:off x="2133600" y="2925445"/>
            <a:ext cx="7543800" cy="3282950"/>
          </a:xfrm>
          <a:prstGeom prst="rect">
            <a:avLst/>
          </a:prstGeom>
          <a:solidFill>
            <a:srgbClr val="F5F5F5"/>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tIns="254000" rIns="254000" bIns="254000" rtlCol="0" anchor="ctr">
            <a:spAutoFit/>
          </a:bodyPr>
          <a:lstStyle/>
          <a:p>
            <a:pPr algn="l"/>
            <a:r>
              <a:rPr sz="1800" dirty="0">
                <a:solidFill>
                  <a:srgbClr val="0000FF"/>
                </a:solidFill>
                <a:latin typeface="Consolas" panose="020B0609020204030204" pitchFamily="49" charset="0"/>
              </a:rPr>
              <a:t>&lt;!DOCTYPE html&gt;</a:t>
            </a:r>
            <a:br>
              <a:rPr sz="1800" dirty="0">
                <a:solidFill>
                  <a:srgbClr val="0000FF"/>
                </a:solidFill>
                <a:latin typeface="Consolas" panose="020B0609020204030204" pitchFamily="49" charset="0"/>
              </a:rPr>
            </a:br>
            <a:r>
              <a:rPr sz="1800" dirty="0">
                <a:solidFill>
                  <a:srgbClr val="000000"/>
                </a:solidFill>
                <a:latin typeface="Consolas" panose="020B0609020204030204" pitchFamily="49" charset="0"/>
              </a:rPr>
              <a:t>&lt;html lang=</a:t>
            </a:r>
            <a:r>
              <a:rPr sz="1800" dirty="0">
                <a:solidFill>
                  <a:srgbClr val="A31515"/>
                </a:solidFill>
                <a:latin typeface="Consolas" panose="020B0609020204030204" pitchFamily="49" charset="0"/>
              </a:rPr>
              <a:t>"</a:t>
            </a:r>
            <a:r>
              <a:rPr sz="1800" dirty="0" err="1">
                <a:solidFill>
                  <a:srgbClr val="A31515"/>
                </a:solidFill>
                <a:latin typeface="Consolas" panose="020B0609020204030204" pitchFamily="49" charset="0"/>
              </a:rPr>
              <a:t>en</a:t>
            </a:r>
            <a:r>
              <a:rPr sz="1800" dirty="0">
                <a:solidFill>
                  <a:srgbClr val="A31515"/>
                </a:solidFill>
                <a:latin typeface="Consolas" panose="020B0609020204030204" pitchFamily="49" charset="0"/>
              </a:rPr>
              <a:t>"</a:t>
            </a:r>
            <a:r>
              <a:rPr sz="1800" dirty="0">
                <a:solidFill>
                  <a:srgbClr val="000000"/>
                </a:solidFill>
                <a:latin typeface="Consolas" panose="020B0609020204030204" pitchFamily="49" charset="0"/>
              </a:rPr>
              <a:t>&gt;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&lt;head&gt;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&lt;title&gt;Recipes&lt;/title&gt;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&lt;/head&gt;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&lt;body&gt;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&lt;div id=</a:t>
            </a:r>
            <a:r>
              <a:rPr sz="1800" dirty="0">
                <a:solidFill>
                  <a:srgbClr val="A31515"/>
                </a:solidFill>
                <a:latin typeface="Consolas" panose="020B0609020204030204" pitchFamily="49" charset="0"/>
              </a:rPr>
              <a:t>"app"</a:t>
            </a:r>
            <a:r>
              <a:rPr sz="1800" dirty="0">
                <a:solidFill>
                  <a:srgbClr val="000000"/>
                </a:solidFill>
                <a:latin typeface="Consolas" panose="020B0609020204030204" pitchFamily="49" charset="0"/>
              </a:rPr>
              <a:t>&gt;&lt;/div&gt;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&lt;script type=</a:t>
            </a:r>
            <a:r>
              <a:rPr sz="1800" dirty="0">
                <a:solidFill>
                  <a:srgbClr val="A31515"/>
                </a:solidFill>
                <a:latin typeface="Consolas" panose="020B0609020204030204" pitchFamily="49" charset="0"/>
              </a:rPr>
              <a:t>"module"</a:t>
            </a:r>
            <a:r>
              <a:rPr sz="1800" dirty="0">
                <a:solidFill>
                  <a:srgbClr val="000000"/>
                </a:solidFill>
                <a:latin typeface="Consolas" panose="020B0609020204030204" pitchFamily="49" charset="0"/>
              </a:rPr>
              <a:t> </a:t>
            </a:r>
            <a:r>
              <a:rPr sz="1800" dirty="0" err="1">
                <a:solidFill>
                  <a:srgbClr val="000000"/>
                </a:solidFill>
                <a:latin typeface="Consolas" panose="020B0609020204030204" pitchFamily="49" charset="0"/>
              </a:rPr>
              <a:t>src</a:t>
            </a:r>
            <a:r>
              <a:rPr sz="1800" dirty="0">
                <a:solidFill>
                  <a:srgbClr val="000000"/>
                </a:solidFill>
                <a:latin typeface="Consolas" panose="020B0609020204030204" pitchFamily="49" charset="0"/>
              </a:rPr>
              <a:t>=</a:t>
            </a:r>
            <a:r>
              <a:rPr sz="1800" dirty="0">
                <a:solidFill>
                  <a:srgbClr val="A31515"/>
                </a:solidFill>
                <a:latin typeface="Consolas" panose="020B0609020204030204" pitchFamily="49" charset="0"/>
              </a:rPr>
              <a:t>"/</a:t>
            </a:r>
            <a:r>
              <a:rPr sz="1800" dirty="0" err="1">
                <a:solidFill>
                  <a:srgbClr val="A31515"/>
                </a:solidFill>
                <a:latin typeface="Consolas" panose="020B0609020204030204" pitchFamily="49" charset="0"/>
              </a:rPr>
              <a:t>dist</a:t>
            </a:r>
            <a:r>
              <a:rPr sz="1800" dirty="0">
                <a:solidFill>
                  <a:srgbClr val="A31515"/>
                </a:solidFill>
                <a:latin typeface="Consolas" panose="020B0609020204030204" pitchFamily="49" charset="0"/>
              </a:rPr>
              <a:t>/index.js"</a:t>
            </a:r>
            <a:r>
              <a:rPr sz="1800" dirty="0">
                <a:solidFill>
                  <a:srgbClr val="000000"/>
                </a:solidFill>
                <a:latin typeface="Consolas" panose="020B0609020204030204" pitchFamily="49" charset="0"/>
              </a:rPr>
              <a:t>&gt;&lt;/script&gt;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&lt;/body&gt;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&lt;/html&gt;</a:t>
            </a:r>
          </a:p>
        </p:txBody>
      </p:sp>
      <p:sp>
        <p:nvSpPr>
          <p:cNvPr id="6" name="New shape"/>
          <p:cNvSpPr/>
          <p:nvPr/>
        </p:nvSpPr>
        <p:spPr>
          <a:xfrm>
            <a:off x="2133600" y="2590800"/>
            <a:ext cx="7543800" cy="365760"/>
          </a:xfrm>
          <a:prstGeom prst="rect">
            <a:avLst/>
          </a:prstGeom>
          <a:solidFill>
            <a:srgbClr val="D7D7D7"/>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rtlCol="0" anchor="ctr">
            <a:spAutoFit/>
          </a:bodyPr>
          <a:lstStyle/>
          <a:p>
            <a:pPr algn="l"/>
            <a:r>
              <a:rPr>
                <a:solidFill>
                  <a:srgbClr val="000000"/>
                </a:solidFill>
              </a:rPr>
              <a:t>HTML</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dirty="0" err="1"/>
              <a:t>index.jsx</a:t>
            </a:r>
            <a:endParaRPr lang="en-US" dirty="0"/>
          </a:p>
        </p:txBody>
      </p:sp>
      <p:sp>
        <p:nvSpPr>
          <p:cNvPr id="3" name="Subtitle"/>
          <p:cNvSpPr>
            <a:spLocks noGrp="1"/>
          </p:cNvSpPr>
          <p:nvPr>
            <p:ph sz="quarter" idx="10"/>
          </p:nvPr>
        </p:nvSpPr>
        <p:spPr>
          <a:xfrm>
            <a:off x="584200" y="1435100"/>
            <a:ext cx="11018838" cy="947952"/>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457200" indent="-457200">
              <a:buFontTx/>
              <a:buChar char="-"/>
            </a:pPr>
            <a:r>
              <a:rPr lang="en-US" dirty="0"/>
              <a:t>React apps often use </a:t>
            </a:r>
            <a:r>
              <a:rPr lang="en-US" b="1" dirty="0" err="1"/>
              <a:t>index.jsx</a:t>
            </a:r>
            <a:r>
              <a:rPr lang="en-US" dirty="0"/>
              <a:t> as the root to the project</a:t>
            </a:r>
          </a:p>
          <a:p>
            <a:pPr marL="457200" indent="-457200">
              <a:buFontTx/>
              <a:buChar char="-"/>
            </a:pPr>
            <a:r>
              <a:rPr lang="en-US" dirty="0"/>
              <a:t>This will typically load the React app and place it on the page</a:t>
            </a:r>
            <a:endParaRPr dirty="0"/>
          </a:p>
        </p:txBody>
      </p:sp>
      <p:sp>
        <p:nvSpPr>
          <p:cNvPr id="5" name="New shape"/>
          <p:cNvSpPr/>
          <p:nvPr/>
        </p:nvSpPr>
        <p:spPr>
          <a:xfrm>
            <a:off x="1600200" y="2880360"/>
            <a:ext cx="8610600" cy="2908300"/>
          </a:xfrm>
          <a:prstGeom prst="rect">
            <a:avLst/>
          </a:prstGeom>
          <a:solidFill>
            <a:srgbClr val="F5F5F5"/>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tIns="254000" rIns="254000" bIns="254000" rtlCol="0" anchor="ctr">
            <a:spAutoFit/>
          </a:bodyPr>
          <a:lstStyle/>
          <a:p>
            <a:pPr algn="l">
              <a:lnSpc>
                <a:spcPct val="125000"/>
              </a:lnSpc>
            </a:pPr>
            <a:r>
              <a:rPr sz="1800" dirty="0">
                <a:solidFill>
                  <a:srgbClr val="000000"/>
                </a:solidFill>
                <a:latin typeface="Consolas" panose="020B0609020204030204" pitchFamily="49" charset="0"/>
              </a:rPr>
              <a:t>import React from 'react';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import </a:t>
            </a:r>
            <a:r>
              <a:rPr sz="1800" dirty="0" err="1">
                <a:solidFill>
                  <a:srgbClr val="000000"/>
                </a:solidFill>
                <a:latin typeface="Consolas" panose="020B0609020204030204" pitchFamily="49" charset="0"/>
              </a:rPr>
              <a:t>ReactDOM</a:t>
            </a:r>
            <a:r>
              <a:rPr sz="1800" dirty="0">
                <a:solidFill>
                  <a:srgbClr val="000000"/>
                </a:solidFill>
                <a:latin typeface="Consolas" panose="020B0609020204030204" pitchFamily="49" charset="0"/>
              </a:rPr>
              <a:t> from 'react-</a:t>
            </a:r>
            <a:r>
              <a:rPr sz="1800" dirty="0" err="1">
                <a:solidFill>
                  <a:srgbClr val="000000"/>
                </a:solidFill>
                <a:latin typeface="Consolas" panose="020B0609020204030204" pitchFamily="49" charset="0"/>
              </a:rPr>
              <a:t>dom</a:t>
            </a:r>
            <a:r>
              <a:rPr sz="1800" dirty="0">
                <a:solidFill>
                  <a:srgbClr val="000000"/>
                </a:solidFill>
                <a:latin typeface="Consolas" panose="020B0609020204030204" pitchFamily="49" charset="0"/>
              </a:rPr>
              <a:t>';</a:t>
            </a:r>
            <a:br>
              <a:rPr sz="1800" dirty="0">
                <a:solidFill>
                  <a:srgbClr val="000000"/>
                </a:solidFill>
                <a:latin typeface="Consolas" panose="020B0609020204030204" pitchFamily="49" charset="0"/>
              </a:rPr>
            </a:br>
            <a:br>
              <a:rPr sz="1800" dirty="0">
                <a:solidFill>
                  <a:srgbClr val="000000"/>
                </a:solidFill>
                <a:latin typeface="Consolas" panose="020B0609020204030204" pitchFamily="49" charset="0"/>
              </a:rPr>
            </a:br>
            <a:r>
              <a:rPr sz="1800" dirty="0" err="1">
                <a:solidFill>
                  <a:srgbClr val="000000"/>
                </a:solidFill>
                <a:latin typeface="Consolas" panose="020B0609020204030204" pitchFamily="49" charset="0"/>
              </a:rPr>
              <a:t>ReactDOM.render</a:t>
            </a:r>
            <a:r>
              <a:rPr sz="1800" dirty="0">
                <a:solidFill>
                  <a:srgbClr val="000000"/>
                </a:solidFill>
                <a:latin typeface="Consolas" panose="020B0609020204030204" pitchFamily="49" charset="0"/>
              </a:rPr>
              <a: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&lt;h1&gt;Hello, world!&lt;/h1&gt;,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a:t>
            </a:r>
            <a:r>
              <a:rPr sz="1800" dirty="0" err="1">
                <a:solidFill>
                  <a:srgbClr val="000000"/>
                </a:solidFill>
                <a:latin typeface="Consolas" panose="020B0609020204030204" pitchFamily="49" charset="0"/>
              </a:rPr>
              <a:t>document.getElementById</a:t>
            </a:r>
            <a:r>
              <a:rPr sz="1800" dirty="0">
                <a:solidFill>
                  <a:srgbClr val="000000"/>
                </a:solidFill>
                <a:latin typeface="Consolas" panose="020B0609020204030204" pitchFamily="49" charset="0"/>
              </a:rPr>
              <a:t>('app')</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a:t>
            </a:r>
          </a:p>
        </p:txBody>
      </p:sp>
      <p:sp>
        <p:nvSpPr>
          <p:cNvPr id="6" name="New shape"/>
          <p:cNvSpPr/>
          <p:nvPr/>
        </p:nvSpPr>
        <p:spPr>
          <a:xfrm>
            <a:off x="1600200" y="2514600"/>
            <a:ext cx="8610600" cy="365760"/>
          </a:xfrm>
          <a:prstGeom prst="rect">
            <a:avLst/>
          </a:prstGeom>
          <a:solidFill>
            <a:srgbClr val="D7D7D7"/>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rtlCol="0" anchor="ctr">
            <a:spAutoFit/>
          </a:bodyPr>
          <a:lstStyle/>
          <a:p>
            <a:pPr algn="l"/>
            <a:r>
              <a:rPr lang="en-US" dirty="0">
                <a:solidFill>
                  <a:srgbClr val="000000"/>
                </a:solidFill>
              </a:rPr>
              <a:t>JSX</a:t>
            </a:r>
            <a:endParaRPr dirty="0">
              <a:solidFill>
                <a:srgbClr val="000000"/>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Exercise: Create Hello world!</a:t>
            </a:r>
          </a:p>
        </p:txBody>
      </p:sp>
    </p:spTree>
    <p:extLst>
      <p:ext uri="{BB962C8B-B14F-4D97-AF65-F5344CB8AC3E}">
        <p14:creationId xmlns:p14="http://schemas.microsoft.com/office/powerpoint/2010/main" val="7910275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Create your first component</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Create your first component</a:t>
            </a:r>
          </a:p>
        </p:txBody>
      </p:sp>
      <p:sp>
        <p:nvSpPr>
          <p:cNvPr id="3" name="Subtitle"/>
          <p:cNvSpPr>
            <a:spLocks noGrp="1"/>
          </p:cNvSpPr>
          <p:nvPr>
            <p:ph sz="quarter" idx="10"/>
          </p:nvPr>
        </p:nvSpPr>
        <p:spPr>
          <a:xfrm>
            <a:off x="584200" y="1435100"/>
            <a:ext cx="11018838" cy="2412968"/>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marL="457200" indent="-457200">
              <a:buFontTx/>
              <a:buChar char="-"/>
            </a:pPr>
            <a:r>
              <a:rPr dirty="0"/>
              <a:t>React development is based on </a:t>
            </a:r>
            <a:r>
              <a:rPr b="1" dirty="0"/>
              <a:t>components</a:t>
            </a:r>
            <a:endParaRPr lang="en-US" b="1" dirty="0"/>
          </a:p>
          <a:p>
            <a:pPr marL="457200" indent="-457200">
              <a:buFontTx/>
              <a:buChar char="-"/>
            </a:pPr>
            <a:r>
              <a:rPr lang="en-US" dirty="0"/>
              <a:t>Components are self-contained, reusable units of UI and logic</a:t>
            </a:r>
          </a:p>
          <a:p>
            <a:pPr marL="457200" indent="-457200">
              <a:buFontTx/>
              <a:buChar char="-"/>
            </a:pPr>
            <a:r>
              <a:rPr lang="en-US" dirty="0"/>
              <a:t>React projects typically contain many components</a:t>
            </a:r>
          </a:p>
          <a:p>
            <a:pPr marL="457200" indent="-457200">
              <a:buFontTx/>
              <a:buChar char="-"/>
            </a:pPr>
            <a:r>
              <a:rPr lang="en-US" dirty="0"/>
              <a:t>While React components can be a function or a class, we will use functions in this workshop</a:t>
            </a:r>
            <a:endParaRPr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dirty="0"/>
              <a:t>The core component</a:t>
            </a:r>
          </a:p>
        </p:txBody>
      </p:sp>
      <p:sp>
        <p:nvSpPr>
          <p:cNvPr id="3" name="Subtitle"/>
          <p:cNvSpPr>
            <a:spLocks noGrp="1"/>
          </p:cNvSpPr>
          <p:nvPr>
            <p:ph sz="quarter" idx="10"/>
          </p:nvPr>
        </p:nvSpPr>
        <p:spPr>
          <a:xfrm>
            <a:off x="584200" y="1435100"/>
            <a:ext cx="11018838" cy="430887"/>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rPr lang="en-US" dirty="0"/>
              <a:t>Many React projects start with one core component called </a:t>
            </a:r>
            <a:r>
              <a:rPr lang="en-US" b="1" dirty="0"/>
              <a:t>App</a:t>
            </a:r>
            <a:endParaRPr dirty="0"/>
          </a:p>
        </p:txBody>
      </p:sp>
      <p:sp>
        <p:nvSpPr>
          <p:cNvPr id="5" name="New shape"/>
          <p:cNvSpPr/>
          <p:nvPr/>
        </p:nvSpPr>
        <p:spPr>
          <a:xfrm>
            <a:off x="3048000" y="2780030"/>
            <a:ext cx="6324600" cy="3525520"/>
          </a:xfrm>
          <a:prstGeom prst="rect">
            <a:avLst/>
          </a:prstGeom>
          <a:solidFill>
            <a:srgbClr val="F5F5F5"/>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tIns="254000" rIns="254000" bIns="254000" rtlCol="0" anchor="ctr">
            <a:spAutoFit/>
          </a:bodyPr>
          <a:lstStyle/>
          <a:p>
            <a:pPr algn="l"/>
            <a:r>
              <a:rPr sz="1800" dirty="0">
                <a:solidFill>
                  <a:srgbClr val="0000FF"/>
                </a:solidFill>
                <a:latin typeface="Consolas" panose="020B0609020204030204" pitchFamily="49" charset="0"/>
              </a:rPr>
              <a:t>import</a:t>
            </a:r>
            <a:r>
              <a:rPr sz="1800" dirty="0">
                <a:solidFill>
                  <a:srgbClr val="000000"/>
                </a:solidFill>
                <a:latin typeface="Consolas" panose="020B0609020204030204" pitchFamily="49" charset="0"/>
              </a:rPr>
              <a:t> React from </a:t>
            </a:r>
            <a:r>
              <a:rPr sz="1800" dirty="0">
                <a:solidFill>
                  <a:srgbClr val="A31515"/>
                </a:solidFill>
                <a:latin typeface="Consolas" panose="020B0609020204030204" pitchFamily="49" charset="0"/>
              </a:rPr>
              <a:t>'react'</a:t>
            </a:r>
            <a:r>
              <a:rPr sz="1800" dirty="0">
                <a:solidFill>
                  <a:srgbClr val="000000"/>
                </a:solidFill>
                <a:latin typeface="Consolas" panose="020B0609020204030204" pitchFamily="49" charset="0"/>
              </a:rPr>
              <a:t>;</a:t>
            </a:r>
            <a:br>
              <a:rPr sz="1800" dirty="0">
                <a:solidFill>
                  <a:srgbClr val="000000"/>
                </a:solidFill>
                <a:latin typeface="Consolas" panose="020B0609020204030204" pitchFamily="49" charset="0"/>
              </a:rPr>
            </a:br>
            <a:br>
              <a:rPr sz="1800" dirty="0">
                <a:solidFill>
                  <a:srgbClr val="000000"/>
                </a:solidFill>
                <a:latin typeface="Consolas" panose="020B0609020204030204" pitchFamily="49" charset="0"/>
              </a:rPr>
            </a:br>
            <a:r>
              <a:rPr sz="1800" dirty="0">
                <a:solidFill>
                  <a:srgbClr val="0000FF"/>
                </a:solidFill>
                <a:latin typeface="Consolas" panose="020B0609020204030204" pitchFamily="49" charset="0"/>
              </a:rPr>
              <a:t>function</a:t>
            </a:r>
            <a:r>
              <a:rPr sz="1800" dirty="0">
                <a:solidFill>
                  <a:srgbClr val="000000"/>
                </a:solidFill>
                <a:latin typeface="Consolas" panose="020B0609020204030204" pitchFamily="49" charset="0"/>
              </a:rPr>
              <a:t> App() {</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a:t>
            </a:r>
            <a:r>
              <a:rPr sz="1800" dirty="0">
                <a:solidFill>
                  <a:srgbClr val="0000FF"/>
                </a:solidFill>
                <a:latin typeface="Consolas" panose="020B0609020204030204" pitchFamily="49" charset="0"/>
              </a:rPr>
              <a:t>return</a:t>
            </a:r>
            <a:r>
              <a:rPr sz="1800" dirty="0">
                <a:solidFill>
                  <a:srgbClr val="000000"/>
                </a:solidFill>
                <a:latin typeface="Consolas" panose="020B0609020204030204" pitchFamily="49" charset="0"/>
              </a:rPr>
              <a:t> (</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&lt;article&gt;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&lt;h1&gt;Recipe Manager&lt;/h1&gt;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&lt;/article&gt;</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    )</a:t>
            </a:r>
            <a:br>
              <a:rPr sz="1800" dirty="0">
                <a:solidFill>
                  <a:srgbClr val="000000"/>
                </a:solidFill>
                <a:latin typeface="Consolas" panose="020B0609020204030204" pitchFamily="49" charset="0"/>
              </a:rPr>
            </a:br>
            <a:r>
              <a:rPr sz="1800" dirty="0">
                <a:solidFill>
                  <a:srgbClr val="000000"/>
                </a:solidFill>
                <a:latin typeface="Consolas" panose="020B0609020204030204" pitchFamily="49" charset="0"/>
              </a:rPr>
              <a:t>}</a:t>
            </a:r>
            <a:br>
              <a:rPr sz="1800" dirty="0">
                <a:solidFill>
                  <a:srgbClr val="000000"/>
                </a:solidFill>
                <a:latin typeface="Consolas" panose="020B0609020204030204" pitchFamily="49" charset="0"/>
              </a:rPr>
            </a:br>
            <a:br>
              <a:rPr sz="1800" dirty="0">
                <a:solidFill>
                  <a:srgbClr val="000000"/>
                </a:solidFill>
                <a:latin typeface="Consolas" panose="020B0609020204030204" pitchFamily="49" charset="0"/>
              </a:rPr>
            </a:br>
            <a:r>
              <a:rPr sz="1800" dirty="0">
                <a:solidFill>
                  <a:srgbClr val="0000FF"/>
                </a:solidFill>
                <a:latin typeface="Consolas" panose="020B0609020204030204" pitchFamily="49" charset="0"/>
              </a:rPr>
              <a:t>export</a:t>
            </a:r>
            <a:r>
              <a:rPr sz="1800" dirty="0">
                <a:solidFill>
                  <a:srgbClr val="000000"/>
                </a:solidFill>
                <a:latin typeface="Consolas" panose="020B0609020204030204" pitchFamily="49" charset="0"/>
              </a:rPr>
              <a:t> </a:t>
            </a:r>
            <a:r>
              <a:rPr sz="1800" dirty="0">
                <a:solidFill>
                  <a:srgbClr val="0000FF"/>
                </a:solidFill>
                <a:latin typeface="Consolas" panose="020B0609020204030204" pitchFamily="49" charset="0"/>
              </a:rPr>
              <a:t>default</a:t>
            </a:r>
            <a:r>
              <a:rPr sz="1800" dirty="0">
                <a:solidFill>
                  <a:srgbClr val="000000"/>
                </a:solidFill>
                <a:latin typeface="Consolas" panose="020B0609020204030204" pitchFamily="49" charset="0"/>
              </a:rPr>
              <a:t> App;</a:t>
            </a:r>
          </a:p>
        </p:txBody>
      </p:sp>
      <p:sp>
        <p:nvSpPr>
          <p:cNvPr id="6" name="New shape"/>
          <p:cNvSpPr/>
          <p:nvPr/>
        </p:nvSpPr>
        <p:spPr>
          <a:xfrm>
            <a:off x="3048000" y="2414270"/>
            <a:ext cx="6324600" cy="365760"/>
          </a:xfrm>
          <a:prstGeom prst="rect">
            <a:avLst/>
          </a:prstGeom>
          <a:solidFill>
            <a:srgbClr val="D7D7D7"/>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rtlCol="0" anchor="ctr">
            <a:spAutoFit/>
          </a:bodyPr>
          <a:lstStyle/>
          <a:p>
            <a:pPr algn="l"/>
            <a:r>
              <a:rPr lang="en-US" dirty="0">
                <a:solidFill>
                  <a:srgbClr val="000000"/>
                </a:solidFill>
              </a:rPr>
              <a:t>JSX</a:t>
            </a:r>
            <a:endParaRPr dirty="0">
              <a:solidFill>
                <a:srgbClr val="000000"/>
              </a:solidFil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3035808"/>
            <a:ext cx="7491984" cy="498598"/>
          </a:xfr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Exercise: Create your first component</a:t>
            </a:r>
          </a:p>
        </p:txBody>
      </p:sp>
    </p:spTree>
    <p:extLst>
      <p:ext uri="{BB962C8B-B14F-4D97-AF65-F5344CB8AC3E}">
        <p14:creationId xmlns:p14="http://schemas.microsoft.com/office/powerpoint/2010/main" val="96428760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Display dynamic data</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Display dynamic data</a:t>
            </a:r>
          </a:p>
        </p:txBody>
      </p:sp>
      <p:sp>
        <p:nvSpPr>
          <p:cNvPr id="3" name="Subtitle"/>
          <p:cNvSpPr>
            <a:spLocks noGrp="1"/>
          </p:cNvSpPr>
          <p:nvPr>
            <p:ph sz="quarter" idx="10"/>
          </p:nvPr>
        </p:nvSpPr>
        <p:spPr>
          <a:xfrm>
            <a:off x="584200" y="1435100"/>
            <a:ext cx="11018838" cy="947952"/>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rPr dirty="0"/>
              <a:t>To display dynamic data</a:t>
            </a:r>
            <a:r>
              <a:rPr lang="en-US" dirty="0"/>
              <a:t> contained inside JavaScript,</a:t>
            </a:r>
          </a:p>
          <a:p>
            <a:r>
              <a:rPr dirty="0"/>
              <a:t>use the syntax </a:t>
            </a:r>
            <a:r>
              <a:rPr dirty="0">
                <a:latin typeface="Consolas" panose="020B0609020204030204" pitchFamily="49" charset="0"/>
              </a:rPr>
              <a:t>{ }</a:t>
            </a:r>
            <a:r>
              <a:rPr dirty="0"/>
              <a:t>, sometimes called </a:t>
            </a:r>
            <a:r>
              <a:rPr i="1" dirty="0"/>
              <a:t>handlebars</a:t>
            </a:r>
            <a:r>
              <a:rPr dirty="0"/>
              <a:t>.</a:t>
            </a:r>
          </a:p>
        </p:txBody>
      </p:sp>
      <p:sp>
        <p:nvSpPr>
          <p:cNvPr id="4" name="New shape"/>
          <p:cNvSpPr/>
          <p:nvPr/>
        </p:nvSpPr>
        <p:spPr>
          <a:xfrm>
            <a:off x="609600" y="4251525"/>
            <a:ext cx="10972800" cy="1009251"/>
          </a:xfrm>
          <a:prstGeom prst="rect">
            <a:avLst/>
          </a:prstGeom>
          <a:solidFill>
            <a:srgbClr val="F5F5F5"/>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tIns="254000" rIns="254000" bIns="254000" rtlCol="0" anchor="ctr">
            <a:spAutoFit/>
          </a:bodyPr>
          <a:lstStyle/>
          <a:p>
            <a:pPr algn="l">
              <a:lnSpc>
                <a:spcPct val="125000"/>
              </a:lnSpc>
            </a:pPr>
            <a:r>
              <a:rPr sz="2800">
                <a:solidFill>
                  <a:srgbClr val="000000"/>
                </a:solidFill>
                <a:latin typeface="Consolas" panose="020B0609020204030204" pitchFamily="49" charset="0"/>
              </a:rPr>
              <a:t>&lt;div&gt;{ Date.now() }&lt;/div&gt;</a:t>
            </a:r>
          </a:p>
        </p:txBody>
      </p:sp>
      <p:sp>
        <p:nvSpPr>
          <p:cNvPr id="5" name="New shape"/>
          <p:cNvSpPr/>
          <p:nvPr/>
        </p:nvSpPr>
        <p:spPr>
          <a:xfrm>
            <a:off x="609600" y="3964940"/>
            <a:ext cx="10972800" cy="365760"/>
          </a:xfrm>
          <a:prstGeom prst="rect">
            <a:avLst/>
          </a:prstGeom>
          <a:solidFill>
            <a:srgbClr val="D7D7D7"/>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rtlCol="0" anchor="ctr">
            <a:spAutoFit/>
          </a:bodyPr>
          <a:lstStyle/>
          <a:p>
            <a:pPr algn="l"/>
            <a:r>
              <a:rPr>
                <a:solidFill>
                  <a:srgbClr val="000000"/>
                </a:solidFill>
              </a:rPr>
              <a:t>JavaScript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Create a RecipeTitle component</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In our example, we'll create a component for the title of a recipe.</a:t>
            </a:r>
          </a:p>
        </p:txBody>
      </p:sp>
      <p:sp>
        <p:nvSpPr>
          <p:cNvPr id="5" name="New shape"/>
          <p:cNvSpPr/>
          <p:nvPr/>
        </p:nvSpPr>
        <p:spPr>
          <a:xfrm>
            <a:off x="1943101" y="2186287"/>
            <a:ext cx="7696200" cy="4631717"/>
          </a:xfrm>
          <a:prstGeom prst="rect">
            <a:avLst/>
          </a:prstGeom>
          <a:solidFill>
            <a:srgbClr val="F5F5F5"/>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tIns="254000" rIns="254000" bIns="254000" rtlCol="0" anchor="ctr">
            <a:spAutoFit/>
          </a:bodyPr>
          <a:lstStyle/>
          <a:p>
            <a:pPr algn="l">
              <a:lnSpc>
                <a:spcPct val="125000"/>
              </a:lnSpc>
            </a:pPr>
            <a:r>
              <a:rPr sz="2400" dirty="0">
                <a:solidFill>
                  <a:srgbClr val="000000"/>
                </a:solidFill>
                <a:latin typeface="Consolas" panose="020B0609020204030204" pitchFamily="49" charset="0"/>
              </a:rPr>
              <a:t>import React from 'react';</a:t>
            </a:r>
            <a:br>
              <a:rPr sz="2400" dirty="0">
                <a:solidFill>
                  <a:srgbClr val="000000"/>
                </a:solidFill>
                <a:latin typeface="Consolas" panose="020B0609020204030204" pitchFamily="49" charset="0"/>
              </a:rPr>
            </a:b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function </a:t>
            </a:r>
            <a:r>
              <a:rPr sz="2400" dirty="0" err="1">
                <a:solidFill>
                  <a:srgbClr val="000000"/>
                </a:solidFill>
                <a:latin typeface="Consolas" panose="020B0609020204030204" pitchFamily="49" charset="0"/>
              </a:rPr>
              <a:t>RecipeTitle</a:t>
            </a:r>
            <a:r>
              <a:rPr sz="2400" dirty="0">
                <a:solidFill>
                  <a:srgbClr val="000000"/>
                </a:solidFill>
                <a:latin typeface="Consolas" panose="020B0609020204030204" pitchFamily="49" charset="0"/>
              </a:rPr>
              <a:t>() {</a:t>
            </a: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    const title = 'Mashed potatoes';</a:t>
            </a: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    return (</a:t>
            </a: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        &lt;h2&gt;{ title }&lt;/h2&gt;</a:t>
            </a: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    )</a:t>
            </a: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a:t>
            </a:r>
            <a:br>
              <a:rPr sz="2400" dirty="0">
                <a:solidFill>
                  <a:srgbClr val="000000"/>
                </a:solidFill>
                <a:latin typeface="Consolas" panose="020B0609020204030204" pitchFamily="49" charset="0"/>
              </a:rPr>
            </a:br>
            <a:r>
              <a:rPr sz="2400" dirty="0">
                <a:solidFill>
                  <a:srgbClr val="000000"/>
                </a:solidFill>
                <a:latin typeface="Consolas" panose="020B0609020204030204" pitchFamily="49" charset="0"/>
              </a:rPr>
              <a:t>export default </a:t>
            </a:r>
            <a:r>
              <a:rPr sz="2400" dirty="0" err="1">
                <a:solidFill>
                  <a:srgbClr val="000000"/>
                </a:solidFill>
                <a:latin typeface="Consolas" panose="020B0609020204030204" pitchFamily="49" charset="0"/>
              </a:rPr>
              <a:t>RecipeTitle</a:t>
            </a:r>
            <a:r>
              <a:rPr sz="2400" dirty="0">
                <a:solidFill>
                  <a:srgbClr val="000000"/>
                </a:solidFill>
                <a:latin typeface="Consolas" panose="020B0609020204030204" pitchFamily="49" charset="0"/>
              </a:rPr>
              <a:t>;</a:t>
            </a:r>
          </a:p>
        </p:txBody>
      </p:sp>
      <p:sp>
        <p:nvSpPr>
          <p:cNvPr id="6" name="New shape"/>
          <p:cNvSpPr/>
          <p:nvPr/>
        </p:nvSpPr>
        <p:spPr>
          <a:xfrm>
            <a:off x="1943100" y="1861820"/>
            <a:ext cx="7696199" cy="369332"/>
          </a:xfrm>
          <a:prstGeom prst="rect">
            <a:avLst/>
          </a:prstGeom>
          <a:solidFill>
            <a:srgbClr val="D7D7D7"/>
          </a:solidFill>
          <a:ln>
            <a:solidFill>
              <a:srgbClr val="DCDCDC"/>
            </a:solidFill>
          </a:ln>
        </p:spPr>
        <p:style>
          <a:lnRef idx="2">
            <a:schemeClr val="accent1">
              <a:shade val="50000"/>
            </a:schemeClr>
          </a:lnRef>
          <a:fillRef idx="1">
            <a:schemeClr val="accent1"/>
          </a:fillRef>
          <a:effectRef idx="0">
            <a:schemeClr val="accent1"/>
          </a:effectRef>
          <a:fontRef idx="minor">
            <a:schemeClr val="lt1"/>
          </a:fontRef>
        </p:style>
        <p:txBody>
          <a:bodyPr wrap="square" lIns="254000" rtlCol="0" anchor="ctr">
            <a:spAutoFit/>
          </a:bodyPr>
          <a:lstStyle/>
          <a:p>
            <a:pPr algn="l"/>
            <a:r>
              <a:rPr lang="en-US" dirty="0">
                <a:solidFill>
                  <a:srgbClr val="000000"/>
                </a:solidFill>
              </a:rPr>
              <a:t>JSX</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Explore the code</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Notice that we create a constant named title.</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Exercise: Display dynamic data</a:t>
            </a:r>
          </a:p>
        </p:txBody>
      </p:sp>
    </p:spTree>
    <p:extLst>
      <p:ext uri="{BB962C8B-B14F-4D97-AF65-F5344CB8AC3E}">
        <p14:creationId xmlns:p14="http://schemas.microsoft.com/office/powerpoint/2010/main" val="17667696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85216" y="3035808"/>
            <a:ext cx="8482584" cy="498598"/>
          </a:xfrm>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dirty="0"/>
              <a:t>Exercise: Add style to a React component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Knowledge check</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Question 1</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What is JSX?</a:t>
            </a:r>
          </a:p>
        </p:txBody>
      </p:sp>
      <p:sp>
        <p:nvSpPr>
          <p:cNvPr id="4" name="New shape"/>
          <p:cNvSpPr/>
          <p:nvPr/>
        </p:nvSpPr>
        <p:spPr>
          <a:xfrm>
            <a:off x="586581" y="2361438"/>
            <a:ext cx="11018838" cy="399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lvl="1" indent="-457200">
              <a:spcAft>
                <a:spcPct val="15000"/>
              </a:spcAft>
              <a:buAutoNum type="alphaUcPeriod"/>
            </a:pPr>
            <a:r>
              <a:rPr sz="2500">
                <a:solidFill>
                  <a:srgbClr val="000000"/>
                </a:solidFill>
              </a:rPr>
              <a:t>A combination of JavaScript and XML</a:t>
            </a:r>
          </a:p>
          <a:p>
            <a:pPr lvl="1" indent="-457200">
              <a:spcAft>
                <a:spcPct val="15000"/>
              </a:spcAft>
              <a:buAutoNum type="alphaUcPeriod"/>
            </a:pPr>
            <a:r>
              <a:rPr sz="2500">
                <a:solidFill>
                  <a:srgbClr val="000000"/>
                </a:solidFill>
              </a:rPr>
              <a:t>A new version of JavaScript</a:t>
            </a:r>
          </a:p>
          <a:p>
            <a:pPr lvl="1" indent="-457200">
              <a:spcAft>
                <a:spcPct val="15000"/>
              </a:spcAft>
              <a:buAutoNum type="alphaUcPeriod"/>
            </a:pPr>
            <a:r>
              <a:rPr sz="2500">
                <a:solidFill>
                  <a:srgbClr val="000000"/>
                </a:solidFill>
              </a:rPr>
              <a:t>The output of a React project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Question 1</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What is JSX?</a:t>
            </a:r>
          </a:p>
        </p:txBody>
      </p:sp>
      <p:sp>
        <p:nvSpPr>
          <p:cNvPr id="4" name="New shape"/>
          <p:cNvSpPr/>
          <p:nvPr/>
        </p:nvSpPr>
        <p:spPr>
          <a:xfrm>
            <a:off x="586581" y="2361438"/>
            <a:ext cx="11018838" cy="399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lvl="1" indent="-457200">
              <a:spcAft>
                <a:spcPct val="15000"/>
              </a:spcAft>
              <a:buAutoNum type="alphaUcPeriod"/>
            </a:pPr>
            <a:r>
              <a:rPr sz="2500" b="1">
                <a:solidFill>
                  <a:srgbClr val="000000"/>
                </a:solidFill>
                <a:highlight>
                  <a:srgbClr val="F0F788"/>
                </a:highlight>
              </a:rPr>
              <a:t>A combination of JavaScript and XML</a:t>
            </a:r>
          </a:p>
          <a:p>
            <a:pPr lvl="1" indent="-457200">
              <a:spcAft>
                <a:spcPct val="15000"/>
              </a:spcAft>
              <a:buAutoNum type="alphaUcPeriod"/>
            </a:pPr>
            <a:r>
              <a:rPr sz="2500">
                <a:solidFill>
                  <a:srgbClr val="000000"/>
                </a:solidFill>
              </a:rPr>
              <a:t>A new version of JavaScript</a:t>
            </a:r>
          </a:p>
          <a:p>
            <a:pPr lvl="1" indent="-457200">
              <a:spcAft>
                <a:spcPct val="15000"/>
              </a:spcAft>
              <a:buAutoNum type="alphaUcPeriod"/>
            </a:pPr>
            <a:r>
              <a:rPr sz="2500">
                <a:solidFill>
                  <a:srgbClr val="000000"/>
                </a:solidFill>
              </a:rPr>
              <a:t>The output of a React project</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Question 2</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Why would you use JSX to create a React application?</a:t>
            </a:r>
          </a:p>
        </p:txBody>
      </p:sp>
      <p:sp>
        <p:nvSpPr>
          <p:cNvPr id="4" name="New shape"/>
          <p:cNvSpPr/>
          <p:nvPr/>
        </p:nvSpPr>
        <p:spPr>
          <a:xfrm>
            <a:off x="586581" y="2361438"/>
            <a:ext cx="11018838" cy="399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lvl="1" indent="-457200">
              <a:spcAft>
                <a:spcPct val="15000"/>
              </a:spcAft>
              <a:buAutoNum type="alphaUcPeriod"/>
            </a:pPr>
            <a:r>
              <a:rPr sz="2500">
                <a:solidFill>
                  <a:srgbClr val="000000"/>
                </a:solidFill>
              </a:rPr>
              <a:t>JSX is the only supported method for creating React applications.</a:t>
            </a:r>
          </a:p>
          <a:p>
            <a:pPr lvl="1" indent="-457200">
              <a:spcAft>
                <a:spcPct val="15000"/>
              </a:spcAft>
              <a:buAutoNum type="alphaUcPeriod"/>
            </a:pPr>
            <a:r>
              <a:rPr sz="2500">
                <a:solidFill>
                  <a:srgbClr val="000000"/>
                </a:solidFill>
              </a:rPr>
              <a:t>JSX allows for good code management. It injects the necessary logic with your HTML.</a:t>
            </a:r>
          </a:p>
          <a:p>
            <a:pPr lvl="1" indent="-457200">
              <a:spcAft>
                <a:spcPct val="15000"/>
              </a:spcAft>
              <a:buAutoNum type="alphaUcPeriod"/>
            </a:pPr>
            <a:r>
              <a:rPr sz="2500">
                <a:solidFill>
                  <a:srgbClr val="000000"/>
                </a:solidFill>
              </a:rPr>
              <a:t>JSX is supported by all browsers.</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Question 2</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Why would you use JSX to create a React application?</a:t>
            </a:r>
          </a:p>
        </p:txBody>
      </p:sp>
      <p:sp>
        <p:nvSpPr>
          <p:cNvPr id="4" name="New shape"/>
          <p:cNvSpPr/>
          <p:nvPr/>
        </p:nvSpPr>
        <p:spPr>
          <a:xfrm>
            <a:off x="586581" y="2361438"/>
            <a:ext cx="11018838" cy="399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lvl="1" indent="-457200">
              <a:spcAft>
                <a:spcPct val="15000"/>
              </a:spcAft>
              <a:buAutoNum type="alphaUcPeriod"/>
            </a:pPr>
            <a:r>
              <a:rPr sz="2500">
                <a:solidFill>
                  <a:srgbClr val="000000"/>
                </a:solidFill>
              </a:rPr>
              <a:t>JSX is the only supported method for creating React applications.</a:t>
            </a:r>
          </a:p>
          <a:p>
            <a:pPr lvl="1" indent="-457200">
              <a:spcAft>
                <a:spcPct val="15000"/>
              </a:spcAft>
              <a:buAutoNum type="alphaUcPeriod"/>
            </a:pPr>
            <a:r>
              <a:rPr sz="2500" b="1">
                <a:solidFill>
                  <a:srgbClr val="000000"/>
                </a:solidFill>
                <a:highlight>
                  <a:srgbClr val="F0F788"/>
                </a:highlight>
              </a:rPr>
              <a:t>JSX allows for good code management. It injects the necessary logic with your HTML.</a:t>
            </a:r>
          </a:p>
          <a:p>
            <a:pPr lvl="1" indent="-457200">
              <a:spcAft>
                <a:spcPct val="15000"/>
              </a:spcAft>
              <a:buAutoNum type="alphaUcPeriod"/>
            </a:pPr>
            <a:r>
              <a:rPr sz="2500">
                <a:solidFill>
                  <a:srgbClr val="000000"/>
                </a:solidFill>
              </a:rPr>
              <a:t>JSX is supported by all browsers.</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Question 3</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What is the purpose of a bundler in web development?</a:t>
            </a:r>
          </a:p>
        </p:txBody>
      </p:sp>
      <p:sp>
        <p:nvSpPr>
          <p:cNvPr id="4" name="New shape"/>
          <p:cNvSpPr/>
          <p:nvPr/>
        </p:nvSpPr>
        <p:spPr>
          <a:xfrm>
            <a:off x="586581" y="2361438"/>
            <a:ext cx="11018838" cy="399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lvl="1" indent="-457200">
              <a:spcAft>
                <a:spcPct val="15000"/>
              </a:spcAft>
              <a:buAutoNum type="alphaUcPeriod"/>
            </a:pPr>
            <a:r>
              <a:rPr sz="2500">
                <a:solidFill>
                  <a:srgbClr val="000000"/>
                </a:solidFill>
              </a:rPr>
              <a:t>To generate JSX</a:t>
            </a:r>
          </a:p>
          <a:p>
            <a:pPr lvl="1" indent="-457200">
              <a:spcAft>
                <a:spcPct val="15000"/>
              </a:spcAft>
              <a:buAutoNum type="alphaUcPeriod"/>
            </a:pPr>
            <a:r>
              <a:rPr sz="2500">
                <a:solidFill>
                  <a:srgbClr val="000000"/>
                </a:solidFill>
              </a:rPr>
              <a:t>To convert JSX and other resources into JavaScript</a:t>
            </a:r>
          </a:p>
          <a:p>
            <a:pPr lvl="1" indent="-457200">
              <a:spcAft>
                <a:spcPct val="15000"/>
              </a:spcAft>
              <a:buAutoNum type="alphaUcPeriod"/>
            </a:pPr>
            <a:r>
              <a:rPr sz="2500">
                <a:solidFill>
                  <a:srgbClr val="000000"/>
                </a:solidFill>
              </a:rPr>
              <a:t>To bootstrap an application</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Question 3</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What is the purpose of a bundler in web development?</a:t>
            </a:r>
          </a:p>
        </p:txBody>
      </p:sp>
      <p:sp>
        <p:nvSpPr>
          <p:cNvPr id="4" name="New shape"/>
          <p:cNvSpPr/>
          <p:nvPr/>
        </p:nvSpPr>
        <p:spPr>
          <a:xfrm>
            <a:off x="586581" y="2361438"/>
            <a:ext cx="11018838" cy="399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lstStyle/>
          <a:p>
            <a:pPr lvl="1" indent="-457200">
              <a:spcAft>
                <a:spcPct val="15000"/>
              </a:spcAft>
              <a:buAutoNum type="alphaUcPeriod"/>
            </a:pPr>
            <a:r>
              <a:rPr sz="2500">
                <a:solidFill>
                  <a:srgbClr val="000000"/>
                </a:solidFill>
              </a:rPr>
              <a:t>To generate JSX</a:t>
            </a:r>
          </a:p>
          <a:p>
            <a:pPr lvl="1" indent="-457200">
              <a:spcAft>
                <a:spcPct val="15000"/>
              </a:spcAft>
              <a:buAutoNum type="alphaUcPeriod"/>
            </a:pPr>
            <a:r>
              <a:rPr sz="2500" b="1">
                <a:solidFill>
                  <a:srgbClr val="000000"/>
                </a:solidFill>
                <a:highlight>
                  <a:srgbClr val="F0F788"/>
                </a:highlight>
              </a:rPr>
              <a:t>To convert JSX and other resources into JavaScript</a:t>
            </a:r>
          </a:p>
          <a:p>
            <a:pPr lvl="1" indent="-457200">
              <a:spcAft>
                <a:spcPct val="15000"/>
              </a:spcAft>
              <a:buAutoNum type="alphaUcPeriod"/>
            </a:pPr>
            <a:r>
              <a:rPr sz="2500">
                <a:solidFill>
                  <a:srgbClr val="000000"/>
                </a:solidFill>
              </a:rPr>
              <a:t>To bootstrap an application</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Summary</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88263" y="457200"/>
            <a:ext cx="11018520" cy="548640"/>
          </a:xfrm>
        </p:spPr>
        <p:txBody>
          <a:bodyPr/>
          <a:lstStyle>
            <a:lvl1pPr>
              <a:defRPr>
                <a:solidFill>
                  <a:schemeClr val="tx1"/>
                </a:solidFill>
              </a:defRPr>
            </a:lvl1pPr>
          </a:lstStyle>
          <a:p>
            <a:r>
              <a:rPr lang="en-US"/>
              <a:t>Summary</a:t>
            </a:r>
          </a:p>
        </p:txBody>
      </p:sp>
      <p:sp>
        <p:nvSpPr>
          <p:cNvPr id="3" name="Subtitle"/>
          <p:cNvSpPr>
            <a:spLocks noGrp="1"/>
          </p:cNvSpPr>
          <p:nvPr>
            <p:ph sz="quarter" idx="10"/>
          </p:nvPr>
        </p:nvSpPr>
        <p:spPr>
          <a:xfrm>
            <a:off x="584200" y="1435100"/>
            <a:ext cx="11018838" cy="426720"/>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r>
              <a:t>React is the most popular front-end JavaScript framework.</a:t>
            </a:r>
          </a:p>
        </p:txBody>
      </p:sp>
      <p:sp>
        <p:nvSpPr>
          <p:cNvPr id="4" name="New shape"/>
          <p:cNvSpPr/>
          <p:nvPr/>
        </p:nvSpPr>
        <p:spPr>
          <a:xfrm>
            <a:off x="609600" y="2111629"/>
            <a:ext cx="10972800" cy="11338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635000" indent="-365760">
              <a:spcBef>
                <a:spcPct val="20000"/>
              </a:spcBef>
              <a:spcAft>
                <a:spcPct val="20000"/>
              </a:spcAft>
              <a:buChar char="•"/>
            </a:pPr>
            <a:r>
              <a:rPr sz="1800">
                <a:solidFill>
                  <a:srgbClr val="000000"/>
                </a:solidFill>
              </a:rPr>
              <a:t>Understand the core concepts of React.</a:t>
            </a:r>
          </a:p>
          <a:p>
            <a:pPr marL="635000" indent="-365760">
              <a:spcBef>
                <a:spcPct val="20000"/>
              </a:spcBef>
              <a:spcAft>
                <a:spcPct val="20000"/>
              </a:spcAft>
              <a:buChar char="•"/>
            </a:pPr>
            <a:r>
              <a:rPr sz="1800">
                <a:solidFill>
                  <a:srgbClr val="000000"/>
                </a:solidFill>
              </a:rPr>
              <a:t>Create a React application.</a:t>
            </a:r>
          </a:p>
          <a:p>
            <a:pPr marL="635000" indent="-365760">
              <a:spcBef>
                <a:spcPct val="20000"/>
              </a:spcBef>
              <a:spcAft>
                <a:spcPct val="20000"/>
              </a:spcAft>
              <a:buChar char="•"/>
            </a:pPr>
            <a:r>
              <a:rPr sz="1800">
                <a:solidFill>
                  <a:srgbClr val="000000"/>
                </a:solidFill>
              </a:rPr>
              <a:t>Create a component.</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97D33D6-4FBF-3F45-AE68-458F59C6F836}"/>
              </a:ext>
            </a:extLst>
          </p:cNvPr>
          <p:cNvSpPr txBox="1">
            <a:spLocks/>
          </p:cNvSpPr>
          <p:nvPr/>
        </p:nvSpPr>
        <p:spPr>
          <a:xfrm>
            <a:off x="493678" y="810714"/>
            <a:ext cx="11018520" cy="553998"/>
          </a:xfrm>
          <a:prstGeom prst="rect">
            <a:avLst/>
          </a:prstGeom>
        </p:spPr>
        <p:txBody>
          <a:bodyPr vert="horz"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latin typeface="+mj-lt"/>
              </a:rPr>
              <a:t>Next Steps</a:t>
            </a:r>
          </a:p>
        </p:txBody>
      </p:sp>
      <p:sp>
        <p:nvSpPr>
          <p:cNvPr id="5" name="Content Placeholder 2">
            <a:extLst>
              <a:ext uri="{FF2B5EF4-FFF2-40B4-BE49-F238E27FC236}">
                <a16:creationId xmlns:a16="http://schemas.microsoft.com/office/drawing/2014/main" id="{5433DE5E-2C08-B940-8F56-602313E7210C}"/>
              </a:ext>
            </a:extLst>
          </p:cNvPr>
          <p:cNvSpPr txBox="1">
            <a:spLocks/>
          </p:cNvSpPr>
          <p:nvPr/>
        </p:nvSpPr>
        <p:spPr>
          <a:xfrm>
            <a:off x="513100" y="1995985"/>
            <a:ext cx="4414027" cy="4051300"/>
          </a:xfrm>
          <a:prstGeom prst="rect">
            <a:avLst/>
          </a:prstGeom>
        </p:spPr>
        <p:txBody>
          <a:bodyPr vert="horz" wrap="square" lIns="0" tIns="0" rIns="0" bIns="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pPr>
            <a:r>
              <a:rPr lang="en-US" sz="2400" dirty="0"/>
              <a:t>Practice your knowledge by trying these Learn modules:</a:t>
            </a:r>
          </a:p>
          <a:p>
            <a:pPr>
              <a:lnSpc>
                <a:spcPct val="90000"/>
              </a:lnSpc>
            </a:pPr>
            <a:endParaRPr lang="en-US" sz="2400" dirty="0"/>
          </a:p>
          <a:p>
            <a:pPr>
              <a:lnSpc>
                <a:spcPct val="90000"/>
              </a:lnSpc>
            </a:pPr>
            <a:endParaRPr lang="en-US" sz="2400" dirty="0"/>
          </a:p>
          <a:p>
            <a:pPr>
              <a:lnSpc>
                <a:spcPct val="90000"/>
              </a:lnSpc>
            </a:pPr>
            <a:endParaRPr lang="en-US" sz="2400" dirty="0"/>
          </a:p>
        </p:txBody>
      </p:sp>
      <p:sp>
        <p:nvSpPr>
          <p:cNvPr id="6" name="Rectangle 5">
            <a:extLst>
              <a:ext uri="{FF2B5EF4-FFF2-40B4-BE49-F238E27FC236}">
                <a16:creationId xmlns:a16="http://schemas.microsoft.com/office/drawing/2014/main" id="{FB48FDF8-30BE-B040-AE32-6A8989D5F721}"/>
              </a:ext>
            </a:extLst>
          </p:cNvPr>
          <p:cNvSpPr/>
          <p:nvPr/>
        </p:nvSpPr>
        <p:spPr bwMode="auto">
          <a:xfrm>
            <a:off x="6001415" y="1364712"/>
            <a:ext cx="5715000" cy="447520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accent1"/>
                </a:solidFill>
                <a:latin typeface="+mn-lt"/>
                <a:ea typeface="+mn-ea"/>
                <a:cs typeface="+mn-cs"/>
              </a:defRPr>
            </a:lvl1pPr>
            <a:lvl2pPr marL="457200" algn="l" defTabSz="914400" rtl="0" eaLnBrk="1" latinLnBrk="0" hangingPunct="1">
              <a:defRPr sz="1800" kern="1200">
                <a:solidFill>
                  <a:schemeClr val="accent1"/>
                </a:solidFill>
                <a:latin typeface="+mn-lt"/>
                <a:ea typeface="+mn-ea"/>
                <a:cs typeface="+mn-cs"/>
              </a:defRPr>
            </a:lvl2pPr>
            <a:lvl3pPr marL="914400" algn="l" defTabSz="914400" rtl="0" eaLnBrk="1" latinLnBrk="0" hangingPunct="1">
              <a:defRPr sz="1800" kern="1200">
                <a:solidFill>
                  <a:schemeClr val="accent1"/>
                </a:solidFill>
                <a:latin typeface="+mn-lt"/>
                <a:ea typeface="+mn-ea"/>
                <a:cs typeface="+mn-cs"/>
              </a:defRPr>
            </a:lvl3pPr>
            <a:lvl4pPr marL="1371600" algn="l" defTabSz="914400" rtl="0" eaLnBrk="1" latinLnBrk="0" hangingPunct="1">
              <a:defRPr sz="1800" kern="1200">
                <a:solidFill>
                  <a:schemeClr val="accent1"/>
                </a:solidFill>
                <a:latin typeface="+mn-lt"/>
                <a:ea typeface="+mn-ea"/>
                <a:cs typeface="+mn-cs"/>
              </a:defRPr>
            </a:lvl4pPr>
            <a:lvl5pPr marL="1828800" algn="l" defTabSz="914400" rtl="0" eaLnBrk="1" latinLnBrk="0" hangingPunct="1">
              <a:defRPr sz="1800" kern="1200">
                <a:solidFill>
                  <a:schemeClr val="accent1"/>
                </a:solidFill>
                <a:latin typeface="+mn-lt"/>
                <a:ea typeface="+mn-ea"/>
                <a:cs typeface="+mn-cs"/>
              </a:defRPr>
            </a:lvl5pPr>
            <a:lvl6pPr marL="2286000" algn="l" defTabSz="914400" rtl="0" eaLnBrk="1" latinLnBrk="0" hangingPunct="1">
              <a:defRPr sz="1800" kern="1200">
                <a:solidFill>
                  <a:schemeClr val="accent1"/>
                </a:solidFill>
                <a:latin typeface="+mn-lt"/>
                <a:ea typeface="+mn-ea"/>
                <a:cs typeface="+mn-cs"/>
              </a:defRPr>
            </a:lvl6pPr>
            <a:lvl7pPr marL="2743200" algn="l" defTabSz="914400" rtl="0" eaLnBrk="1" latinLnBrk="0" hangingPunct="1">
              <a:defRPr sz="1800" kern="1200">
                <a:solidFill>
                  <a:schemeClr val="accent1"/>
                </a:solidFill>
                <a:latin typeface="+mn-lt"/>
                <a:ea typeface="+mn-ea"/>
                <a:cs typeface="+mn-cs"/>
              </a:defRPr>
            </a:lvl7pPr>
            <a:lvl8pPr marL="3200400" algn="l" defTabSz="914400" rtl="0" eaLnBrk="1" latinLnBrk="0" hangingPunct="1">
              <a:defRPr sz="1800" kern="1200">
                <a:solidFill>
                  <a:schemeClr val="accent1"/>
                </a:solidFill>
                <a:latin typeface="+mn-lt"/>
                <a:ea typeface="+mn-ea"/>
                <a:cs typeface="+mn-cs"/>
              </a:defRPr>
            </a:lvl8pPr>
            <a:lvl9pPr marL="3657600" algn="l" defTabSz="914400" rtl="0" eaLnBrk="1" latinLnBrk="0" hangingPunct="1">
              <a:defRPr sz="1800" kern="1200">
                <a:solidFill>
                  <a:schemeClr val="accent1"/>
                </a:solidFill>
                <a:latin typeface="+mn-lt"/>
                <a:ea typeface="+mn-ea"/>
                <a:cs typeface="+mn-cs"/>
              </a:defRPr>
            </a:lvl9pPr>
          </a:lstStyle>
          <a:p>
            <a:pPr algn="l" defTabSz="932472" fontAlgn="base">
              <a:spcBef>
                <a:spcPct val="0"/>
              </a:spcBef>
              <a:spcAft>
                <a:spcPct val="0"/>
              </a:spcAft>
            </a:pPr>
            <a:endParaRPr lang="en-US" sz="2000" dirty="0" err="1">
              <a:solidFill>
                <a:srgbClr val="FFFFFF"/>
              </a:solidFill>
              <a:ea typeface="Segoe UI" pitchFamily="34" charset="0"/>
              <a:cs typeface="Segoe UI" pitchFamily="34" charset="0"/>
            </a:endParaRPr>
          </a:p>
        </p:txBody>
      </p:sp>
      <p:sp>
        <p:nvSpPr>
          <p:cNvPr id="7" name="TextBox 10">
            <a:extLst>
              <a:ext uri="{FF2B5EF4-FFF2-40B4-BE49-F238E27FC236}">
                <a16:creationId xmlns:a16="http://schemas.microsoft.com/office/drawing/2014/main" id="{BDFA5B89-ECF9-6F40-B90A-CAEB3980C3A9}"/>
              </a:ext>
            </a:extLst>
          </p:cNvPr>
          <p:cNvSpPr txBox="1"/>
          <p:nvPr/>
        </p:nvSpPr>
        <p:spPr>
          <a:xfrm>
            <a:off x="6302586" y="1788614"/>
            <a:ext cx="5211763" cy="4051300"/>
          </a:xfrm>
          <a:prstGeom prst="rect">
            <a:avLst/>
          </a:prstGeom>
        </p:spPr>
        <p:txBody>
          <a:bodyPr vert="horz" wrap="square" lIns="0" tIns="0" rIns="0" bIns="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742">
              <a:spcAft>
                <a:spcPts val="600"/>
              </a:spcAft>
              <a:buSzPct val="90000"/>
            </a:pPr>
            <a:r>
              <a:rPr lang="en-US" sz="2400" dirty="0"/>
              <a:t>Please tell us how you liked this workshop by filling out this survey:</a:t>
            </a:r>
            <a:br>
              <a:rPr lang="en-US" sz="2800" dirty="0"/>
            </a:br>
            <a:endParaRPr lang="en-US" sz="2800" dirty="0"/>
          </a:p>
          <a:p>
            <a:pPr defTabSz="932742">
              <a:spcAft>
                <a:spcPts val="600"/>
              </a:spcAft>
              <a:buSzPct val="90000"/>
            </a:pPr>
            <a:r>
              <a:rPr lang="en-US" sz="2800" dirty="0">
                <a:hlinkClick r:id="rId2"/>
              </a:rPr>
              <a:t>https://aka.ms/workshopomatic-feedback</a:t>
            </a:r>
            <a:endParaRPr lang="en-US" sz="2800" dirty="0"/>
          </a:p>
          <a:p>
            <a:pPr defTabSz="932742">
              <a:spcAft>
                <a:spcPts val="600"/>
              </a:spcAft>
              <a:buSzPct val="90000"/>
            </a:pPr>
            <a:endParaRPr lang="en-US" sz="2800" dirty="0"/>
          </a:p>
        </p:txBody>
      </p:sp>
      <p:sp>
        <p:nvSpPr>
          <p:cNvPr id="8" name="Content Placeholder 2">
            <a:extLst>
              <a:ext uri="{FF2B5EF4-FFF2-40B4-BE49-F238E27FC236}">
                <a16:creationId xmlns:a16="http://schemas.microsoft.com/office/drawing/2014/main" id="{0BCF35B7-C8DD-3D49-B34A-770C8BB77AAB}"/>
              </a:ext>
            </a:extLst>
          </p:cNvPr>
          <p:cNvSpPr txBox="1">
            <a:spLocks/>
          </p:cNvSpPr>
          <p:nvPr/>
        </p:nvSpPr>
        <p:spPr>
          <a:xfrm>
            <a:off x="475586" y="2937357"/>
            <a:ext cx="5323763" cy="1477328"/>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Font typeface="Arial" panose="020B0604020202020204" pitchFamily="34" charset="0"/>
              <a:buChar char="•"/>
            </a:pPr>
            <a:r>
              <a:rPr lang="en-US" sz="2400" b="0" i="0" u="sng" dirty="0">
                <a:solidFill>
                  <a:srgbClr val="24292F"/>
                </a:solidFill>
                <a:effectLst/>
                <a:hlinkClick r:id="rId3"/>
              </a:rPr>
              <a:t>Intro to React Learning Path</a:t>
            </a:r>
            <a:endParaRPr lang="en-US" sz="2400" b="0" i="0" u="sng" dirty="0">
              <a:solidFill>
                <a:srgbClr val="24292F"/>
              </a:solidFill>
              <a:effectLst/>
            </a:endParaRPr>
          </a:p>
          <a:p>
            <a:pPr algn="l">
              <a:buFont typeface="Arial" panose="020B0604020202020204" pitchFamily="34" charset="0"/>
              <a:buChar char="•"/>
            </a:pPr>
            <a:r>
              <a:rPr lang="en-US" sz="2400" b="0" i="0" u="sng" dirty="0">
                <a:solidFill>
                  <a:srgbClr val="24292F"/>
                </a:solidFill>
                <a:effectLst/>
                <a:hlinkClick r:id="rId4"/>
              </a:rPr>
              <a:t>Explore Azure Static Web Apps</a:t>
            </a:r>
            <a:endParaRPr lang="en-US" sz="2400" b="0" i="0" dirty="0">
              <a:solidFill>
                <a:srgbClr val="24292F"/>
              </a:solidFill>
              <a:effectLst/>
            </a:endParaRPr>
          </a:p>
          <a:p>
            <a:pPr algn="l">
              <a:buFont typeface="Arial" panose="020B0604020202020204" pitchFamily="34" charset="0"/>
              <a:buChar char="•"/>
            </a:pPr>
            <a:r>
              <a:rPr lang="en-US" sz="2400" b="0" i="0" u="none" strike="noStrike" dirty="0">
                <a:solidFill>
                  <a:srgbClr val="24292F"/>
                </a:solidFill>
                <a:effectLst/>
                <a:hlinkClick r:id="rId5" tooltip="https://docs.microsoft.com/learn/paths/build-javascript-applications-nodejs/?WT.mc_id=academic-56602-chrhar"/>
              </a:rPr>
              <a:t>Build JavaScript applications with Node.js</a:t>
            </a:r>
            <a:endParaRPr lang="en-US" sz="2400" b="0" i="0" dirty="0">
              <a:solidFill>
                <a:srgbClr val="24292F"/>
              </a:solidFill>
              <a:effectLst/>
            </a:endParaRPr>
          </a:p>
        </p:txBody>
      </p:sp>
      <p:sp>
        <p:nvSpPr>
          <p:cNvPr id="9" name="TextBox 8">
            <a:extLst>
              <a:ext uri="{FF2B5EF4-FFF2-40B4-BE49-F238E27FC236}">
                <a16:creationId xmlns:a16="http://schemas.microsoft.com/office/drawing/2014/main" id="{494BE90A-CB46-9745-81D8-4DDAD5F43F96}"/>
              </a:ext>
            </a:extLst>
          </p:cNvPr>
          <p:cNvSpPr txBox="1"/>
          <p:nvPr/>
        </p:nvSpPr>
        <p:spPr>
          <a:xfrm>
            <a:off x="1630017" y="954157"/>
            <a:ext cx="65" cy="307777"/>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2000" dirty="0" err="1"/>
          </a:p>
        </p:txBody>
      </p:sp>
    </p:spTree>
    <p:extLst>
      <p:ext uri="{BB962C8B-B14F-4D97-AF65-F5344CB8AC3E}">
        <p14:creationId xmlns:p14="http://schemas.microsoft.com/office/powerpoint/2010/main" val="253003096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5.0.9"/>
  <p:tag name="AS_OS" val="Microsoft Windows NT 10.0.14393.0"/>
  <p:tag name="AS_RELEASE_DATE" val="2020.11.14"/>
  <p:tag name="AS_TITLE" val="Aspose.Slides for .NET Standard 2.0"/>
  <p:tag name="AS_VERSION" val="20.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icrosoft_Learn_White_Template">
  <a:themeElements>
    <a:clrScheme name="MBAS_Light">
      <a:dk1>
        <a:srgbClr val="000000"/>
      </a:dk1>
      <a:lt1>
        <a:srgbClr val="FFFFFF"/>
      </a:lt1>
      <a:dk2>
        <a:srgbClr val="243A5E"/>
      </a:dk2>
      <a:lt2>
        <a:srgbClr val="E6E6E6"/>
      </a:lt2>
      <a:accent1>
        <a:srgbClr val="0078D4"/>
      </a:accent1>
      <a:accent2>
        <a:srgbClr val="243A5E"/>
      </a:accent2>
      <a:accent3>
        <a:srgbClr val="D83B01"/>
      </a:accent3>
      <a:accent4>
        <a:srgbClr val="FF9349"/>
      </a:accent4>
      <a:accent5>
        <a:srgbClr val="8661C5"/>
      </a:accent5>
      <a:accent6>
        <a:srgbClr val="737373"/>
      </a:accent6>
      <a:hlink>
        <a:srgbClr val="0078D4"/>
      </a:hlink>
      <a:folHlink>
        <a:srgbClr val="0078D4"/>
      </a:folHlink>
    </a:clrScheme>
    <a:fontScheme name="Microsoft 2019 Brand Templates">
      <a:majorFont>
        <a:latin typeface="Segoe UI Semibold"/>
        <a:ea typeface="Arial" pitchFamily="34" charset="0"/>
        <a:cs typeface="Arial" pitchFamily="34" charset="0"/>
      </a:majorFont>
      <a:minorFont>
        <a:latin typeface="Segoe UI"/>
        <a:ea typeface="Arial" pitchFamily="34" charset="0"/>
        <a:cs typeface="Arial" pitchFamily="34" charset="0"/>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MS_Learn_Template_v04.potx" id="{F8D8902F-40E6-438A-BE83-E6CF85ED3C26}" vid="{D5E28E8F-F1B1-4D78-9457-864A2A780838}"/>
    </a:ext>
  </a:extLst>
</a:theme>
</file>

<file path=ppt/theme/theme3.xml><?xml version="1.0" encoding="utf-8"?>
<a:theme xmlns:a="http://schemas.openxmlformats.org/drawingml/2006/main" name=" Microsoft_Learn_Light_Gray_Template">
  <a:themeElements>
    <a:clrScheme name="Inspire-Ignite Light Gray">
      <a:dk1>
        <a:srgbClr val="000000"/>
      </a:dk1>
      <a:lt1>
        <a:srgbClr val="FFFFFF"/>
      </a:lt1>
      <a:dk2>
        <a:srgbClr val="243A5E"/>
      </a:dk2>
      <a:lt2>
        <a:srgbClr val="E6E6E6"/>
      </a:lt2>
      <a:accent1>
        <a:srgbClr val="0078D4"/>
      </a:accent1>
      <a:accent2>
        <a:srgbClr val="243A5E"/>
      </a:accent2>
      <a:accent3>
        <a:srgbClr val="D83B01"/>
      </a:accent3>
      <a:accent4>
        <a:srgbClr val="FF9349"/>
      </a:accent4>
      <a:accent5>
        <a:srgbClr val="8661C5"/>
      </a:accent5>
      <a:accent6>
        <a:srgbClr val="737373"/>
      </a:accent6>
      <a:hlink>
        <a:srgbClr val="0069BA"/>
      </a:hlink>
      <a:folHlink>
        <a:srgbClr val="0069BA"/>
      </a:folHlink>
    </a:clrScheme>
    <a:fontScheme name="Microsoft 2019 Brand Templates">
      <a:majorFont>
        <a:latin typeface="Segoe UI Semibold"/>
        <a:ea typeface="Arial" pitchFamily="34" charset="0"/>
        <a:cs typeface="Arial" pitchFamily="34" charset="0"/>
      </a:majorFont>
      <a:minorFont>
        <a:latin typeface="Segoe UI"/>
        <a:ea typeface="Arial" pitchFamily="34" charset="0"/>
        <a:cs typeface="Arial" pitchFamily="34" charset="0"/>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MS_Learn_Template_v04.potx" id="{F8D8902F-40E6-438A-BE83-E6CF85ED3C26}" vid="{715E77BC-29FE-4329-A0B5-F68DE9C523F7}"/>
    </a:ext>
  </a:extLst>
</a:theme>
</file>

<file path=ppt/theme/theme4.xml><?xml version="1.0" encoding="utf-8"?>
<a:theme xmlns:a="http://schemas.openxmlformats.org/drawingml/2006/main" name=" Microsoft_Learn_Black_Template">
  <a:themeElements>
    <a:clrScheme name="Inspire black">
      <a:dk1>
        <a:srgbClr val="000000"/>
      </a:dk1>
      <a:lt1>
        <a:srgbClr val="FFFFFF"/>
      </a:lt1>
      <a:dk2>
        <a:srgbClr val="243A5E"/>
      </a:dk2>
      <a:lt2>
        <a:srgbClr val="E6E6E6"/>
      </a:lt2>
      <a:accent1>
        <a:srgbClr val="50E6FF"/>
      </a:accent1>
      <a:accent2>
        <a:srgbClr val="0078D4"/>
      </a:accent2>
      <a:accent3>
        <a:srgbClr val="D83B01"/>
      </a:accent3>
      <a:accent4>
        <a:srgbClr val="FF9349"/>
      </a:accent4>
      <a:accent5>
        <a:srgbClr val="8661C5"/>
      </a:accent5>
      <a:accent6>
        <a:srgbClr val="D2D2D2"/>
      </a:accent6>
      <a:hlink>
        <a:srgbClr val="50E6FF"/>
      </a:hlink>
      <a:folHlink>
        <a:srgbClr val="50E6FF"/>
      </a:folHlink>
    </a:clrScheme>
    <a:fontScheme name="Microsoft 2019 Brand Templates">
      <a:majorFont>
        <a:latin typeface="Segoe UI Semibold"/>
        <a:ea typeface="Arial" pitchFamily="34" charset="0"/>
        <a:cs typeface="Arial" pitchFamily="34" charset="0"/>
      </a:majorFont>
      <a:minorFont>
        <a:latin typeface="Segoe UI"/>
        <a:ea typeface="Arial" pitchFamily="34" charset="0"/>
        <a:cs typeface="Arial" pitchFamily="34" charset="0"/>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extLst>
    <a:ext uri="{05A4C25C-085E-4340-85A3-A5531E510DB2}">
      <thm15:themeFamily xmlns:thm15="http://schemas.microsoft.com/office/thememl/2012/main" name="MS_Learn_Template_v04.potx" id="{F8D8902F-40E6-438A-BE83-E6CF85ED3C26}" vid="{B40C9706-545E-499C-8881-4A5859C56520}"/>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156</TotalTime>
  <Words>2060</Words>
  <Application>Microsoft Macintosh PowerPoint</Application>
  <PresentationFormat>Widescreen</PresentationFormat>
  <Paragraphs>205</Paragraphs>
  <Slides>34</Slides>
  <Notes>31</Notes>
  <HiddenSlides>0</HiddenSlides>
  <MMClips>0</MMClips>
  <ScaleCrop>false</ScaleCrop>
  <HeadingPairs>
    <vt:vector size="6" baseType="variant">
      <vt:variant>
        <vt:lpstr>Benyttede skrifttyper</vt:lpstr>
      </vt:variant>
      <vt:variant>
        <vt:i4>6</vt:i4>
      </vt:variant>
      <vt:variant>
        <vt:lpstr>Tema</vt:lpstr>
      </vt:variant>
      <vt:variant>
        <vt:i4>4</vt:i4>
      </vt:variant>
      <vt:variant>
        <vt:lpstr>Slidetitler</vt:lpstr>
      </vt:variant>
      <vt:variant>
        <vt:i4>34</vt:i4>
      </vt:variant>
    </vt:vector>
  </HeadingPairs>
  <TitlesOfParts>
    <vt:vector size="44" baseType="lpstr">
      <vt:lpstr>Arial</vt:lpstr>
      <vt:lpstr>Calibri</vt:lpstr>
      <vt:lpstr>Consolas</vt:lpstr>
      <vt:lpstr>Segoe UI</vt:lpstr>
      <vt:lpstr>Segoe UI Semibold</vt:lpstr>
      <vt:lpstr>Wingdings</vt:lpstr>
      <vt:lpstr>Office Theme</vt:lpstr>
      <vt:lpstr>Microsoft_Learn_White_Template</vt:lpstr>
      <vt:lpstr> Microsoft_Learn_Light_Gray_Template</vt:lpstr>
      <vt:lpstr> Microsoft_Learn_Black_Template</vt:lpstr>
      <vt:lpstr>PowerPoint-præsentation</vt:lpstr>
      <vt:lpstr>Getting started with React</vt:lpstr>
      <vt:lpstr>Prerequisites</vt:lpstr>
      <vt:lpstr>Learning objectives</vt:lpstr>
      <vt:lpstr>Introduction to React and JSX</vt:lpstr>
      <vt:lpstr>Introduction to React</vt:lpstr>
      <vt:lpstr>Introduction to JSX</vt:lpstr>
      <vt:lpstr>Components</vt:lpstr>
      <vt:lpstr>Exercise: Create a starter project</vt:lpstr>
      <vt:lpstr>React app structure</vt:lpstr>
      <vt:lpstr>The application host</vt:lpstr>
      <vt:lpstr>index.jsx</vt:lpstr>
      <vt:lpstr>Exercise: Create Hello world!</vt:lpstr>
      <vt:lpstr>Create your first component</vt:lpstr>
      <vt:lpstr>Create your first component</vt:lpstr>
      <vt:lpstr>The core component</vt:lpstr>
      <vt:lpstr>Exercise: Create your first component</vt:lpstr>
      <vt:lpstr>Display dynamic data</vt:lpstr>
      <vt:lpstr>Display dynamic data</vt:lpstr>
      <vt:lpstr>Create a RecipeTitle component</vt:lpstr>
      <vt:lpstr>Explore the code</vt:lpstr>
      <vt:lpstr>Exercise: Display dynamic data</vt:lpstr>
      <vt:lpstr>Exercise: Add style to a React component</vt:lpstr>
      <vt:lpstr>Knowledge check</vt:lpstr>
      <vt:lpstr>Question 1</vt:lpstr>
      <vt:lpstr>Question 1</vt:lpstr>
      <vt:lpstr>Question 2</vt:lpstr>
      <vt:lpstr>Question 2</vt:lpstr>
      <vt:lpstr>Question 3</vt:lpstr>
      <vt:lpstr>Question 3</vt:lpstr>
      <vt:lpstr>Summary</vt:lpstr>
      <vt:lpstr>Summary</vt:lpstr>
      <vt:lpstr>PowerPoint-præsentation</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Henrik Lange</cp:lastModifiedBy>
  <cp:revision>5</cp:revision>
  <cp:lastPrinted>2022-02-01T22:58:36Z</cp:lastPrinted>
  <dcterms:created xsi:type="dcterms:W3CDTF">2022-02-01T22:58:36Z</dcterms:created>
  <dcterms:modified xsi:type="dcterms:W3CDTF">2024-02-26T09:37:11Z</dcterms:modified>
</cp:coreProperties>
</file>